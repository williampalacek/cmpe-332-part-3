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20"/>
    <p:restoredTop sz="94673"/>
  </p:normalViewPr>
  <p:slideViewPr>
    <p:cSldViewPr snapToGrid="0">
      <p:cViewPr varScale="1">
        <p:scale>
          <a:sx n="155" d="100"/>
          <a:sy n="155" d="100"/>
        </p:scale>
        <p:origin x="192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28265-54EA-CFC9-CA21-C9A10F2E7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0EBE9-C9BC-5848-C143-2CE597EAE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61DBE-4C2F-6652-B47A-ADC65E0DC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C214-4650-DA41-9C05-D2FA851DAA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43327-CE5A-AAC4-3B56-AA0E33975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5E87B-8393-9FD3-1B53-8C9857797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5C79-AA7A-8747-B1D4-5E14B603E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58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4BEE2-922D-1E93-38E9-6CD1F876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BD6B0-5C76-F9C8-C517-F2F6C8C26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442E1-681F-0AC5-8358-467827811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C214-4650-DA41-9C05-D2FA851DAA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30237-A5B1-89E1-2F91-7EB8847EF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DFADA-D95E-0D90-565C-3A894180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5C79-AA7A-8747-B1D4-5E14B603E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54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D3195-9152-8805-CD02-33A86AAA0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0F8F0-B570-9897-3833-1E8255AD6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EC7D7-C506-B5B9-7167-E161F30CB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C214-4650-DA41-9C05-D2FA851DAA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2F004-665D-FA94-8AE7-A5B5A7113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90D7-2E1A-70E9-393A-7C3687785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5C79-AA7A-8747-B1D4-5E14B603E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942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50D71-02A1-7198-1F4B-19210E87E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6A24F-D7A7-F3C7-4B15-735390CF6F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2F455-A269-3927-E5BF-526164660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F6CF7-63E1-CE17-0AE1-2CAFA35A0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C214-4650-DA41-9C05-D2FA851DAA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FF964-D7FE-0808-7461-9DA0C9EC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0AD0A-D87A-E6C5-173C-08F40510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5C79-AA7A-8747-B1D4-5E14B603E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63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FEF3-3A96-BC93-F0D4-4DF69970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DCF1B-4E8C-802E-153D-9CBE74C5A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FEBA7-931A-A22C-E686-00895A0B5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5A5D7-CE6A-7AE1-48B1-A4B164CF81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BDACC9-9F6A-CE9A-C544-E684F9491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D70C11-3E66-F1E3-1549-44DCC7DF8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C214-4650-DA41-9C05-D2FA851DAA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84F909-8369-9889-7BE6-2C7D30F0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3A1A9D-8BF7-AB13-F41A-5D4B925A1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5C79-AA7A-8747-B1D4-5E14B603E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6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DF19C-67FA-CD0B-8DF1-E123D9EF2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380B64-4268-7D2D-725D-C00E5C736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C214-4650-DA41-9C05-D2FA851DAA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8F0EB-9971-C23B-B26B-E5BB9EA5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4BE5DC-E39F-F98D-149B-E7112A57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5C79-AA7A-8747-B1D4-5E14B603E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357349-2D84-A042-93FC-C5532573B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C214-4650-DA41-9C05-D2FA851DAA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7ECADB-64A0-3EF0-A30F-787BFF283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14A13-EF89-A218-F2B2-CCF7582C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5C79-AA7A-8747-B1D4-5E14B603E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05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FFF4F-8358-A927-0FF2-46E1CE2D2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C2B59-43DC-DEF8-5E06-E9B27C2D3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7E6D9-3422-317B-115A-2A4614F1C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CFE73-50F0-4AB1-72FD-4F32731F9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C214-4650-DA41-9C05-D2FA851DAA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A3EAD-18E5-920D-18FD-F99B2DD5C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A6278-F5EC-9449-DEF6-0ADB9CEE2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5C79-AA7A-8747-B1D4-5E14B603E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56C7B-A42A-865E-C226-F32F8A12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364143-5305-F5B4-2ADB-0D4081F98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B8EAF0-1014-8616-45EA-2C2597900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693B6-4D31-2D4A-7DC3-875502947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C214-4650-DA41-9C05-D2FA851DAA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6CFCB-2AD9-573A-45EE-79563A13C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8D1D3-EC47-30A7-7EFC-B516CE5E0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5C79-AA7A-8747-B1D4-5E14B603E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140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1A13F-0BF4-2707-FE9E-1CC31FA6A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B57A1E-BDA5-7BE7-8D04-4F3C61178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FEAB5-1FB2-222D-02E2-C5AFECC77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C214-4650-DA41-9C05-D2FA851DAA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E619E-FC91-22CA-74B1-1B217F13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0D6E7-C71F-7C0E-4A42-4C2AD7F0D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5C79-AA7A-8747-B1D4-5E14B603E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943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E1E10-8556-D4D0-0F89-67F56C32B2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E5427E-E606-04D9-3797-AE3142C6C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A9C1F-905E-1674-1040-570187646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C214-4650-DA41-9C05-D2FA851DAA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8D4C0-3369-788D-75C9-B2043F2EB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73012-197A-EFEE-B589-461E9E12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5C79-AA7A-8747-B1D4-5E14B603E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60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FFF5D4-4E24-6956-210A-4CB5FD1D7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9B2E3-DFD3-D55F-858A-98BBBEAD1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7F9F0-60F6-8325-CAF1-84C15AB0D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B6C214-4650-DA41-9C05-D2FA851DAA01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E4103-132F-38E0-87BF-6C6639919B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1DD15-2CAD-D61E-34CF-5C9CAF5F8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DB5C79-AA7A-8747-B1D4-5E14B603E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18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229A6-4B3B-C391-9700-E2DD1C0207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Q/A class before midterm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D00E84-CDC2-E1A7-316F-C9C2D296B9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Instructor: Kazi Amit Hasan</a:t>
            </a:r>
          </a:p>
        </p:txBody>
      </p:sp>
    </p:spTree>
    <p:extLst>
      <p:ext uri="{BB962C8B-B14F-4D97-AF65-F5344CB8AC3E}">
        <p14:creationId xmlns:p14="http://schemas.microsoft.com/office/powerpoint/2010/main" val="2346567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5A275-D425-D540-C09A-7080CE4C2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announcement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CE9D2-640F-0B3D-3CD7-0D8C68F0D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Midterm quiz: Feb 23</a:t>
            </a:r>
            <a:r>
              <a:rPr lang="en-US" baseline="30000" dirty="0">
                <a:highlight>
                  <a:srgbClr val="FFFF00"/>
                </a:highlight>
              </a:rPr>
              <a:t>rd 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Quiz will be available in </a:t>
            </a:r>
            <a:r>
              <a:rPr lang="en-US" dirty="0" err="1"/>
              <a:t>OnQ</a:t>
            </a:r>
            <a:r>
              <a:rPr lang="en-US" dirty="0"/>
              <a:t> from 8.00 AM to 11.59 PM. No password</a:t>
            </a:r>
          </a:p>
          <a:p>
            <a:r>
              <a:rPr lang="en-US" dirty="0"/>
              <a:t>Students are allowed only one attempt</a:t>
            </a:r>
          </a:p>
          <a:p>
            <a:r>
              <a:rPr lang="en-US" dirty="0"/>
              <a:t>Total time: 1 hours + 5 minutes for uploading the pdf/image for ER diagram problem</a:t>
            </a:r>
          </a:p>
          <a:p>
            <a:r>
              <a:rPr lang="en-US" dirty="0"/>
              <a:t>Students with assessment accommodation will get their additional allowed time</a:t>
            </a:r>
          </a:p>
        </p:txBody>
      </p:sp>
    </p:spTree>
    <p:extLst>
      <p:ext uri="{BB962C8B-B14F-4D97-AF65-F5344CB8AC3E}">
        <p14:creationId xmlns:p14="http://schemas.microsoft.com/office/powerpoint/2010/main" val="2595170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B91D8-CA1A-FD21-89E9-48239DA40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CAA8C-A927-B0BB-2055-103182355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announcement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BA9CD-8B1A-647F-B19D-E197D88B1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Do not use AI tools. Do not share diagrams, students will get zero if we find to two identical diagrams.</a:t>
            </a:r>
          </a:p>
          <a:p>
            <a:r>
              <a:rPr lang="en-US" dirty="0"/>
              <a:t>What to expect: Total 8-9 questions</a:t>
            </a:r>
          </a:p>
          <a:p>
            <a:pPr lvl="1"/>
            <a:r>
              <a:rPr lang="en-US" dirty="0"/>
              <a:t>True/False </a:t>
            </a:r>
          </a:p>
          <a:p>
            <a:pPr lvl="1"/>
            <a:r>
              <a:rPr lang="en-US" dirty="0"/>
              <a:t>Multiple choice </a:t>
            </a:r>
          </a:p>
          <a:p>
            <a:pPr lvl="1"/>
            <a:r>
              <a:rPr lang="en-US" dirty="0"/>
              <a:t>Short Answer</a:t>
            </a:r>
          </a:p>
          <a:p>
            <a:pPr lvl="1"/>
            <a:r>
              <a:rPr lang="en-US" dirty="0"/>
              <a:t>ER diagram (simple one) x1</a:t>
            </a:r>
          </a:p>
          <a:p>
            <a:r>
              <a:rPr lang="en-US" dirty="0"/>
              <a:t>How to draw ER diagram:</a:t>
            </a:r>
          </a:p>
          <a:p>
            <a:pPr lvl="1"/>
            <a:r>
              <a:rPr lang="en-US" dirty="0" err="1"/>
              <a:t>Ipad</a:t>
            </a:r>
            <a:endParaRPr lang="en-US" dirty="0"/>
          </a:p>
          <a:p>
            <a:pPr lvl="1"/>
            <a:r>
              <a:rPr lang="en-US" dirty="0" err="1"/>
              <a:t>Draw.io</a:t>
            </a:r>
            <a:endParaRPr lang="en-US" dirty="0"/>
          </a:p>
          <a:p>
            <a:pPr lvl="1"/>
            <a:r>
              <a:rPr lang="en-US" dirty="0"/>
              <a:t>Paper</a:t>
            </a:r>
          </a:p>
          <a:p>
            <a:pPr lvl="1"/>
            <a:r>
              <a:rPr lang="en-US" dirty="0"/>
              <a:t>Make sure you write your student IDs.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617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21F1A-5A53-4C32-88E7-2A8C7C1B2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announcement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63F5C-9A0C-9280-435E-F91A95F07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choice, true/false question are auto-graded</a:t>
            </a:r>
          </a:p>
          <a:p>
            <a:r>
              <a:rPr lang="en-US" dirty="0"/>
              <a:t>Short answer &amp; ER diagram questions will be evaluated and graded by TAs</a:t>
            </a:r>
          </a:p>
        </p:txBody>
      </p:sp>
    </p:spTree>
    <p:extLst>
      <p:ext uri="{BB962C8B-B14F-4D97-AF65-F5344CB8AC3E}">
        <p14:creationId xmlns:p14="http://schemas.microsoft.com/office/powerpoint/2010/main" val="190873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147F5-4C6A-7483-72B5-7C9653E8A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C6939-0B03-80C7-5447-A22A210A5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sure you review all slides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E1AB73-2560-1952-6B51-15E221DEB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232" y="2454899"/>
            <a:ext cx="4465124" cy="403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775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CF2AF-7011-F7F0-6C4E-43C006878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D97E3-16A1-F523-4A8A-765DE8881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9D7A4-667E-C124-2DBC-D7E0B727C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sure you practice all ER diagrams we did in the class</a:t>
            </a:r>
          </a:p>
          <a:p>
            <a:pPr lvl="1"/>
            <a:r>
              <a:rPr lang="en-US" dirty="0"/>
              <a:t>Identifying entities and attributes</a:t>
            </a:r>
          </a:p>
          <a:p>
            <a:pPr lvl="1"/>
            <a:r>
              <a:rPr lang="en-US" dirty="0"/>
              <a:t>Remember the shapes to define the entity, attributes, relationships</a:t>
            </a:r>
          </a:p>
          <a:p>
            <a:pPr lvl="1"/>
            <a:r>
              <a:rPr lang="en-US" dirty="0"/>
              <a:t>Practice all ER diagram related questions. </a:t>
            </a:r>
          </a:p>
        </p:txBody>
      </p:sp>
    </p:spTree>
    <p:extLst>
      <p:ext uri="{BB962C8B-B14F-4D97-AF65-F5344CB8AC3E}">
        <p14:creationId xmlns:p14="http://schemas.microsoft.com/office/powerpoint/2010/main" val="151744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4059-B90A-2C7C-C4C1-E9623BF85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question</a:t>
            </a:r>
          </a:p>
        </p:txBody>
      </p:sp>
      <p:pic>
        <p:nvPicPr>
          <p:cNvPr id="5" name="Content Placeholder 4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5038D4C1-CDCE-2EBB-C689-F6B8426BB6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800" y="1848644"/>
            <a:ext cx="9296400" cy="4305300"/>
          </a:xfrm>
        </p:spPr>
      </p:pic>
    </p:spTree>
    <p:extLst>
      <p:ext uri="{BB962C8B-B14F-4D97-AF65-F5344CB8AC3E}">
        <p14:creationId xmlns:p14="http://schemas.microsoft.com/office/powerpoint/2010/main" val="1148422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437FC-FC96-A90B-B878-716DA3E1B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 Intro W26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039C0-1689-15A8-DFD2-9E411E66A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Definitions</a:t>
            </a:r>
          </a:p>
          <a:p>
            <a:r>
              <a:rPr lang="en-US" dirty="0"/>
              <a:t>Types of data and their characteristics </a:t>
            </a:r>
          </a:p>
          <a:p>
            <a:r>
              <a:rPr lang="en-US" dirty="0"/>
              <a:t>Advantages of integrated DBMS</a:t>
            </a:r>
          </a:p>
          <a:p>
            <a:r>
              <a:rPr lang="en-US" dirty="0"/>
              <a:t>Life before DBMS</a:t>
            </a:r>
          </a:p>
          <a:p>
            <a:r>
              <a:rPr lang="en-US" dirty="0"/>
              <a:t>Different phases in DB design</a:t>
            </a:r>
          </a:p>
          <a:p>
            <a:r>
              <a:rPr lang="en-US" dirty="0"/>
              <a:t>3 schema DB architecture</a:t>
            </a:r>
          </a:p>
          <a:p>
            <a:r>
              <a:rPr lang="en-US" dirty="0"/>
              <a:t>Data independence</a:t>
            </a:r>
          </a:p>
          <a:p>
            <a:r>
              <a:rPr lang="en-US" dirty="0"/>
              <a:t>Practice book exercise as well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04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BC84C-C3E2-A7F1-5C6A-ACD5FC3A8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Jan9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76988-EE35-DAE4-9013-0DDD181A7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 model basics</a:t>
            </a:r>
          </a:p>
          <a:p>
            <a:r>
              <a:rPr lang="en-US" dirty="0"/>
              <a:t>Definitions, shapes</a:t>
            </a:r>
          </a:p>
          <a:p>
            <a:r>
              <a:rPr lang="en-US" dirty="0"/>
              <a:t>Different types of attributes, keys, cardinality constraints, participation constraints</a:t>
            </a:r>
          </a:p>
        </p:txBody>
      </p:sp>
    </p:spTree>
    <p:extLst>
      <p:ext uri="{BB962C8B-B14F-4D97-AF65-F5344CB8AC3E}">
        <p14:creationId xmlns:p14="http://schemas.microsoft.com/office/powerpoint/2010/main" val="1486667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FB01D-C26E-F77E-7386-872235340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Jan 14 and ER Jan16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6C98D-FE20-ABB4-9D26-0545877D2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00077"/>
          </a:xfrm>
        </p:spPr>
        <p:txBody>
          <a:bodyPr/>
          <a:lstStyle/>
          <a:p>
            <a:r>
              <a:rPr lang="en-US" dirty="0"/>
              <a:t>Weak entities</a:t>
            </a:r>
          </a:p>
          <a:p>
            <a:r>
              <a:rPr lang="en-US" dirty="0"/>
              <a:t>Specializations</a:t>
            </a:r>
          </a:p>
          <a:p>
            <a:r>
              <a:rPr lang="en-US" dirty="0"/>
              <a:t>Practice ER diagrams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10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1940-E425-EA82-8AFC-721F97210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class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82A10-F03A-076D-B7A8-BCF0F786B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Weak entity and participations </a:t>
            </a:r>
          </a:p>
          <a:p>
            <a:r>
              <a:rPr lang="en-US" dirty="0"/>
              <a:t>Solve ER question</a:t>
            </a:r>
          </a:p>
        </p:txBody>
      </p:sp>
    </p:spTree>
    <p:extLst>
      <p:ext uri="{BB962C8B-B14F-4D97-AF65-F5344CB8AC3E}">
        <p14:creationId xmlns:p14="http://schemas.microsoft.com/office/powerpoint/2010/main" val="638205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276</Words>
  <Application>Microsoft Macintosh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Q/A class before midterm</vt:lpstr>
      <vt:lpstr>Important announcement</vt:lpstr>
      <vt:lpstr>Important announcement</vt:lpstr>
      <vt:lpstr>Important announcement</vt:lpstr>
      <vt:lpstr>Tips </vt:lpstr>
      <vt:lpstr>Tips </vt:lpstr>
      <vt:lpstr>Sample question</vt:lpstr>
      <vt:lpstr>DB Intro W26 lecture</vt:lpstr>
      <vt:lpstr>ER Jan9</vt:lpstr>
      <vt:lpstr>ER Jan 14 and ER Jan16</vt:lpstr>
      <vt:lpstr>Extra class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Kazi Amit Hasan</dc:creator>
  <cp:lastModifiedBy>Kazi Amit Hasan</cp:lastModifiedBy>
  <cp:revision>4</cp:revision>
  <dcterms:created xsi:type="dcterms:W3CDTF">2026-02-13T01:37:40Z</dcterms:created>
  <dcterms:modified xsi:type="dcterms:W3CDTF">2026-02-13T05:14:56Z</dcterms:modified>
</cp:coreProperties>
</file>