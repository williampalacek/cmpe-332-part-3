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6"/>
    <p:restoredTop sz="94629"/>
  </p:normalViewPr>
  <p:slideViewPr>
    <p:cSldViewPr snapToGrid="0">
      <p:cViewPr varScale="1">
        <p:scale>
          <a:sx n="121" d="100"/>
          <a:sy n="121" d="100"/>
        </p:scale>
        <p:origin x="200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238C-3B76-A3D0-6A4F-92176A8FC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6B0EE-C4FF-776D-487F-65315B016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46C85-FC4A-F7C3-C9DA-FB21117E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15B7-1214-0047-1289-6869EA97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11354-8DAA-0826-6258-2B56003E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6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43FD-87DF-17A7-EBDD-8A2B0C70B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0A5E2-067F-AE98-2F1B-CC80427A0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0F44-3EB8-C110-060F-78CE2798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0D6EC-DB0B-42B9-F5FC-B30CCB78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A3DA9-AAA6-737F-BAB0-4263FE1A6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7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BA66-CF64-A75A-4F25-D67FA667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3F6E8-16E1-39F0-304A-5C0028C5E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4468-EB8B-FFCA-AC2D-F0CAF5C1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F92E1-0139-9717-7C0B-EF00E15B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3B55B-CA59-9A17-9DDF-760C1210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7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868F-2D48-1A8B-633E-7C2A39D1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C68EA-604D-DC6D-66D1-456279596C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3DCE4-2BC8-B6FE-7553-4B343B3FC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D4F9B-ED0B-B7B1-2243-6D7612F5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CDCA5-E918-61DA-B4F7-A99B36A7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FEFE8-C417-A4B8-5B94-482870B9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70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7AE3-C99E-5D6A-2C6B-716BB613E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9B691-6D4B-EBF4-A8E9-2D1B51DA7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7E784-C302-5CBE-AF2F-C3C9CE646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5DBD8-B2B4-8B78-99E7-6A694BF93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E04D92-B508-CF97-7936-1D2045A4E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5EC47D-8C92-15DB-80FC-67305E78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CA5B5-0262-359D-38F9-0F7B44D3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D0606-C7CA-89FB-9929-2CA3ED86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C985-FCC7-22EA-75F0-E7CD7562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7621C-8235-E56A-1D67-C92AD5CC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F7400-D337-2C68-CDE2-E1142F85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EFFFB-0987-B2EF-BAED-A44A8A4B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1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4E96CF-8136-7B46-D6EA-52C68601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2D54E-F285-5DD2-D466-222D7DAEB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C5F12-D26A-967A-7820-D63A089FA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8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FDD4-E5D4-7E08-E87C-E64DEDBB9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4082-BB7F-291E-6C37-E9605FA5B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B6CA5-B118-E77F-D217-771A01D19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9F777-4EDE-0F7D-E995-3496EE97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8A370-866B-D629-6017-CD5855FF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6BED0-150B-EB55-F167-43BF19EF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5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1179-4559-7A82-4214-78927746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B1D0A-EEE4-D5D7-6F94-757EEDCEE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1D65A-F6F8-609A-94D0-96DD18292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1BBBF-3B9A-3614-44B4-1F6743272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29EDC-2180-1BF3-364C-2A2C41D5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0187B-C70F-1142-2567-7FCE0797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78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6D19-CF37-C438-A6A6-2EE729D2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D7F7B-94FB-BE9F-8D44-C6ED701D5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8D8D-40BD-39B4-4E31-65CF2E7D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D4295-3657-6DE2-8805-17B59ED6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177CF-D6D6-D743-B14C-7D7DFC05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F556C-CB2C-6E62-6861-706BA8D92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0F605-666D-7E30-B73F-BB1A83E39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2BD12-B07F-16F9-2064-4D9A76BD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E7326-D180-BEA5-13B7-89BBDDE7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8BC88-A5AE-CA92-D2FE-B2B2154C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8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940A5-9E47-A726-CCF6-FBCBC359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857E7-B25C-0625-E8C6-C874D5721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16AB-445F-AF25-FF9F-05F8F3712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44BCB0-35AC-0542-8F22-762BE0FB3EC3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7685F-8149-47F5-E946-6E4594919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50E3A-D656-5C9B-C2A6-833CE391A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0C7FA-84B6-104A-B1BF-278F05D54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2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2E81-368B-B5BC-3CBB-DFB89F5C3D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Class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01CBE-1FA6-9942-B1F6-C497280959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880246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9231-9931-35E6-F929-E0F0699FF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0152B-2B97-0272-F518-F3B8E4F5B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April 6</a:t>
            </a:r>
            <a:r>
              <a:rPr lang="en-US" baseline="30000" dirty="0"/>
              <a:t>th</a:t>
            </a:r>
            <a:r>
              <a:rPr lang="en-US" dirty="0"/>
              <a:t> &gt;&gt; </a:t>
            </a:r>
          </a:p>
        </p:txBody>
      </p:sp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891A66E5-B397-990B-5229-FA125D712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850" y="1511925"/>
            <a:ext cx="5194300" cy="101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8EFAD3-FAE8-EF8D-F2E0-96355EA65196}"/>
              </a:ext>
            </a:extLst>
          </p:cNvPr>
          <p:cNvSpPr txBox="1"/>
          <p:nvPr/>
        </p:nvSpPr>
        <p:spPr>
          <a:xfrm>
            <a:off x="838200" y="3706813"/>
            <a:ext cx="4405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Final exam: April 12, 2026 </a:t>
            </a:r>
          </a:p>
        </p:txBody>
      </p:sp>
    </p:spTree>
    <p:extLst>
      <p:ext uri="{BB962C8B-B14F-4D97-AF65-F5344CB8AC3E}">
        <p14:creationId xmlns:p14="http://schemas.microsoft.com/office/powerpoint/2010/main" val="858966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73C0F-5B91-ADA5-8792-C4C08A973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we have covered so far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7D63C-85C6-EF18-0AA5-AA51C0580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 to Database and ER models</a:t>
            </a:r>
          </a:p>
          <a:p>
            <a:r>
              <a:rPr lang="en-US" dirty="0"/>
              <a:t>Relational models</a:t>
            </a:r>
          </a:p>
          <a:p>
            <a:r>
              <a:rPr lang="en-US" dirty="0"/>
              <a:t>Translation from ER to Relational</a:t>
            </a:r>
          </a:p>
          <a:p>
            <a:r>
              <a:rPr lang="en-US" dirty="0"/>
              <a:t>Relational Algebra</a:t>
            </a:r>
          </a:p>
          <a:p>
            <a:r>
              <a:rPr lang="en-US" dirty="0"/>
              <a:t>SQL</a:t>
            </a:r>
          </a:p>
          <a:p>
            <a:r>
              <a:rPr lang="en-US" dirty="0"/>
              <a:t>Application development</a:t>
            </a:r>
          </a:p>
          <a:p>
            <a:r>
              <a:rPr lang="en-US" dirty="0"/>
              <a:t>Storage and indexing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NoSQL</a:t>
            </a:r>
          </a:p>
        </p:txBody>
      </p:sp>
    </p:spTree>
    <p:extLst>
      <p:ext uri="{BB962C8B-B14F-4D97-AF65-F5344CB8AC3E}">
        <p14:creationId xmlns:p14="http://schemas.microsoft.com/office/powerpoint/2010/main" val="88589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00718-8B7D-0332-DDAC-50615CE7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Exam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C6F5C-E1DA-8BEC-68FC-0EDA2424C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sections</a:t>
            </a:r>
          </a:p>
          <a:p>
            <a:pPr lvl="1"/>
            <a:r>
              <a:rPr lang="en-US" dirty="0"/>
              <a:t>Multiple choice, true/false and short answers: 15 marks</a:t>
            </a:r>
          </a:p>
          <a:p>
            <a:pPr lvl="1"/>
            <a:r>
              <a:rPr lang="en-US" dirty="0"/>
              <a:t>ER diagrams: 10 marks</a:t>
            </a:r>
          </a:p>
          <a:p>
            <a:pPr lvl="1"/>
            <a:r>
              <a:rPr lang="en-US" dirty="0"/>
              <a:t>Query language: 20 marks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78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6FBD-B203-C4A1-74BC-69362123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Questions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35634E5-5F0E-3275-5BFC-5AE3C1AE1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282" y="1417171"/>
            <a:ext cx="4673600" cy="1092200"/>
          </a:xfrm>
          <a:prstGeom prst="rect">
            <a:avLst/>
          </a:prstGeom>
        </p:spPr>
      </p:pic>
      <p:pic>
        <p:nvPicPr>
          <p:cNvPr id="5" name="Content Placeholder 4" descr="A screenshot of a document&#10;&#10;AI-generated content may be incorrect.">
            <a:extLst>
              <a:ext uri="{FF2B5EF4-FFF2-40B4-BE49-F238E27FC236}">
                <a16:creationId xmlns:a16="http://schemas.microsoft.com/office/drawing/2014/main" id="{29C87287-5681-302C-2671-3850BFDC0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79750" y="2615080"/>
            <a:ext cx="60325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4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920D-1989-9EBE-2C85-E1FC02BB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MUST do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35A5B-3CE5-DA3A-77D0-BF23D9EB2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ER diagrams</a:t>
            </a:r>
          </a:p>
          <a:p>
            <a:pPr lvl="1"/>
            <a:r>
              <a:rPr lang="en-US" dirty="0"/>
              <a:t>Careful while selecting the keys</a:t>
            </a:r>
          </a:p>
          <a:p>
            <a:pPr lvl="1"/>
            <a:r>
              <a:rPr lang="en-US" dirty="0"/>
              <a:t>READ question multiple times</a:t>
            </a:r>
          </a:p>
          <a:p>
            <a:pPr lvl="1"/>
            <a:r>
              <a:rPr lang="en-US" dirty="0"/>
              <a:t>You must denote the weak entity. If you forcefully make a weak entity to strong by assuming primary key. </a:t>
            </a:r>
            <a:r>
              <a:rPr lang="en-US" dirty="0">
                <a:highlight>
                  <a:srgbClr val="FFFF00"/>
                </a:highlight>
              </a:rPr>
              <a:t>Marks will be deducted!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Careful with the shapes. </a:t>
            </a:r>
            <a:r>
              <a:rPr lang="en-US" dirty="0"/>
              <a:t>Weak entities are different than regular entities.</a:t>
            </a:r>
          </a:p>
          <a:p>
            <a:pPr lvl="1"/>
            <a:r>
              <a:rPr lang="en-US" dirty="0"/>
              <a:t>Solve all solved examples in the class again</a:t>
            </a:r>
          </a:p>
        </p:txBody>
      </p:sp>
    </p:spTree>
    <p:extLst>
      <p:ext uri="{BB962C8B-B14F-4D97-AF65-F5344CB8AC3E}">
        <p14:creationId xmlns:p14="http://schemas.microsoft.com/office/powerpoint/2010/main" val="6345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AE17A-8AB3-639A-B9E8-03789772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4996-F3CE-D0A0-2DC0-AAD960B0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MUST do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8BD12-03E5-30E7-0E10-6ACC25BA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queries:</a:t>
            </a:r>
          </a:p>
          <a:p>
            <a:pPr lvl="1"/>
            <a:r>
              <a:rPr lang="en-US" dirty="0"/>
              <a:t>Must read the questions</a:t>
            </a:r>
          </a:p>
          <a:p>
            <a:pPr lvl="1"/>
            <a:r>
              <a:rPr lang="en-US" dirty="0"/>
              <a:t>Must solve all solved problems in the class.</a:t>
            </a:r>
          </a:p>
          <a:p>
            <a:pPr lvl="1"/>
            <a:r>
              <a:rPr lang="en-US" dirty="0"/>
              <a:t>Must solve all previous year questions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43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C8591-FA83-7A4C-1862-383EF5F6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41FB-84A4-0378-53D4-45699B0A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MUST do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C67DD-420E-577F-027A-BF3327F4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Algebra:</a:t>
            </a:r>
          </a:p>
          <a:p>
            <a:pPr lvl="1"/>
            <a:r>
              <a:rPr lang="en-US" dirty="0"/>
              <a:t>Must read the questions</a:t>
            </a:r>
          </a:p>
          <a:p>
            <a:pPr lvl="1"/>
            <a:r>
              <a:rPr lang="en-US" dirty="0"/>
              <a:t>Must solve all solved problems in the class.</a:t>
            </a:r>
          </a:p>
          <a:p>
            <a:pPr lvl="1"/>
            <a:r>
              <a:rPr lang="en-US" dirty="0"/>
              <a:t>Must solve all previous year questions</a:t>
            </a:r>
          </a:p>
        </p:txBody>
      </p:sp>
    </p:spTree>
    <p:extLst>
      <p:ext uri="{BB962C8B-B14F-4D97-AF65-F5344CB8AC3E}">
        <p14:creationId xmlns:p14="http://schemas.microsoft.com/office/powerpoint/2010/main" val="1247271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B1D2-7EFE-1984-CF9F-58138642A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Must do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331EA-0037-8AAF-AB99-E24DFAC81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the ungraded assignments </a:t>
            </a:r>
          </a:p>
        </p:txBody>
      </p:sp>
      <p:pic>
        <p:nvPicPr>
          <p:cNvPr id="5" name="Picture 4" descr="A close-up of a text&#10;&#10;AI-generated content may be incorrect.">
            <a:extLst>
              <a:ext uri="{FF2B5EF4-FFF2-40B4-BE49-F238E27FC236}">
                <a16:creationId xmlns:a16="http://schemas.microsoft.com/office/drawing/2014/main" id="{F60779FC-63B6-2F64-8C21-216A24712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50" y="2603500"/>
            <a:ext cx="6769100" cy="1651000"/>
          </a:xfrm>
          <a:prstGeom prst="rect">
            <a:avLst/>
          </a:prstGeom>
        </p:spPr>
      </p:pic>
      <p:pic>
        <p:nvPicPr>
          <p:cNvPr id="7" name="Picture 6" descr="A close up of a message&#10;&#10;AI-generated content may be incorrect.">
            <a:extLst>
              <a:ext uri="{FF2B5EF4-FFF2-40B4-BE49-F238E27FC236}">
                <a16:creationId xmlns:a16="http://schemas.microsoft.com/office/drawing/2014/main" id="{A57D4A2E-2ACA-59C7-A048-616D3FD96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0" y="4504531"/>
            <a:ext cx="3708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34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0D30-E245-1795-1A33-B10F68B3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70415-AF00-DA9F-48AB-4942395D0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anyone needs any LOR in future, you can email me at </a:t>
            </a:r>
            <a:r>
              <a:rPr lang="en-US" dirty="0" err="1"/>
              <a:t>kaziamit.hasan@queensu.ca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691F6-73E9-6313-2909-12A4F3EE2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55" y="263535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17525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218</Words>
  <Application>Microsoft Macintosh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Review Class 2</vt:lpstr>
      <vt:lpstr>Upcoming schedule</vt:lpstr>
      <vt:lpstr>What we have covered so far</vt:lpstr>
      <vt:lpstr>Final Exam Format</vt:lpstr>
      <vt:lpstr>Sample Questions</vt:lpstr>
      <vt:lpstr>MUST do things</vt:lpstr>
      <vt:lpstr>MUST do things</vt:lpstr>
      <vt:lpstr>MUST do things</vt:lpstr>
      <vt:lpstr>Must do things</vt:lpstr>
      <vt:lpstr>Others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5</cp:revision>
  <dcterms:created xsi:type="dcterms:W3CDTF">2026-04-01T01:42:17Z</dcterms:created>
  <dcterms:modified xsi:type="dcterms:W3CDTF">2026-04-01T02:34:16Z</dcterms:modified>
</cp:coreProperties>
</file>