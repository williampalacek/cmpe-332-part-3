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68" r:id="rId4"/>
    <p:sldId id="269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65"/>
    <p:restoredTop sz="94640"/>
  </p:normalViewPr>
  <p:slideViewPr>
    <p:cSldViewPr snapToGrid="0">
      <p:cViewPr varScale="1">
        <p:scale>
          <a:sx n="52" d="100"/>
          <a:sy n="52" d="100"/>
        </p:scale>
        <p:origin x="192" y="3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4A46D-A9BA-EA41-9C26-B1B4F08A79B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E02D4-E2B4-C94A-8B2D-6AD0ACA5D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91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02D4-E2B4-C94A-8B2D-6AD0ACA5D4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24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C746-8400-0A19-6D23-6AF8D87B9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A723C-B681-B8A7-4FBC-65DFE8A8B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ED2B4-A664-E2AD-9045-0DEE75B0E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7CE69-CFCC-774B-A3C2-670D14EFE6A8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FAC03-5ECC-7452-9DC4-7923F614E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4973A-01D8-603B-06D3-FAACB4A7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57F3-F76F-DA4F-842F-8AA93D22F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589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7DB1-013D-BF86-D2B3-5364D644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5D104-6C50-3F71-8569-5423C76D5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A9742-523F-FDAC-75F3-D51BC60E8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7CE69-CFCC-774B-A3C2-670D14EFE6A8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0DB1A-F60A-3B5A-92F1-3A7C8A849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A3356-4809-0711-B5E6-DB4B703F8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57F3-F76F-DA4F-842F-8AA93D22F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8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0AAFF-7F43-ED28-1D5F-E124AD25A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0A8B1-F525-4381-49F2-C7BD3A68C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318ED-91C7-945D-9C68-D9DF1682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7CE69-CFCC-774B-A3C2-670D14EFE6A8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C3D68-F25B-2644-84E0-70D93FBFB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37979-6D56-4C74-ABB8-8A523EF0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57F3-F76F-DA4F-842F-8AA93D22F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51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F2AA3-887B-DD74-FCC1-F3DA887CE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46C4B-9315-A71D-7CD3-B2CE6326F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7EA43-1747-B00D-1B4E-5BB054296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B67BD-60A7-E7EA-D684-4247294F2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7CE69-CFCC-774B-A3C2-670D14EFE6A8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E3F06-A62D-8A59-6A1E-426790CA5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1C0B0-5481-4E6B-8D6A-9A88201BC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57F3-F76F-DA4F-842F-8AA93D22F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46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5D469-A540-4C34-E10F-E581A6ED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71B41-D64F-C8BF-3352-A63F8A474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0B548-E9AA-1615-2076-D4C45EF62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461987-55A7-24FA-92BF-4CA5204BF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67322B-8ADC-203B-71A1-C301CC433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AC9850-FA43-96FE-3248-965793A21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7CE69-CFCC-774B-A3C2-670D14EFE6A8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7100BB-4E0F-2EA5-DD98-F8E006F4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E05133-A4C7-AD09-7DDD-8B3E58FE7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57F3-F76F-DA4F-842F-8AA93D22F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85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07138-24E3-E798-2162-CC3AD47D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792E1-821C-A501-739F-9D9F0EDF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7CE69-CFCC-774B-A3C2-670D14EFE6A8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D9565-5B67-37D2-DCC0-4B4393F4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B1032-F90C-1D5C-1CB4-817D2287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57F3-F76F-DA4F-842F-8AA93D22F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14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4D725-4E1E-E88E-B220-D7BD8624D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7CE69-CFCC-774B-A3C2-670D14EFE6A8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2F60A-7597-39F2-6AA0-11BCF927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96557-67EB-9954-43C8-65E466AF1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57F3-F76F-DA4F-842F-8AA93D22F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21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FB1A5-8F67-2B04-F1A6-90C31F784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36617-11EF-B3A0-6D25-6FED6AA92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83551-382C-679E-1187-F453F72EB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407DE-D192-6AB6-250C-EE5DF36C2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7CE69-CFCC-774B-A3C2-670D14EFE6A8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CA0AF-9BFF-D2CC-B711-277885894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816CD-12B8-6D82-5793-76BD719E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57F3-F76F-DA4F-842F-8AA93D22F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29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3F2CA-D8B2-C80B-776E-B8A959449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073A69-1AF7-4FF9-9126-5B3A565767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87F35-349C-3D47-E250-1E11E47F6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767F9-E394-D66C-AC5C-72693ABBE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7CE69-CFCC-774B-A3C2-670D14EFE6A8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62D21-1ED1-F34B-8B4D-60615A79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865D-BC12-55D7-926B-B9485ACF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57F3-F76F-DA4F-842F-8AA93D22F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64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D8B26-41F8-274B-E075-E7E7AC87D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FABB5-CD86-2CF3-63AB-69194C2EB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94C3-DB8F-4425-E4BA-4F5A0117D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7CE69-CFCC-774B-A3C2-670D14EFE6A8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A49C2-B3F7-A77E-E2ED-5E41762FA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A4A03-E519-CFB4-FEFD-445A34330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57F3-F76F-DA4F-842F-8AA93D22F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40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CEB147-59ED-2DE6-D369-8DDB8C81CF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2F562-86C4-41E7-FAB2-C84B2DF04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7F8FA-0029-127C-A3C5-9202AE773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7CE69-CFCC-774B-A3C2-670D14EFE6A8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C9711-C793-73C3-A274-85DDECB80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2D76C-3E3E-B34A-C3A7-823A80E65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57F3-F76F-DA4F-842F-8AA93D22F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395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9CCEE2-C795-026E-015E-436669A3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16F3F-666B-B0B8-4A5D-91E169A3A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D0B9E-7EC6-6EA3-1137-DF8F178089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7CE69-CFCC-774B-A3C2-670D14EFE6A8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3919D-539A-DD33-D2A4-172A87A57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F9FAB-2EAC-A239-3908-860CB6329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457F3-F76F-DA4F-842F-8AA93D22F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87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C3053-B9A7-DCE5-3FF2-4D65B6A1B0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94C352-3EA0-09A5-CA83-5274F29E78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Kazi Amit Hasan</a:t>
            </a:r>
          </a:p>
        </p:txBody>
      </p:sp>
    </p:spTree>
    <p:extLst>
      <p:ext uri="{BB962C8B-B14F-4D97-AF65-F5344CB8AC3E}">
        <p14:creationId xmlns:p14="http://schemas.microsoft.com/office/powerpoint/2010/main" val="409481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90924-30A8-CFE5-92FE-1D7F6D9C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Always careful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505B0-223C-F615-19DD-F427F10A7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Weak entity sets</a:t>
            </a:r>
          </a:p>
          <a:p>
            <a:r>
              <a:rPr lang="en-US" dirty="0"/>
              <a:t>Relationships</a:t>
            </a:r>
          </a:p>
          <a:p>
            <a:r>
              <a:rPr lang="en-US" dirty="0"/>
              <a:t>Check for specialization constraints </a:t>
            </a:r>
          </a:p>
        </p:txBody>
      </p:sp>
    </p:spTree>
    <p:extLst>
      <p:ext uri="{BB962C8B-B14F-4D97-AF65-F5344CB8AC3E}">
        <p14:creationId xmlns:p14="http://schemas.microsoft.com/office/powerpoint/2010/main" val="440227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9C3B9-1D8A-BE29-04C1-7833697C0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8B55A-36C9-F758-FFC2-F3A11FBA6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Weak entities </a:t>
            </a:r>
            <a:r>
              <a:rPr lang="en-US" dirty="0">
                <a:highlight>
                  <a:srgbClr val="FFFF00"/>
                </a:highlight>
              </a:rPr>
              <a:t>do not have any primary key</a:t>
            </a:r>
          </a:p>
          <a:p>
            <a:r>
              <a:rPr lang="en-US" dirty="0"/>
              <a:t>They cannot be identified on their own, so they depend on some other entity (known as </a:t>
            </a:r>
            <a:r>
              <a:rPr lang="en-US" dirty="0">
                <a:highlight>
                  <a:srgbClr val="FFFF00"/>
                </a:highlight>
              </a:rPr>
              <a:t>owner entity</a:t>
            </a:r>
            <a:r>
              <a:rPr lang="en-US" dirty="0"/>
              <a:t>)</a:t>
            </a:r>
          </a:p>
          <a:p>
            <a:r>
              <a:rPr lang="en-US" dirty="0"/>
              <a:t>The weak entities </a:t>
            </a:r>
            <a:r>
              <a:rPr lang="en-US" dirty="0">
                <a:highlight>
                  <a:srgbClr val="FFFF00"/>
                </a:highlight>
              </a:rPr>
              <a:t>have total participation </a:t>
            </a:r>
            <a:r>
              <a:rPr lang="en-US" dirty="0"/>
              <a:t>constraints (existence dependency) in its identifying relationship with owner identity</a:t>
            </a:r>
          </a:p>
          <a:p>
            <a:r>
              <a:rPr lang="en-US" dirty="0"/>
              <a:t>Weak entity types have partial keys. Partial keys are set of attributes, with the help of which the tuples of weak entities can be identified and distinguished. </a:t>
            </a:r>
          </a:p>
        </p:txBody>
      </p:sp>
    </p:spTree>
    <p:extLst>
      <p:ext uri="{BB962C8B-B14F-4D97-AF65-F5344CB8AC3E}">
        <p14:creationId xmlns:p14="http://schemas.microsoft.com/office/powerpoint/2010/main" val="134819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EA74-41FA-463E-405B-FFBC4C04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(extended ER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4478C-A949-41B9-F310-EC3EECB8F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37354" cy="4351338"/>
          </a:xfrm>
        </p:spPr>
        <p:txBody>
          <a:bodyPr/>
          <a:lstStyle/>
          <a:p>
            <a:r>
              <a:rPr lang="en-CA" b="1" dirty="0"/>
              <a:t>Specialization</a:t>
            </a:r>
            <a:r>
              <a:rPr lang="en-CA" dirty="0"/>
              <a:t> focuses on dividing a general entity type, or superclass, into smaller, more specific categories called </a:t>
            </a:r>
            <a:r>
              <a:rPr lang="en-CA" b="1" dirty="0"/>
              <a:t>subclasses</a:t>
            </a:r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0F5B3C12-4784-7C98-5690-9C96A4318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554" y="1871342"/>
            <a:ext cx="5301729" cy="212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946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D04F1-8948-B7A8-3081-E19EEA8FA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215D5-51AA-4CD9-8780-59043E5CD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We will store information about pets and those who adopt them. </a:t>
            </a:r>
          </a:p>
          <a:p>
            <a:r>
              <a:rPr lang="en-CA" dirty="0"/>
              <a:t>Pets have a unique identifier, an animal type (dog, cat, guinea pig…) and we store the colour(s) of the pet. </a:t>
            </a:r>
          </a:p>
          <a:p>
            <a:r>
              <a:rPr lang="en-CA" dirty="0"/>
              <a:t>People have unique first name/last name combinations, and an address.  Pets are adopted by a sole person.</a:t>
            </a:r>
          </a:p>
          <a:p>
            <a:r>
              <a:rPr lang="en-CA" dirty="0"/>
              <a:t>People can adopt many pets.</a:t>
            </a:r>
          </a:p>
          <a:p>
            <a:r>
              <a:rPr lang="en-CA" dirty="0"/>
              <a:t>People and pets will only be in our database if they have adopted or been adopted.</a:t>
            </a:r>
          </a:p>
          <a:p>
            <a:r>
              <a:rPr lang="en-CA" dirty="0"/>
              <a:t>We keep track of the date at which the pet was adopted</a:t>
            </a:r>
          </a:p>
          <a:p>
            <a:r>
              <a:rPr lang="en-CA" dirty="0"/>
              <a:t>Pets are adopted from a shelter.  The shelter has a name, an address, a list of the types of animals that can be housed, and a total number of animals that can be housed.</a:t>
            </a:r>
          </a:p>
          <a:p>
            <a:r>
              <a:rPr lang="en-CA" dirty="0"/>
              <a:t>Only guinea pigs are weighed each day.</a:t>
            </a:r>
          </a:p>
          <a:p>
            <a:r>
              <a:rPr lang="en-CA" dirty="0"/>
              <a:t>Dogs are each assigned a dog walker at the shelter. The dog walkers have a unique identifier, a name and a phone number.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152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8BC9E-BC17-B45B-6C2E-72A5824B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45620-940A-03FA-994C-F627D91E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ECEEE-3943-0281-7FA2-03BC5E5B0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We will store information about pets and those who adopt them. </a:t>
            </a:r>
          </a:p>
          <a:p>
            <a:r>
              <a:rPr lang="en-CA" dirty="0">
                <a:highlight>
                  <a:srgbClr val="FFFF00"/>
                </a:highlight>
              </a:rPr>
              <a:t>Pets</a:t>
            </a:r>
            <a:r>
              <a:rPr lang="en-CA" dirty="0"/>
              <a:t> have a unique identifier, an animal type (dog, cat, guinea pig…) and we store the colour(s) of the pet. </a:t>
            </a:r>
          </a:p>
          <a:p>
            <a:r>
              <a:rPr lang="en-CA" dirty="0">
                <a:highlight>
                  <a:srgbClr val="FFFF00"/>
                </a:highlight>
              </a:rPr>
              <a:t>People</a:t>
            </a:r>
            <a:r>
              <a:rPr lang="en-CA" dirty="0"/>
              <a:t> have unique first name/last name combinations, and an address.  Pets are adopted by a sole person.</a:t>
            </a:r>
          </a:p>
          <a:p>
            <a:r>
              <a:rPr lang="en-CA" dirty="0"/>
              <a:t>People can adopt many pets.</a:t>
            </a:r>
          </a:p>
          <a:p>
            <a:r>
              <a:rPr lang="en-CA" dirty="0"/>
              <a:t>People and pets will only be in our database if they have adopted or been adopted.</a:t>
            </a:r>
          </a:p>
          <a:p>
            <a:r>
              <a:rPr lang="en-CA" dirty="0"/>
              <a:t>We keep track of the date at which the pet was adopted</a:t>
            </a:r>
          </a:p>
          <a:p>
            <a:r>
              <a:rPr lang="en-CA" dirty="0"/>
              <a:t>Pets are adopted from a </a:t>
            </a:r>
            <a:r>
              <a:rPr lang="en-CA" dirty="0">
                <a:highlight>
                  <a:srgbClr val="FFFF00"/>
                </a:highlight>
              </a:rPr>
              <a:t>shelter</a:t>
            </a:r>
            <a:r>
              <a:rPr lang="en-CA" dirty="0"/>
              <a:t>.  The shelter has a name, an address, a list of the types of animals that can be housed, and a total number of animals that can be housed.</a:t>
            </a:r>
          </a:p>
          <a:p>
            <a:r>
              <a:rPr lang="en-CA" dirty="0"/>
              <a:t>Only guinea pigs </a:t>
            </a:r>
            <a:r>
              <a:rPr lang="en-CA" dirty="0">
                <a:highlight>
                  <a:srgbClr val="FFFF00"/>
                </a:highlight>
              </a:rPr>
              <a:t>are weighed each day</a:t>
            </a:r>
            <a:r>
              <a:rPr lang="en-CA" dirty="0"/>
              <a:t>.</a:t>
            </a:r>
          </a:p>
          <a:p>
            <a:r>
              <a:rPr lang="en-CA" dirty="0"/>
              <a:t>Dogs are each assigned a dog walker at the shelter. The dog </a:t>
            </a:r>
            <a:r>
              <a:rPr lang="en-CA" dirty="0">
                <a:highlight>
                  <a:srgbClr val="FFFF00"/>
                </a:highlight>
              </a:rPr>
              <a:t>walkers</a:t>
            </a:r>
            <a:r>
              <a:rPr lang="en-CA" dirty="0"/>
              <a:t> have a unique identifier, a name and a phone number.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576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214EC-812E-635D-95DA-612075FFF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entity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D6E96-48D5-1B45-5824-D714F0D35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Pets:</a:t>
            </a:r>
          </a:p>
          <a:p>
            <a:r>
              <a:rPr lang="en-US" dirty="0"/>
              <a:t>People:</a:t>
            </a:r>
          </a:p>
          <a:p>
            <a:r>
              <a:rPr lang="en-US" dirty="0"/>
              <a:t>Shelter:</a:t>
            </a:r>
          </a:p>
          <a:p>
            <a:r>
              <a:rPr lang="en-US" dirty="0"/>
              <a:t>Walker:</a:t>
            </a:r>
          </a:p>
          <a:p>
            <a:r>
              <a:rPr lang="en-US" dirty="0"/>
              <a:t>Weight:</a:t>
            </a:r>
          </a:p>
        </p:txBody>
      </p:sp>
    </p:spTree>
    <p:extLst>
      <p:ext uri="{BB962C8B-B14F-4D97-AF65-F5344CB8AC3E}">
        <p14:creationId xmlns:p14="http://schemas.microsoft.com/office/powerpoint/2010/main" val="216209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0107C-D315-42AD-D0CD-F6E2269C3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relevant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EF199-ED37-BA60-365D-2912225B0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Pets: ID, type, color(s)</a:t>
            </a:r>
          </a:p>
          <a:p>
            <a:r>
              <a:rPr lang="en-US" dirty="0"/>
              <a:t>People: </a:t>
            </a:r>
            <a:r>
              <a:rPr lang="en-CA" dirty="0"/>
              <a:t>unique first name/last name combinations, and an address</a:t>
            </a:r>
            <a:endParaRPr lang="en-US" dirty="0"/>
          </a:p>
          <a:p>
            <a:r>
              <a:rPr lang="en-US" dirty="0"/>
              <a:t>Shelter:</a:t>
            </a:r>
            <a:r>
              <a:rPr lang="en-CA" dirty="0"/>
              <a:t>a name, an address, a list of the types of animals </a:t>
            </a:r>
            <a:endParaRPr lang="en-US" dirty="0"/>
          </a:p>
          <a:p>
            <a:r>
              <a:rPr lang="en-US" dirty="0"/>
              <a:t>Walker: </a:t>
            </a:r>
            <a:r>
              <a:rPr lang="en-CA" dirty="0"/>
              <a:t>unique identifier, a name and a phone number.</a:t>
            </a:r>
            <a:endParaRPr lang="en-US" dirty="0"/>
          </a:p>
          <a:p>
            <a:r>
              <a:rPr lang="en-US" dirty="0"/>
              <a:t>Weight</a:t>
            </a:r>
          </a:p>
        </p:txBody>
      </p:sp>
    </p:spTree>
    <p:extLst>
      <p:ext uri="{BB962C8B-B14F-4D97-AF65-F5344CB8AC3E}">
        <p14:creationId xmlns:p14="http://schemas.microsoft.com/office/powerpoint/2010/main" val="235760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354C-A256-513C-CFDD-8A431A50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primary keys (and any other keys)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802F4-5447-DABB-A3D8-73521B042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Pets: </a:t>
            </a:r>
            <a:r>
              <a:rPr lang="en-US" b="1" dirty="0"/>
              <a:t>ID</a:t>
            </a:r>
            <a:r>
              <a:rPr lang="en-US" dirty="0"/>
              <a:t>, type, color</a:t>
            </a:r>
          </a:p>
          <a:p>
            <a:r>
              <a:rPr lang="en-US" dirty="0"/>
              <a:t>People: </a:t>
            </a:r>
            <a:r>
              <a:rPr lang="en-CA" b="1" dirty="0"/>
              <a:t>unique</a:t>
            </a:r>
            <a:r>
              <a:rPr lang="en-CA" dirty="0"/>
              <a:t> first name/last name combinations, and an address</a:t>
            </a:r>
            <a:endParaRPr lang="en-US" dirty="0"/>
          </a:p>
          <a:p>
            <a:r>
              <a:rPr lang="en-US" dirty="0"/>
              <a:t>Shelter:</a:t>
            </a:r>
            <a:r>
              <a:rPr lang="en-CA" dirty="0"/>
              <a:t>a </a:t>
            </a:r>
            <a:r>
              <a:rPr lang="en-CA" b="1" dirty="0"/>
              <a:t>name</a:t>
            </a:r>
            <a:r>
              <a:rPr lang="en-CA" dirty="0"/>
              <a:t>, an address, a list of the types of animals </a:t>
            </a:r>
            <a:endParaRPr lang="en-US" dirty="0"/>
          </a:p>
          <a:p>
            <a:r>
              <a:rPr lang="en-US" dirty="0"/>
              <a:t>Walker: </a:t>
            </a:r>
            <a:r>
              <a:rPr lang="en-CA" b="1" dirty="0"/>
              <a:t>unique</a:t>
            </a:r>
            <a:r>
              <a:rPr lang="en-CA" dirty="0"/>
              <a:t> identifier, a name and a phone number.</a:t>
            </a:r>
            <a:endParaRPr lang="en-US" dirty="0"/>
          </a:p>
          <a:p>
            <a:r>
              <a:rPr lang="en-US" dirty="0"/>
              <a:t>Weight:</a:t>
            </a:r>
          </a:p>
        </p:txBody>
      </p:sp>
    </p:spTree>
    <p:extLst>
      <p:ext uri="{BB962C8B-B14F-4D97-AF65-F5344CB8AC3E}">
        <p14:creationId xmlns:p14="http://schemas.microsoft.com/office/powerpoint/2010/main" val="82856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B0DF-7009-8469-ED01-83ABE0E36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CECB-58DB-1661-6957-CA1762AC4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1800" dirty="0"/>
              <a:t>Pets have a unique identifier, an animal type (dog, cat, guinea pig…) and we store the colour(s) of the pet. </a:t>
            </a:r>
          </a:p>
          <a:p>
            <a:r>
              <a:rPr lang="en-CA" sz="1800" dirty="0"/>
              <a:t>People have unique first name/last name combinations, and an address.  Pets are adopted by a sole person.</a:t>
            </a:r>
          </a:p>
          <a:p>
            <a:r>
              <a:rPr lang="en-CA" sz="1800" dirty="0"/>
              <a:t>People and pets will only be in our database if they have adopted or been adopted.</a:t>
            </a:r>
          </a:p>
          <a:p>
            <a:r>
              <a:rPr lang="en-CA" sz="1800" dirty="0"/>
              <a:t>We keep track of the date at which the pet was adopted</a:t>
            </a:r>
          </a:p>
          <a:p>
            <a:endParaRPr lang="en-CA" sz="1800" dirty="0"/>
          </a:p>
          <a:p>
            <a:endParaRPr lang="en-CA" sz="1800" dirty="0"/>
          </a:p>
          <a:p>
            <a:pPr marL="0" indent="0">
              <a:buNone/>
            </a:pPr>
            <a:br>
              <a:rPr lang="en-CA" sz="1800" dirty="0"/>
            </a:b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3E4C6E-E92D-BEF3-15FB-8D8F67CA34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01" r="15259"/>
          <a:stretch>
            <a:fillRect/>
          </a:stretch>
        </p:blipFill>
        <p:spPr>
          <a:xfrm rot="16200000">
            <a:off x="4739898" y="1576954"/>
            <a:ext cx="2402237" cy="777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A04D3-BCD9-D6D3-EA38-D4A480742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E76A4-B733-3094-72BB-3C5C5C13F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2004-C735-B731-9307-C53ED4C49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1800" dirty="0"/>
              <a:t>Pets are adopted from a </a:t>
            </a:r>
            <a:r>
              <a:rPr lang="en-CA" sz="1800" dirty="0">
                <a:highlight>
                  <a:srgbClr val="FFFF00"/>
                </a:highlight>
              </a:rPr>
              <a:t>shelter</a:t>
            </a:r>
            <a:r>
              <a:rPr lang="en-CA" sz="1800" dirty="0"/>
              <a:t>.  The shelter has a name, an address, a list of the types of animals that can be housed, and a total number of animals that can be housed.</a:t>
            </a:r>
            <a:br>
              <a:rPr lang="en-CA" sz="1800" dirty="0"/>
            </a:b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3FC4B7-0369-2DA3-3756-BD5272C5E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755718" y="1406896"/>
            <a:ext cx="4223750" cy="636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6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563A3-7A06-1B20-3B0D-AE18483E5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A50C-EB1D-425E-3686-1629414A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708" y="0"/>
            <a:ext cx="10515600" cy="1325563"/>
          </a:xfrm>
        </p:spPr>
        <p:txBody>
          <a:bodyPr/>
          <a:lstStyle/>
          <a:p>
            <a:r>
              <a:rPr lang="en-US" dirty="0"/>
              <a:t>Identify the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BD124-A035-C1CC-023E-ABD0F5EB6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27" y="1733550"/>
            <a:ext cx="3501325" cy="4351338"/>
          </a:xfrm>
        </p:spPr>
        <p:txBody>
          <a:bodyPr>
            <a:normAutofit/>
          </a:bodyPr>
          <a:lstStyle/>
          <a:p>
            <a:r>
              <a:rPr lang="en-CA" sz="1800" dirty="0"/>
              <a:t>Only guinea pigs are weighed each day.</a:t>
            </a:r>
          </a:p>
          <a:p>
            <a:r>
              <a:rPr lang="en-CA" sz="1800" dirty="0"/>
              <a:t>Dogs are each assigned a dog walker at the shelter. The dog </a:t>
            </a:r>
            <a:r>
              <a:rPr lang="en-CA" sz="1800" dirty="0">
                <a:highlight>
                  <a:srgbClr val="FFFF00"/>
                </a:highlight>
              </a:rPr>
              <a:t>walkers</a:t>
            </a:r>
            <a:r>
              <a:rPr lang="en-CA" sz="1800" dirty="0"/>
              <a:t> have a unique identifier, a name and a phone number.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2E7AF9-BF95-3C05-48B8-0D5314D48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510003" y="-109047"/>
            <a:ext cx="5431445" cy="77723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EB8F49-EBC6-6B47-8183-CCFF9123AD28}"/>
              </a:ext>
            </a:extLst>
          </p:cNvPr>
          <p:cNvSpPr txBox="1"/>
          <p:nvPr/>
        </p:nvSpPr>
        <p:spPr>
          <a:xfrm>
            <a:off x="1007390" y="5455403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Specialization</a:t>
            </a:r>
          </a:p>
        </p:txBody>
      </p:sp>
    </p:spTree>
    <p:extLst>
      <p:ext uri="{BB962C8B-B14F-4D97-AF65-F5344CB8AC3E}">
        <p14:creationId xmlns:p14="http://schemas.microsoft.com/office/powerpoint/2010/main" val="3430175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679D3-4B5B-B205-8BD6-58A3CFE3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CAD39-01A9-F6DC-A155-946F14414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473461" y="-182802"/>
            <a:ext cx="5618135" cy="803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35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761</Words>
  <Application>Microsoft Macintosh PowerPoint</Application>
  <PresentationFormat>Widescreen</PresentationFormat>
  <Paragraphs>67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ER Modeling</vt:lpstr>
      <vt:lpstr>Always careful about</vt:lpstr>
      <vt:lpstr>Weak Entities</vt:lpstr>
      <vt:lpstr>Specialization (extended ER model)</vt:lpstr>
      <vt:lpstr>Question</vt:lpstr>
      <vt:lpstr>Question</vt:lpstr>
      <vt:lpstr>Identify the entity sets</vt:lpstr>
      <vt:lpstr>Identify the relevant attributes</vt:lpstr>
      <vt:lpstr>Identify the primary keys (and any other keys) </vt:lpstr>
      <vt:lpstr>Identify the relationships</vt:lpstr>
      <vt:lpstr>Identify the relationships</vt:lpstr>
      <vt:lpstr>Identify the relationships</vt:lpstr>
      <vt:lpstr>Final 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 Amit Hasan</dc:creator>
  <cp:lastModifiedBy>Kazi Amit Hasan</cp:lastModifiedBy>
  <cp:revision>5</cp:revision>
  <dcterms:created xsi:type="dcterms:W3CDTF">2026-01-16T01:45:55Z</dcterms:created>
  <dcterms:modified xsi:type="dcterms:W3CDTF">2026-01-16T04:35:10Z</dcterms:modified>
</cp:coreProperties>
</file>