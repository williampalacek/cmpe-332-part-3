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70"/>
    <p:restoredTop sz="94656"/>
  </p:normalViewPr>
  <p:slideViewPr>
    <p:cSldViewPr snapToGrid="0">
      <p:cViewPr varScale="1">
        <p:scale>
          <a:sx n="79" d="100"/>
          <a:sy n="79" d="100"/>
        </p:scale>
        <p:origin x="232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DAE4-E74E-9463-5732-CB03D0CDD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DC2B4-BD35-D174-A1C4-3813E0CB6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3EA77-B055-99FA-3057-83E5E450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3797A-B0CB-54BB-0311-2AAF3100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1CCF6-7BF3-7B46-7164-9B4C2BBB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55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C4C40-2C73-B191-92B8-2154CFA1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CDE89-48CB-BE9F-A359-511D17552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D5590-8517-887D-30C1-EB19AB94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4621A-F19D-0122-CC32-6928D3EAC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4088-46EE-770B-00EC-8DC3337D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80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6026-5A91-C9E9-D6AD-AD5D9CE4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3EB59-9F6D-2479-E4A4-6D4852AD8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03D6B-DA99-FE99-ABB8-3E281E3A8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3A5D9-D8EF-B659-2B4B-6E0ADE1E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B67DC-E282-7E09-228B-D783AA16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3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7AF3-13A5-6AC3-0796-10263FFC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5CEF1-40F7-0CDF-9880-07D6B9DAB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56B22-ADCF-8D2D-F800-870D96F2E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C6121-9E23-0115-789B-B029BDCBE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CED90-446A-D623-71A9-C30A99A1F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0FD83-FAC1-C601-71DD-67AE5893D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4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AECE-7021-51BE-262A-D92F9CCD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9B5BD-AEF1-B51F-F7CE-31CB2814D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23C9A-EA90-1E66-3F34-667D40DE4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8E305C-05D0-3079-B8A6-2622582FE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DFFC41-AF3A-410A-BE12-6DCD08C2F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2B24F-FA37-78B5-6902-6BC94824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16AE1C-6B37-84A9-3AFD-17F94E1A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52F03-2209-1CCC-3AD3-01F44D41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5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461B-487D-0CD9-2A98-E9F58227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29246-841E-E69C-0A73-C85A0828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0DD64-501D-6E3E-3319-146EB57C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B0EF-1B09-E544-6742-0983FAD0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CDC0BF-5BC2-4951-B33F-E8161EA5C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0125C5-FFE3-3120-D042-BBDE5CF2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1E7AD-30B2-BCE3-650B-57CF69206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3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52E7-9C3C-4840-DBD7-B669DA89A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0638-E7ED-DE4A-742C-34BE00F34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A1DEF-93D5-AD8A-5E56-481F68797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5E178-3646-8020-CF69-302E5A01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1ACE8-3015-92C6-6246-733F64D2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DEF33-FB18-B6D7-B060-82C21414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1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E8B0-CD47-94FB-E234-186A99F5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D17801-99BD-E556-B762-5DC363C8C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7D65-BD52-E7C2-A8AD-59A37BCFF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70185-E309-E651-188F-E8A163AF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9B5F8-88BE-1765-EAAB-CB0F392B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5DE48-E0DF-38F1-5852-2968EC2B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7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25162-A75B-350E-0E65-3B183A90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75120-20FC-7303-C9FE-E1ECEE058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D36AD-65CE-842D-CF25-BE2CA81F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27892-918C-AC35-0276-3EA34C92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84C93-E9AA-B8AF-D82C-2A0E0F27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1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05A24F-AF3F-0C24-2632-47769AD9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5DB1C-D5F0-9A29-5748-2A0B40583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4C18A-1AEE-CE90-AC02-5566BB99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A7669-0B15-B825-413A-45AC1EDF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B045B-83B6-163D-FAAA-2CA2870E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0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FD044-691D-4376-A48F-CFAB5E0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E7277-8BB4-47CF-D4B7-B8CFE5675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5113A-7756-6A1B-1B5E-8E464B73D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B3490-2B4F-744A-B36C-EE10833BB06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5A9AF-3309-3829-8986-B5E357FD0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B6FA2-82DE-5EEF-B382-A6C8E163C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46C0B-962E-8C4F-9864-52627214F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4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eUEeHX_8Xo" TargetMode="External"/><Relationship Id="rId2" Type="http://schemas.openxmlformats.org/officeDocument/2006/relationships/hyperlink" Target="https://www.youtube.com/watch?v=TH0swGFzFx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5D51-3098-5AFE-789E-06AA6214DF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BAF31-1FC4-7820-A1C6-59383CEA88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196860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49CC-BB3D-2AA0-9CB5-642C62A10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(Part 3)</a:t>
            </a:r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A9AFFD05-CAB8-8912-B34C-B8B368CCA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434"/>
          <a:stretch>
            <a:fillRect/>
          </a:stretch>
        </p:blipFill>
        <p:spPr>
          <a:xfrm>
            <a:off x="6550804" y="636813"/>
            <a:ext cx="5641196" cy="585606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F067AA-519D-56FE-D5A9-1CD72538D425}"/>
              </a:ext>
            </a:extLst>
          </p:cNvPr>
          <p:cNvSpPr txBox="1"/>
          <p:nvPr/>
        </p:nvSpPr>
        <p:spPr>
          <a:xfrm>
            <a:off x="838200" y="1877786"/>
            <a:ext cx="40168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Doesn’t need to be flashy</a:t>
            </a:r>
          </a:p>
          <a:p>
            <a:pPr marL="285750" indent="-285750">
              <a:buFontTx/>
              <a:buChar char="-"/>
            </a:pPr>
            <a:r>
              <a:rPr lang="en-US" dirty="0"/>
              <a:t>Functionality is the key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should use PHP 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application must support the mentioned items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must use PDO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44830-3D5A-2C2D-C0B9-3FAAE5BD742B}"/>
              </a:ext>
            </a:extLst>
          </p:cNvPr>
          <p:cNvSpPr txBox="1"/>
          <p:nvPr/>
        </p:nvSpPr>
        <p:spPr>
          <a:xfrm>
            <a:off x="838200" y="4180114"/>
            <a:ext cx="58728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Deliverables:</a:t>
            </a:r>
          </a:p>
          <a:p>
            <a:pPr marL="285750" indent="-285750">
              <a:buFontTx/>
              <a:buChar char="-"/>
            </a:pPr>
            <a:r>
              <a:rPr lang="en-US" dirty="0">
                <a:highlight>
                  <a:srgbClr val="FFFF00"/>
                </a:highlight>
              </a:rPr>
              <a:t>3-5 min video</a:t>
            </a:r>
            <a:r>
              <a:rPr lang="en-US" dirty="0"/>
              <a:t> which show all the functionality and demonstrate that your program works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should walk through the functionality. </a:t>
            </a:r>
          </a:p>
          <a:p>
            <a:pPr marL="285750" indent="-285750">
              <a:buFontTx/>
              <a:buChar char="-"/>
            </a:pPr>
            <a:r>
              <a:rPr lang="en-US" dirty="0">
                <a:highlight>
                  <a:srgbClr val="FFFF00"/>
                </a:highlight>
              </a:rPr>
              <a:t>Zip all your codes and submit in </a:t>
            </a:r>
            <a:r>
              <a:rPr lang="en-US" dirty="0" err="1">
                <a:highlight>
                  <a:srgbClr val="FFFF00"/>
                </a:highlight>
              </a:rPr>
              <a:t>onq</a:t>
            </a:r>
            <a:endParaRPr lang="en-US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highlight>
                  <a:srgbClr val="FFFF00"/>
                </a:highlight>
              </a:rPr>
              <a:t>Scirpt</a:t>
            </a:r>
            <a:r>
              <a:rPr lang="en-US" dirty="0">
                <a:highlight>
                  <a:srgbClr val="FFFF00"/>
                </a:highlight>
              </a:rPr>
              <a:t> that you use for creating DB and loading  data</a:t>
            </a:r>
          </a:p>
        </p:txBody>
      </p:sp>
    </p:spTree>
    <p:extLst>
      <p:ext uri="{BB962C8B-B14F-4D97-AF65-F5344CB8AC3E}">
        <p14:creationId xmlns:p14="http://schemas.microsoft.com/office/powerpoint/2010/main" val="1271625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EE8BC-6F23-84CE-A538-8C417967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(Part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47BB-1FE0-9748-231F-D423B371F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1: </a:t>
            </a:r>
            <a:r>
              <a:rPr lang="en-US" dirty="0">
                <a:hlinkClick r:id="rId2"/>
              </a:rPr>
              <a:t>https://www.youtube.com/watch?v=TH0swGFzFxA</a:t>
            </a:r>
            <a:endParaRPr lang="en-US" dirty="0"/>
          </a:p>
          <a:p>
            <a:r>
              <a:rPr lang="en-US" dirty="0"/>
              <a:t>Reference 2: </a:t>
            </a:r>
            <a:r>
              <a:rPr lang="en-US" dirty="0">
                <a:hlinkClick r:id="rId3"/>
              </a:rPr>
              <a:t>https://www.youtube.com/watch?v=PeUEeHX_8Xo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137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DC32-7D2D-F476-29A4-2ED844371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we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97592-6F37-D57E-6CFD-EA7FED9D9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PHP</a:t>
            </a:r>
          </a:p>
        </p:txBody>
      </p:sp>
    </p:spTree>
    <p:extLst>
      <p:ext uri="{BB962C8B-B14F-4D97-AF65-F5344CB8AC3E}">
        <p14:creationId xmlns:p14="http://schemas.microsoft.com/office/powerpoint/2010/main" val="172428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AA32-A29A-B54F-4406-DC64FB24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EF3C-260D-83BA-9C05-08E18BE41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800" cy="4351338"/>
          </a:xfrm>
        </p:spPr>
        <p:txBody>
          <a:bodyPr/>
          <a:lstStyle/>
          <a:p>
            <a:r>
              <a:rPr lang="en-US" dirty="0"/>
              <a:t>Tutorial by Wendy Powley in </a:t>
            </a:r>
            <a:r>
              <a:rPr lang="en-US" dirty="0" err="1"/>
              <a:t>OnQ</a:t>
            </a:r>
            <a:endParaRPr lang="en-US" dirty="0"/>
          </a:p>
          <a:p>
            <a:r>
              <a:rPr lang="en-US" dirty="0"/>
              <a:t>W3 school resources</a:t>
            </a:r>
          </a:p>
          <a:p>
            <a:r>
              <a:rPr lang="en-US" dirty="0"/>
              <a:t>Sample project (different) </a:t>
            </a:r>
          </a:p>
          <a:p>
            <a:endParaRPr lang="en-US" dirty="0"/>
          </a:p>
        </p:txBody>
      </p:sp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2B563D01-9ADA-89A5-7430-6A04E4E52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966" y="1003981"/>
            <a:ext cx="5983342" cy="517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9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64CC-9105-E051-27FF-C1060F28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agenda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F5F6044-8D07-4F92-D54C-6515E784D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7578" y="1825625"/>
            <a:ext cx="6736843" cy="4351338"/>
          </a:xfrm>
        </p:spPr>
      </p:pic>
    </p:spTree>
    <p:extLst>
      <p:ext uri="{BB962C8B-B14F-4D97-AF65-F5344CB8AC3E}">
        <p14:creationId xmlns:p14="http://schemas.microsoft.com/office/powerpoint/2010/main" val="378910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2367-6826-EC6A-BA8F-872AF054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Application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C642-DD7F-9E29-A23A-329B56221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 have learned?</a:t>
            </a:r>
          </a:p>
          <a:p>
            <a:pPr lvl="1"/>
            <a:r>
              <a:rPr lang="en-US" dirty="0"/>
              <a:t>Design a database</a:t>
            </a:r>
          </a:p>
          <a:p>
            <a:pPr lvl="1"/>
            <a:r>
              <a:rPr lang="en-US" dirty="0"/>
              <a:t>Build a database</a:t>
            </a:r>
          </a:p>
          <a:p>
            <a:pPr lvl="1"/>
            <a:r>
              <a:rPr lang="en-US" dirty="0"/>
              <a:t>Add/update in database</a:t>
            </a:r>
          </a:p>
          <a:p>
            <a:pPr lvl="1"/>
            <a:r>
              <a:rPr lang="en-US" dirty="0"/>
              <a:t>Write </a:t>
            </a:r>
            <a:r>
              <a:rPr lang="en-US" dirty="0" err="1"/>
              <a:t>sql</a:t>
            </a:r>
            <a:r>
              <a:rPr lang="en-US" dirty="0"/>
              <a:t> queries </a:t>
            </a:r>
          </a:p>
          <a:p>
            <a:r>
              <a:rPr lang="en-US" dirty="0"/>
              <a:t>Databases are accessed via application programs </a:t>
            </a:r>
          </a:p>
        </p:txBody>
      </p:sp>
    </p:spTree>
    <p:extLst>
      <p:ext uri="{BB962C8B-B14F-4D97-AF65-F5344CB8AC3E}">
        <p14:creationId xmlns:p14="http://schemas.microsoft.com/office/powerpoint/2010/main" val="384886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B07E-1229-7DCF-BEB5-F071E19E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6776E-B336-0777-FD6E-44CC6FB06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ATM machines</a:t>
            </a:r>
          </a:p>
          <a:p>
            <a:r>
              <a:rPr lang="en-US" dirty="0"/>
              <a:t>SOLUS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09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7023-76D0-D0E3-B423-BBBBDD75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of application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00353-8308-AAB8-FB4B-4AF7EFB4B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 end (user interface)</a:t>
            </a:r>
          </a:p>
          <a:p>
            <a:r>
              <a:rPr lang="en-US" dirty="0"/>
              <a:t>Back end (the communication with the database)</a:t>
            </a:r>
          </a:p>
          <a:p>
            <a:r>
              <a:rPr lang="en-US" dirty="0"/>
              <a:t>Middle layer (business logic)</a:t>
            </a:r>
          </a:p>
        </p:txBody>
      </p:sp>
    </p:spTree>
    <p:extLst>
      <p:ext uri="{BB962C8B-B14F-4D97-AF65-F5344CB8AC3E}">
        <p14:creationId xmlns:p14="http://schemas.microsoft.com/office/powerpoint/2010/main" val="965887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741DB-0636-C116-E1B9-7AA30140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2C84B-B565-1BF9-FB2F-E82B6E03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Historically database applications ran on large mainframe computers </a:t>
            </a:r>
          </a:p>
          <a:p>
            <a:r>
              <a:rPr lang="en-CA" dirty="0"/>
              <a:t>database accesses were made through programming language APIs or by embedding SQL within the code itself</a:t>
            </a:r>
          </a:p>
          <a:p>
            <a:r>
              <a:rPr lang="en-CA" dirty="0"/>
              <a:t>We are not covering embedded </a:t>
            </a:r>
            <a:r>
              <a:rPr lang="en-CA" dirty="0" err="1"/>
              <a:t>sql</a:t>
            </a:r>
            <a:r>
              <a:rPr lang="en-CA" dirty="0"/>
              <a:t> concept in this course.</a:t>
            </a:r>
          </a:p>
          <a:p>
            <a:r>
              <a:rPr lang="en-US" dirty="0"/>
              <a:t>Popular methods of database access:</a:t>
            </a:r>
          </a:p>
          <a:p>
            <a:pPr lvl="1"/>
            <a:r>
              <a:rPr lang="en-US" dirty="0"/>
              <a:t>JDBC (Java database connectivity)</a:t>
            </a:r>
          </a:p>
          <a:p>
            <a:pPr lvl="1"/>
            <a:r>
              <a:rPr lang="en-US" dirty="0"/>
              <a:t>ODBC (Open database connectivity)</a:t>
            </a:r>
          </a:p>
        </p:txBody>
      </p:sp>
    </p:spTree>
    <p:extLst>
      <p:ext uri="{BB962C8B-B14F-4D97-AF65-F5344CB8AC3E}">
        <p14:creationId xmlns:p14="http://schemas.microsoft.com/office/powerpoint/2010/main" val="3763154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D8DC-7015-4886-DC00-9D18F30C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BEFF2-793E-1F1A-92DA-70ADC8176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JDBC is an API for Java which allows for database access from within a Java program.</a:t>
            </a:r>
          </a:p>
          <a:p>
            <a:r>
              <a:rPr lang="en-CA" dirty="0"/>
              <a:t>ODBC was a standard developed by Microsoft and Simba Technologies during the early 1990s</a:t>
            </a:r>
          </a:p>
          <a:p>
            <a:pPr lvl="1"/>
            <a:r>
              <a:rPr lang="en-CA" dirty="0"/>
              <a:t>provides a standard programming API that allows any type of database management system to be accessed via a program</a:t>
            </a:r>
          </a:p>
          <a:p>
            <a:pPr lvl="1"/>
            <a:r>
              <a:rPr lang="en-CA" dirty="0"/>
              <a:t> provides DBMS independence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101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C802-C57D-C3DC-4FD4-72C3D2A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73281-7D44-47EC-E479-5C0B7AD74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dirty="0" err="1"/>
              <a:t>defacto</a:t>
            </a:r>
            <a:r>
              <a:rPr lang="en-CA" dirty="0"/>
              <a:t> standard for database access now (and in the past 15 years or so) is via a Web application</a:t>
            </a:r>
          </a:p>
          <a:p>
            <a:r>
              <a:rPr lang="en-CA" dirty="0"/>
              <a:t>Web browsers are now the universal front end connecting to a back-end database via the internet.  </a:t>
            </a:r>
          </a:p>
          <a:p>
            <a:r>
              <a:rPr lang="en-CA" dirty="0"/>
              <a:t>Browsers use a standard syntax, HTML which supports pretty displays of information and form-based interfaces to gather information from the users.</a:t>
            </a:r>
          </a:p>
          <a:p>
            <a:r>
              <a:rPr lang="en-CA" dirty="0"/>
              <a:t>Also fancy front ends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545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F89A-3B3D-7130-6771-812A5BEF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102F5-BC18-0422-E0B9-8555ACB0F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about </a:t>
            </a:r>
          </a:p>
          <a:p>
            <a:pPr lvl="1"/>
            <a:r>
              <a:rPr lang="en-US" dirty="0"/>
              <a:t>Web fundamentals</a:t>
            </a:r>
          </a:p>
          <a:p>
            <a:pPr lvl="1"/>
            <a:r>
              <a:rPr lang="en-US" dirty="0"/>
              <a:t>HTML, CSS, JS, PHD</a:t>
            </a:r>
          </a:p>
        </p:txBody>
      </p:sp>
    </p:spTree>
    <p:extLst>
      <p:ext uri="{BB962C8B-B14F-4D97-AF65-F5344CB8AC3E}">
        <p14:creationId xmlns:p14="http://schemas.microsoft.com/office/powerpoint/2010/main" val="172972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388</Words>
  <Application>Microsoft Macintosh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Application Development</vt:lpstr>
      <vt:lpstr>Web Application (Part 3)</vt:lpstr>
      <vt:lpstr>Web Application (Part 3)</vt:lpstr>
      <vt:lpstr>Things we will learn</vt:lpstr>
      <vt:lpstr>Learning Materials</vt:lpstr>
      <vt:lpstr>This week’s agenda</vt:lpstr>
      <vt:lpstr>Introduction to Application Programming</vt:lpstr>
      <vt:lpstr>Examples</vt:lpstr>
      <vt:lpstr>Component of application program</vt:lpstr>
      <vt:lpstr>PowerPoint Presentation</vt:lpstr>
      <vt:lpstr>PowerPoint Presentation</vt:lpstr>
      <vt:lpstr>PowerPoint Presentation</vt:lpstr>
      <vt:lpstr>Next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1</cp:revision>
  <dcterms:created xsi:type="dcterms:W3CDTF">2026-03-02T01:58:22Z</dcterms:created>
  <dcterms:modified xsi:type="dcterms:W3CDTF">2026-03-02T03:19:42Z</dcterms:modified>
</cp:coreProperties>
</file>