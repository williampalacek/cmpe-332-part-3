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92" r:id="rId3"/>
    <p:sldId id="293" r:id="rId4"/>
    <p:sldId id="294" r:id="rId5"/>
    <p:sldId id="295" r:id="rId6"/>
    <p:sldId id="297" r:id="rId7"/>
    <p:sldId id="298" r:id="rId8"/>
    <p:sldId id="299" r:id="rId9"/>
    <p:sldId id="301" r:id="rId10"/>
    <p:sldId id="300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431B1-FDF5-4661-9DAB-15848A79ACBC}" v="60" dt="2026-03-17T22:46:49.323"/>
    <p1510:client id="{E737C900-F6FE-4893-BD35-C71A9EF2B845}" v="43" dt="2026-03-18T13:17:59.8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68773" autoAdjust="0"/>
  </p:normalViewPr>
  <p:slideViewPr>
    <p:cSldViewPr snapToGrid="0">
      <p:cViewPr varScale="1">
        <p:scale>
          <a:sx n="43" d="100"/>
          <a:sy n="43" d="100"/>
        </p:scale>
        <p:origin x="160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fi Shah" userId="4414e0c9-c483-4652-8869-865ebf3968f3" providerId="ADAL" clId="{8FF6447F-DA10-4C83-ACAB-50DDCC3F94AB}"/>
    <pc:docChg chg="undo redo custSel addSld delSld modSld sldOrd">
      <pc:chgData name="Ashfi Shah" userId="4414e0c9-c483-4652-8869-865ebf3968f3" providerId="ADAL" clId="{8FF6447F-DA10-4C83-ACAB-50DDCC3F94AB}" dt="2026-03-17T22:46:54.084" v="12276" actId="20577"/>
      <pc:docMkLst>
        <pc:docMk/>
      </pc:docMkLst>
      <pc:sldChg chg="modSp mod">
        <pc:chgData name="Ashfi Shah" userId="4414e0c9-c483-4652-8869-865ebf3968f3" providerId="ADAL" clId="{8FF6447F-DA10-4C83-ACAB-50DDCC3F94AB}" dt="2026-03-16T22:49:37.502" v="11107" actId="790"/>
        <pc:sldMkLst>
          <pc:docMk/>
          <pc:sldMk cId="1291652102" sldId="256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1291652102" sldId="256"/>
            <ac:spMk id="2" creationId="{E9C43C63-249E-5D31-DFD2-5C8879BCA163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1291652102" sldId="256"/>
            <ac:spMk id="3" creationId="{137DCDBA-545E-AD28-7DD5-FB9031E204CF}"/>
          </ac:spMkLst>
        </pc:spChg>
      </pc:sldChg>
      <pc:sldChg chg="modSp mod">
        <pc:chgData name="Ashfi Shah" userId="4414e0c9-c483-4652-8869-865ebf3968f3" providerId="ADAL" clId="{8FF6447F-DA10-4C83-ACAB-50DDCC3F94AB}" dt="2026-03-17T21:06:32.679" v="12265" actId="20577"/>
        <pc:sldMkLst>
          <pc:docMk/>
          <pc:sldMk cId="4109197468" sldId="291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4109197468" sldId="291"/>
            <ac:spMk id="2" creationId="{EAA4B785-FF43-72DF-296C-BD29DCABC74C}"/>
          </ac:spMkLst>
        </pc:spChg>
        <pc:spChg chg="mod">
          <ac:chgData name="Ashfi Shah" userId="4414e0c9-c483-4652-8869-865ebf3968f3" providerId="ADAL" clId="{8FF6447F-DA10-4C83-ACAB-50DDCC3F94AB}" dt="2026-03-17T21:06:32.679" v="12265" actId="20577"/>
          <ac:spMkLst>
            <pc:docMk/>
            <pc:sldMk cId="4109197468" sldId="291"/>
            <ac:spMk id="3" creationId="{73FA94C4-A4F0-BABD-75C5-9F03890F8124}"/>
          </ac:spMkLst>
        </pc:spChg>
        <pc:spChg chg="mod">
          <ac:chgData name="Ashfi Shah" userId="4414e0c9-c483-4652-8869-865ebf3968f3" providerId="ADAL" clId="{8FF6447F-DA10-4C83-ACAB-50DDCC3F94AB}" dt="2026-03-17T21:01:53.251" v="12260" actId="313"/>
          <ac:spMkLst>
            <pc:docMk/>
            <pc:sldMk cId="4109197468" sldId="291"/>
            <ac:spMk id="4" creationId="{A4F35165-B064-82BD-2D2A-88406E445366}"/>
          </ac:spMkLst>
        </pc:spChg>
      </pc:sldChg>
      <pc:sldChg chg="addSp modSp new mod">
        <pc:chgData name="Ashfi Shah" userId="4414e0c9-c483-4652-8869-865ebf3968f3" providerId="ADAL" clId="{8FF6447F-DA10-4C83-ACAB-50DDCC3F94AB}" dt="2026-03-17T21:00:56.735" v="12243" actId="313"/>
        <pc:sldMkLst>
          <pc:docMk/>
          <pc:sldMk cId="621179336" sldId="292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621179336" sldId="292"/>
            <ac:spMk id="2" creationId="{3BBCF697-86C3-2802-C7F0-157E3FDC66AA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621179336" sldId="292"/>
            <ac:spMk id="3" creationId="{6A2C2109-1A27-08ED-03B3-95C4003790A4}"/>
          </ac:spMkLst>
        </pc:spChg>
        <pc:spChg chg="add mod">
          <ac:chgData name="Ashfi Shah" userId="4414e0c9-c483-4652-8869-865ebf3968f3" providerId="ADAL" clId="{8FF6447F-DA10-4C83-ACAB-50DDCC3F94AB}" dt="2026-03-17T21:00:56.735" v="12243" actId="313"/>
          <ac:spMkLst>
            <pc:docMk/>
            <pc:sldMk cId="621179336" sldId="292"/>
            <ac:spMk id="4" creationId="{B95E7AD2-BA63-BFB1-4DCE-6F6FF0FD02A8}"/>
          </ac:spMkLst>
        </pc:spChg>
        <pc:picChg chg="add mod">
          <ac:chgData name="Ashfi Shah" userId="4414e0c9-c483-4652-8869-865ebf3968f3" providerId="ADAL" clId="{8FF6447F-DA10-4C83-ACAB-50DDCC3F94AB}" dt="2026-03-10T18:47:51.073" v="6124" actId="14100"/>
          <ac:picMkLst>
            <pc:docMk/>
            <pc:sldMk cId="621179336" sldId="292"/>
            <ac:picMk id="6" creationId="{8B83DFF5-8DC9-A62B-F04D-C3BD34C95CEA}"/>
          </ac:picMkLst>
        </pc:picChg>
        <pc:picChg chg="add mod">
          <ac:chgData name="Ashfi Shah" userId="4414e0c9-c483-4652-8869-865ebf3968f3" providerId="ADAL" clId="{8FF6447F-DA10-4C83-ACAB-50DDCC3F94AB}" dt="2026-03-10T18:47:54.136" v="6125" actId="1076"/>
          <ac:picMkLst>
            <pc:docMk/>
            <pc:sldMk cId="621179336" sldId="292"/>
            <ac:picMk id="8" creationId="{32C5FDB2-DA5D-7F02-1F70-D35839890506}"/>
          </ac:picMkLst>
        </pc:picChg>
      </pc:sldChg>
      <pc:sldChg chg="addSp delSp modSp new mod">
        <pc:chgData name="Ashfi Shah" userId="4414e0c9-c483-4652-8869-865ebf3968f3" providerId="ADAL" clId="{8FF6447F-DA10-4C83-ACAB-50DDCC3F94AB}" dt="2026-03-17T21:00:57.453" v="12244" actId="313"/>
        <pc:sldMkLst>
          <pc:docMk/>
          <pc:sldMk cId="3664179497" sldId="293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664179497" sldId="293"/>
            <ac:spMk id="2" creationId="{EE0DFCCE-0BEA-9BEF-E7CF-F847A4E3B269}"/>
          </ac:spMkLst>
        </pc:spChg>
        <pc:spChg chg="add mod">
          <ac:chgData name="Ashfi Shah" userId="4414e0c9-c483-4652-8869-865ebf3968f3" providerId="ADAL" clId="{8FF6447F-DA10-4C83-ACAB-50DDCC3F94AB}" dt="2026-03-17T21:00:57.453" v="12244" actId="313"/>
          <ac:spMkLst>
            <pc:docMk/>
            <pc:sldMk cId="3664179497" sldId="293"/>
            <ac:spMk id="4" creationId="{AD55267F-DE7E-75B2-D48E-CF02EA6CFCC2}"/>
          </ac:spMkLst>
        </pc:spChg>
        <pc:graphicFrameChg chg="add mod ord modGraphic">
          <ac:chgData name="Ashfi Shah" userId="4414e0c9-c483-4652-8869-865ebf3968f3" providerId="ADAL" clId="{8FF6447F-DA10-4C83-ACAB-50DDCC3F94AB}" dt="2026-03-16T22:49:37.502" v="11107" actId="790"/>
          <ac:graphicFrameMkLst>
            <pc:docMk/>
            <pc:sldMk cId="3664179497" sldId="293"/>
            <ac:graphicFrameMk id="5" creationId="{D5227837-2CB9-9508-14D8-1C9909FB1A2D}"/>
          </ac:graphicFrameMkLst>
        </pc:graphicFrameChg>
      </pc:sldChg>
      <pc:sldChg chg="addSp modSp new mod">
        <pc:chgData name="Ashfi Shah" userId="4414e0c9-c483-4652-8869-865ebf3968f3" providerId="ADAL" clId="{8FF6447F-DA10-4C83-ACAB-50DDCC3F94AB}" dt="2026-03-17T21:00:57.907" v="12245" actId="313"/>
        <pc:sldMkLst>
          <pc:docMk/>
          <pc:sldMk cId="1289687523" sldId="294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1289687523" sldId="294"/>
            <ac:spMk id="2" creationId="{AAEBD62E-E3B2-E505-AF79-A62E5C4C5B8A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1289687523" sldId="294"/>
            <ac:spMk id="3" creationId="{8DBC8897-4828-A168-2036-F70D7FAC61D6}"/>
          </ac:spMkLst>
        </pc:spChg>
        <pc:spChg chg="add mod">
          <ac:chgData name="Ashfi Shah" userId="4414e0c9-c483-4652-8869-865ebf3968f3" providerId="ADAL" clId="{8FF6447F-DA10-4C83-ACAB-50DDCC3F94AB}" dt="2026-03-17T21:00:57.907" v="12245" actId="313"/>
          <ac:spMkLst>
            <pc:docMk/>
            <pc:sldMk cId="1289687523" sldId="294"/>
            <ac:spMk id="4" creationId="{012EA842-0FB6-2084-2ABD-74587F46BDAF}"/>
          </ac:spMkLst>
        </pc:spChg>
      </pc:sldChg>
      <pc:sldChg chg="modSp add mod">
        <pc:chgData name="Ashfi Shah" userId="4414e0c9-c483-4652-8869-865ebf3968f3" providerId="ADAL" clId="{8FF6447F-DA10-4C83-ACAB-50DDCC3F94AB}" dt="2026-03-17T21:00:58.360" v="12246" actId="313"/>
        <pc:sldMkLst>
          <pc:docMk/>
          <pc:sldMk cId="1519354223" sldId="295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1519354223" sldId="295"/>
            <ac:spMk id="2" creationId="{DCF818C5-1347-977D-8055-0A5715FA0DAE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1519354223" sldId="295"/>
            <ac:spMk id="3" creationId="{B22407C4-66B6-AA82-5016-C0C80601D113}"/>
          </ac:spMkLst>
        </pc:spChg>
        <pc:spChg chg="mod">
          <ac:chgData name="Ashfi Shah" userId="4414e0c9-c483-4652-8869-865ebf3968f3" providerId="ADAL" clId="{8FF6447F-DA10-4C83-ACAB-50DDCC3F94AB}" dt="2026-03-17T21:00:58.360" v="12246" actId="313"/>
          <ac:spMkLst>
            <pc:docMk/>
            <pc:sldMk cId="1519354223" sldId="295"/>
            <ac:spMk id="4" creationId="{5F35901F-26AE-26C1-CC43-1B68DA8B02EC}"/>
          </ac:spMkLst>
        </pc:spChg>
      </pc:sldChg>
      <pc:sldChg chg="modSp add mod">
        <pc:chgData name="Ashfi Shah" userId="4414e0c9-c483-4652-8869-865ebf3968f3" providerId="ADAL" clId="{8FF6447F-DA10-4C83-ACAB-50DDCC3F94AB}" dt="2026-03-17T21:00:58.845" v="12247" actId="313"/>
        <pc:sldMkLst>
          <pc:docMk/>
          <pc:sldMk cId="34972744" sldId="297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4972744" sldId="297"/>
            <ac:spMk id="2" creationId="{892AEAC5-41EC-B0E0-9AA0-E6ED7BEFB740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4972744" sldId="297"/>
            <ac:spMk id="3" creationId="{7C5B1273-3B09-9F50-71FF-7DC3AAE75018}"/>
          </ac:spMkLst>
        </pc:spChg>
        <pc:spChg chg="mod">
          <ac:chgData name="Ashfi Shah" userId="4414e0c9-c483-4652-8869-865ebf3968f3" providerId="ADAL" clId="{8FF6447F-DA10-4C83-ACAB-50DDCC3F94AB}" dt="2026-03-17T21:00:58.845" v="12247" actId="313"/>
          <ac:spMkLst>
            <pc:docMk/>
            <pc:sldMk cId="34972744" sldId="297"/>
            <ac:spMk id="4" creationId="{9D7819F4-B30A-6D94-05E0-23861F4DF83F}"/>
          </ac:spMkLst>
        </pc:spChg>
      </pc:sldChg>
      <pc:sldChg chg="addSp delSp modSp add mod">
        <pc:chgData name="Ashfi Shah" userId="4414e0c9-c483-4652-8869-865ebf3968f3" providerId="ADAL" clId="{8FF6447F-DA10-4C83-ACAB-50DDCC3F94AB}" dt="2026-03-17T21:01:02.266" v="12250" actId="313"/>
        <pc:sldMkLst>
          <pc:docMk/>
          <pc:sldMk cId="2222123911" sldId="298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222123911" sldId="298"/>
            <ac:spMk id="2" creationId="{9842104A-C12D-A3EA-DC83-DFC1811E3996}"/>
          </ac:spMkLst>
        </pc:spChg>
        <pc:spChg chg="mod">
          <ac:chgData name="Ashfi Shah" userId="4414e0c9-c483-4652-8869-865ebf3968f3" providerId="ADAL" clId="{8FF6447F-DA10-4C83-ACAB-50DDCC3F94AB}" dt="2026-03-17T21:00:59.223" v="12248" actId="313"/>
          <ac:spMkLst>
            <pc:docMk/>
            <pc:sldMk cId="2222123911" sldId="298"/>
            <ac:spMk id="4" creationId="{3310B599-3219-CFCD-5021-AB970DBAF8F6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222123911" sldId="298"/>
            <ac:spMk id="15" creationId="{F211A808-6656-476D-B566-CB701112C759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222123911" sldId="298"/>
            <ac:spMk id="16" creationId="{7EF950B3-002B-F16D-1F66-DDCB9D9D2F72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222123911" sldId="298"/>
            <ac:spMk id="17" creationId="{BF9DA2C7-D225-843C-61F7-DC21AE53617C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222123911" sldId="298"/>
            <ac:spMk id="18" creationId="{26D309AF-0D0D-79A6-B44B-E5FEABCC8C0D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222123911" sldId="298"/>
            <ac:spMk id="19" creationId="{C4EF25D2-0F15-CD88-A339-9ED71111D9F8}"/>
          </ac:spMkLst>
        </pc:spChg>
        <pc:spChg chg="add mod">
          <ac:chgData name="Ashfi Shah" userId="4414e0c9-c483-4652-8869-865ebf3968f3" providerId="ADAL" clId="{8FF6447F-DA10-4C83-ACAB-50DDCC3F94AB}" dt="2026-03-17T21:01:02.266" v="12250" actId="313"/>
          <ac:spMkLst>
            <pc:docMk/>
            <pc:sldMk cId="2222123911" sldId="298"/>
            <ac:spMk id="20" creationId="{4EE75D99-70EC-4E18-5379-B5794C1F5FFD}"/>
          </ac:spMkLst>
        </pc:spChg>
        <pc:picChg chg="add mod">
          <ac:chgData name="Ashfi Shah" userId="4414e0c9-c483-4652-8869-865ebf3968f3" providerId="ADAL" clId="{8FF6447F-DA10-4C83-ACAB-50DDCC3F94AB}" dt="2026-03-16T00:45:27.351" v="8219"/>
          <ac:picMkLst>
            <pc:docMk/>
            <pc:sldMk cId="2222123911" sldId="298"/>
            <ac:picMk id="10" creationId="{435C42C8-33E6-1024-DF3D-89BC98DDAA30}"/>
          </ac:picMkLst>
        </pc:picChg>
        <pc:picChg chg="add mod">
          <ac:chgData name="Ashfi Shah" userId="4414e0c9-c483-4652-8869-865ebf3968f3" providerId="ADAL" clId="{8FF6447F-DA10-4C83-ACAB-50DDCC3F94AB}" dt="2026-03-16T00:45:22.976" v="8218"/>
          <ac:picMkLst>
            <pc:docMk/>
            <pc:sldMk cId="2222123911" sldId="298"/>
            <ac:picMk id="12" creationId="{8C233B0D-B396-37A0-4458-BD11045C0CAF}"/>
          </ac:picMkLst>
        </pc:picChg>
        <pc:picChg chg="add mod">
          <ac:chgData name="Ashfi Shah" userId="4414e0c9-c483-4652-8869-865ebf3968f3" providerId="ADAL" clId="{8FF6447F-DA10-4C83-ACAB-50DDCC3F94AB}" dt="2026-03-16T00:45:33.672" v="8220"/>
          <ac:picMkLst>
            <pc:docMk/>
            <pc:sldMk cId="2222123911" sldId="298"/>
            <ac:picMk id="14" creationId="{E3D646BD-4F27-5AD6-BDB1-E86566DF627B}"/>
          </ac:picMkLst>
        </pc:picChg>
      </pc:sldChg>
      <pc:sldChg chg="addSp delSp modSp add mod">
        <pc:chgData name="Ashfi Shah" userId="4414e0c9-c483-4652-8869-865ebf3968f3" providerId="ADAL" clId="{8FF6447F-DA10-4C83-ACAB-50DDCC3F94AB}" dt="2026-03-17T22:46:33.258" v="12266" actId="20577"/>
        <pc:sldMkLst>
          <pc:docMk/>
          <pc:sldMk cId="2942532873" sldId="299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942532873" sldId="299"/>
            <ac:spMk id="2" creationId="{DED6891E-03D1-13E5-494E-C3396CB3B686}"/>
          </ac:spMkLst>
        </pc:spChg>
        <pc:spChg chg="mod">
          <ac:chgData name="Ashfi Shah" userId="4414e0c9-c483-4652-8869-865ebf3968f3" providerId="ADAL" clId="{8FF6447F-DA10-4C83-ACAB-50DDCC3F94AB}" dt="2026-03-17T21:01:08.532" v="12251" actId="313"/>
          <ac:spMkLst>
            <pc:docMk/>
            <pc:sldMk cId="2942532873" sldId="299"/>
            <ac:spMk id="4" creationId="{AB798439-46F0-63F1-1B97-DA470F4738E8}"/>
          </ac:spMkLst>
        </pc:spChg>
        <pc:graphicFrameChg chg="add mod modGraphic">
          <ac:chgData name="Ashfi Shah" userId="4414e0c9-c483-4652-8869-865ebf3968f3" providerId="ADAL" clId="{8FF6447F-DA10-4C83-ACAB-50DDCC3F94AB}" dt="2026-03-17T22:46:33.258" v="12266" actId="20577"/>
          <ac:graphicFrameMkLst>
            <pc:docMk/>
            <pc:sldMk cId="2942532873" sldId="299"/>
            <ac:graphicFrameMk id="5" creationId="{2DE6B7DF-9EF2-83A3-DD0D-7ACEE4D46159}"/>
          </ac:graphicFrameMkLst>
        </pc:graphicFrameChg>
        <pc:picChg chg="add mod">
          <ac:chgData name="Ashfi Shah" userId="4414e0c9-c483-4652-8869-865ebf3968f3" providerId="ADAL" clId="{8FF6447F-DA10-4C83-ACAB-50DDCC3F94AB}" dt="2026-03-16T22:01:55.170" v="9194" actId="1076"/>
          <ac:picMkLst>
            <pc:docMk/>
            <pc:sldMk cId="2942532873" sldId="299"/>
            <ac:picMk id="9" creationId="{252BE3D9-6820-92C1-0A9B-0854C5415563}"/>
          </ac:picMkLst>
        </pc:picChg>
        <pc:picChg chg="add mod">
          <ac:chgData name="Ashfi Shah" userId="4414e0c9-c483-4652-8869-865ebf3968f3" providerId="ADAL" clId="{8FF6447F-DA10-4C83-ACAB-50DDCC3F94AB}" dt="2026-03-16T22:02:40.138" v="9201" actId="14100"/>
          <ac:picMkLst>
            <pc:docMk/>
            <pc:sldMk cId="2942532873" sldId="299"/>
            <ac:picMk id="13" creationId="{3E70C37B-67C8-BDE5-A653-0D8E86C8C39B}"/>
          </ac:picMkLst>
        </pc:picChg>
      </pc:sldChg>
      <pc:sldChg chg="addSp delSp modSp add mod ord chgLayout">
        <pc:chgData name="Ashfi Shah" userId="4414e0c9-c483-4652-8869-865ebf3968f3" providerId="ADAL" clId="{8FF6447F-DA10-4C83-ACAB-50DDCC3F94AB}" dt="2026-03-17T21:01:45.768" v="12253" actId="313"/>
        <pc:sldMkLst>
          <pc:docMk/>
          <pc:sldMk cId="25607648" sldId="300"/>
        </pc:sldMkLst>
        <pc:spChg chg="mod or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5607648" sldId="300"/>
            <ac:spMk id="2" creationId="{96FB7F4C-BFDA-DE39-F6CA-8020F32165C5}"/>
          </ac:spMkLst>
        </pc:spChg>
        <pc:spChg chg="mod">
          <ac:chgData name="Ashfi Shah" userId="4414e0c9-c483-4652-8869-865ebf3968f3" providerId="ADAL" clId="{8FF6447F-DA10-4C83-ACAB-50DDCC3F94AB}" dt="2026-03-17T21:01:45.768" v="12253" actId="313"/>
          <ac:spMkLst>
            <pc:docMk/>
            <pc:sldMk cId="25607648" sldId="300"/>
            <ac:spMk id="4" creationId="{761C6DB7-6982-C971-7AF0-F986AB0F21C0}"/>
          </ac:spMkLst>
        </pc:spChg>
        <pc:spChg chg="add mod ord">
          <ac:chgData name="Ashfi Shah" userId="4414e0c9-c483-4652-8869-865ebf3968f3" providerId="ADAL" clId="{8FF6447F-DA10-4C83-ACAB-50DDCC3F94AB}" dt="2026-03-17T20:14:59.430" v="11627" actId="20577"/>
          <ac:spMkLst>
            <pc:docMk/>
            <pc:sldMk cId="25607648" sldId="300"/>
            <ac:spMk id="15" creationId="{E9532FDE-2DD8-D61E-DFFE-7F7293CBCF06}"/>
          </ac:spMkLst>
        </pc:spChg>
      </pc:sldChg>
      <pc:sldChg chg="addSp modSp add mod">
        <pc:chgData name="Ashfi Shah" userId="4414e0c9-c483-4652-8869-865ebf3968f3" providerId="ADAL" clId="{8FF6447F-DA10-4C83-ACAB-50DDCC3F94AB}" dt="2026-03-17T21:01:09.943" v="12252" actId="313"/>
        <pc:sldMkLst>
          <pc:docMk/>
          <pc:sldMk cId="3224288287" sldId="301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224288287" sldId="301"/>
            <ac:spMk id="2" creationId="{6EBF24CE-EDAD-AEDC-45BE-2B54A60742CF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224288287" sldId="301"/>
            <ac:spMk id="3" creationId="{949B02D2-0799-1FDB-C8D9-56F476E23FD5}"/>
          </ac:spMkLst>
        </pc:spChg>
        <pc:spChg chg="mod">
          <ac:chgData name="Ashfi Shah" userId="4414e0c9-c483-4652-8869-865ebf3968f3" providerId="ADAL" clId="{8FF6447F-DA10-4C83-ACAB-50DDCC3F94AB}" dt="2026-03-17T21:01:09.943" v="12252" actId="313"/>
          <ac:spMkLst>
            <pc:docMk/>
            <pc:sldMk cId="3224288287" sldId="301"/>
            <ac:spMk id="4" creationId="{102BC0AA-7F45-289C-C8B1-F4A233C5ED74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224288287" sldId="301"/>
            <ac:spMk id="5" creationId="{C35E64B2-F3A3-2941-842A-48C9FE7B0545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224288287" sldId="301"/>
            <ac:spMk id="8" creationId="{801BF085-6BD7-86DB-9A92-F927718B14A1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224288287" sldId="301"/>
            <ac:spMk id="10" creationId="{68427A24-06BE-291C-DB57-08C6F75A6B0F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224288287" sldId="301"/>
            <ac:spMk id="11" creationId="{39DAF470-99AA-B50B-C5CD-C3BA9BDE18AC}"/>
          </ac:spMkLst>
        </pc:spChg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3224288287" sldId="301"/>
            <ac:spMk id="14" creationId="{A7CAAE70-1ABC-74F0-CE47-D52AFBB5B759}"/>
          </ac:spMkLst>
        </pc:spChg>
      </pc:sldChg>
      <pc:sldChg chg="addSp delSp modSp add mod ord">
        <pc:chgData name="Ashfi Shah" userId="4414e0c9-c483-4652-8869-865ebf3968f3" providerId="ADAL" clId="{8FF6447F-DA10-4C83-ACAB-50DDCC3F94AB}" dt="2026-03-17T21:01:46.438" v="12254" actId="313"/>
        <pc:sldMkLst>
          <pc:docMk/>
          <pc:sldMk cId="2588001690" sldId="302"/>
        </pc:sldMkLst>
        <pc:spChg chg="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588001690" sldId="302"/>
            <ac:spMk id="2" creationId="{AF3E12F1-E8C1-B843-42A9-8D37EF911C1B}"/>
          </ac:spMkLst>
        </pc:spChg>
        <pc:spChg chg="mod">
          <ac:chgData name="Ashfi Shah" userId="4414e0c9-c483-4652-8869-865ebf3968f3" providerId="ADAL" clId="{8FF6447F-DA10-4C83-ACAB-50DDCC3F94AB}" dt="2026-03-17T21:01:46.438" v="12254" actId="313"/>
          <ac:spMkLst>
            <pc:docMk/>
            <pc:sldMk cId="2588001690" sldId="302"/>
            <ac:spMk id="4" creationId="{16842BB7-A6E7-D687-63D2-EF1198618B74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588001690" sldId="302"/>
            <ac:spMk id="5" creationId="{05E491E8-E9E0-405E-5CF5-94DEAA1115E1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588001690" sldId="302"/>
            <ac:spMk id="6" creationId="{B210F9A5-6219-C459-6255-71386DEE0E79}"/>
          </ac:spMkLst>
        </pc:spChg>
        <pc:spChg chg="add mod">
          <ac:chgData name="Ashfi Shah" userId="4414e0c9-c483-4652-8869-865ebf3968f3" providerId="ADAL" clId="{8FF6447F-DA10-4C83-ACAB-50DDCC3F94AB}" dt="2026-03-16T22:49:37.502" v="11107" actId="790"/>
          <ac:spMkLst>
            <pc:docMk/>
            <pc:sldMk cId="2588001690" sldId="302"/>
            <ac:spMk id="7" creationId="{7BAB8023-BE35-97B3-519B-56ED79DE9A93}"/>
          </ac:spMkLst>
        </pc:spChg>
        <pc:picChg chg="add mod">
          <ac:chgData name="Ashfi Shah" userId="4414e0c9-c483-4652-8869-865ebf3968f3" providerId="ADAL" clId="{8FF6447F-DA10-4C83-ACAB-50DDCC3F94AB}" dt="2026-03-16T22:41:44.859" v="10845" actId="1076"/>
          <ac:picMkLst>
            <pc:docMk/>
            <pc:sldMk cId="2588001690" sldId="302"/>
            <ac:picMk id="3" creationId="{535778AB-7AED-1003-55E1-EF758BB79AA2}"/>
          </ac:picMkLst>
        </pc:picChg>
      </pc:sldChg>
      <pc:sldChg chg="addSp delSp modSp add mod">
        <pc:chgData name="Ashfi Shah" userId="4414e0c9-c483-4652-8869-865ebf3968f3" providerId="ADAL" clId="{8FF6447F-DA10-4C83-ACAB-50DDCC3F94AB}" dt="2026-03-17T22:46:54.084" v="12276" actId="20577"/>
        <pc:sldMkLst>
          <pc:docMk/>
          <pc:sldMk cId="286592606" sldId="303"/>
        </pc:sldMkLst>
        <pc:spChg chg="mod">
          <ac:chgData name="Ashfi Shah" userId="4414e0c9-c483-4652-8869-865ebf3968f3" providerId="ADAL" clId="{8FF6447F-DA10-4C83-ACAB-50DDCC3F94AB}" dt="2026-03-17T19:46:01.016" v="11134" actId="20577"/>
          <ac:spMkLst>
            <pc:docMk/>
            <pc:sldMk cId="286592606" sldId="303"/>
            <ac:spMk id="2" creationId="{CAF9C3C5-AA2A-B2CB-DE19-537A59594F2F}"/>
          </ac:spMkLst>
        </pc:spChg>
        <pc:spChg chg="mod">
          <ac:chgData name="Ashfi Shah" userId="4414e0c9-c483-4652-8869-865ebf3968f3" providerId="ADAL" clId="{8FF6447F-DA10-4C83-ACAB-50DDCC3F94AB}" dt="2026-03-17T22:46:54.084" v="12276" actId="20577"/>
          <ac:spMkLst>
            <pc:docMk/>
            <pc:sldMk cId="286592606" sldId="303"/>
            <ac:spMk id="4" creationId="{549912C4-6DC6-7884-673C-CB673BBD7BB5}"/>
          </ac:spMkLst>
        </pc:spChg>
        <pc:spChg chg="del">
          <ac:chgData name="Ashfi Shah" userId="4414e0c9-c483-4652-8869-865ebf3968f3" providerId="ADAL" clId="{8FF6447F-DA10-4C83-ACAB-50DDCC3F94AB}" dt="2026-03-17T19:46:05.318" v="11135" actId="478"/>
          <ac:spMkLst>
            <pc:docMk/>
            <pc:sldMk cId="286592606" sldId="303"/>
            <ac:spMk id="5" creationId="{B35C720B-A142-F06B-208B-9D0B404EDD94}"/>
          </ac:spMkLst>
        </pc:spChg>
        <pc:spChg chg="del">
          <ac:chgData name="Ashfi Shah" userId="4414e0c9-c483-4652-8869-865ebf3968f3" providerId="ADAL" clId="{8FF6447F-DA10-4C83-ACAB-50DDCC3F94AB}" dt="2026-03-17T19:46:05.318" v="11135" actId="478"/>
          <ac:spMkLst>
            <pc:docMk/>
            <pc:sldMk cId="286592606" sldId="303"/>
            <ac:spMk id="6" creationId="{27DB1479-D955-D35B-6E4B-8CA4AF9CD68A}"/>
          </ac:spMkLst>
        </pc:spChg>
        <pc:spChg chg="del">
          <ac:chgData name="Ashfi Shah" userId="4414e0c9-c483-4652-8869-865ebf3968f3" providerId="ADAL" clId="{8FF6447F-DA10-4C83-ACAB-50DDCC3F94AB}" dt="2026-03-17T19:46:05.318" v="11135" actId="478"/>
          <ac:spMkLst>
            <pc:docMk/>
            <pc:sldMk cId="286592606" sldId="303"/>
            <ac:spMk id="7" creationId="{90A54B0C-12C5-4958-24BD-BE4DF9842C17}"/>
          </ac:spMkLst>
        </pc:spChg>
        <pc:spChg chg="add mod">
          <ac:chgData name="Ashfi Shah" userId="4414e0c9-c483-4652-8869-865ebf3968f3" providerId="ADAL" clId="{8FF6447F-DA10-4C83-ACAB-50DDCC3F94AB}" dt="2026-03-17T22:46:50.715" v="12275" actId="27636"/>
          <ac:spMkLst>
            <pc:docMk/>
            <pc:sldMk cId="286592606" sldId="303"/>
            <ac:spMk id="9" creationId="{DAF58788-285A-50E9-D55A-832D32727B54}"/>
          </ac:spMkLst>
        </pc:spChg>
        <pc:picChg chg="del">
          <ac:chgData name="Ashfi Shah" userId="4414e0c9-c483-4652-8869-865ebf3968f3" providerId="ADAL" clId="{8FF6447F-DA10-4C83-ACAB-50DDCC3F94AB}" dt="2026-03-17T19:46:05.318" v="11135" actId="478"/>
          <ac:picMkLst>
            <pc:docMk/>
            <pc:sldMk cId="286592606" sldId="303"/>
            <ac:picMk id="3" creationId="{D1BBF91F-FA5D-1C49-0619-8B2DA3062A80}"/>
          </ac:picMkLst>
        </pc:picChg>
      </pc:sldChg>
      <pc:sldChg chg="new del">
        <pc:chgData name="Ashfi Shah" userId="4414e0c9-c483-4652-8869-865ebf3968f3" providerId="ADAL" clId="{8FF6447F-DA10-4C83-ACAB-50DDCC3F94AB}" dt="2026-03-17T19:42:22.381" v="11115" actId="47"/>
        <pc:sldMkLst>
          <pc:docMk/>
          <pc:sldMk cId="1895544525" sldId="303"/>
        </pc:sldMkLst>
      </pc:sldChg>
      <pc:sldChg chg="addSp modSp add mod">
        <pc:chgData name="Ashfi Shah" userId="4414e0c9-c483-4652-8869-865ebf3968f3" providerId="ADAL" clId="{8FF6447F-DA10-4C83-ACAB-50DDCC3F94AB}" dt="2026-03-17T21:01:49.846" v="12257" actId="313"/>
        <pc:sldMkLst>
          <pc:docMk/>
          <pc:sldMk cId="1246710356" sldId="304"/>
        </pc:sldMkLst>
        <pc:spChg chg="mod">
          <ac:chgData name="Ashfi Shah" userId="4414e0c9-c483-4652-8869-865ebf3968f3" providerId="ADAL" clId="{8FF6447F-DA10-4C83-ACAB-50DDCC3F94AB}" dt="2026-03-17T20:41:19.516" v="11805" actId="20577"/>
          <ac:spMkLst>
            <pc:docMk/>
            <pc:sldMk cId="1246710356" sldId="304"/>
            <ac:spMk id="2" creationId="{2E1268C7-EE98-78A4-62BF-7F171A745293}"/>
          </ac:spMkLst>
        </pc:spChg>
        <pc:spChg chg="mod">
          <ac:chgData name="Ashfi Shah" userId="4414e0c9-c483-4652-8869-865ebf3968f3" providerId="ADAL" clId="{8FF6447F-DA10-4C83-ACAB-50DDCC3F94AB}" dt="2026-03-17T21:01:49.846" v="12257" actId="313"/>
          <ac:spMkLst>
            <pc:docMk/>
            <pc:sldMk cId="1246710356" sldId="304"/>
            <ac:spMk id="4" creationId="{E1841EA1-F4AF-5E6B-9AC1-B5ADA4D4B351}"/>
          </ac:spMkLst>
        </pc:spChg>
        <pc:spChg chg="mod">
          <ac:chgData name="Ashfi Shah" userId="4414e0c9-c483-4652-8869-865ebf3968f3" providerId="ADAL" clId="{8FF6447F-DA10-4C83-ACAB-50DDCC3F94AB}" dt="2026-03-17T20:51:11.210" v="12166" actId="207"/>
          <ac:spMkLst>
            <pc:docMk/>
            <pc:sldMk cId="1246710356" sldId="304"/>
            <ac:spMk id="9" creationId="{5D308FC1-DE93-4BE0-DB92-24B7BBD5C1E1}"/>
          </ac:spMkLst>
        </pc:spChg>
        <pc:picChg chg="add mod">
          <ac:chgData name="Ashfi Shah" userId="4414e0c9-c483-4652-8869-865ebf3968f3" providerId="ADAL" clId="{8FF6447F-DA10-4C83-ACAB-50DDCC3F94AB}" dt="2026-03-17T20:43:13.102" v="11934" actId="1076"/>
          <ac:picMkLst>
            <pc:docMk/>
            <pc:sldMk cId="1246710356" sldId="304"/>
            <ac:picMk id="5" creationId="{C4011147-44DC-8A58-C464-5BE245DE86C9}"/>
          </ac:picMkLst>
        </pc:picChg>
        <pc:picChg chg="add mod">
          <ac:chgData name="Ashfi Shah" userId="4414e0c9-c483-4652-8869-865ebf3968f3" providerId="ADAL" clId="{8FF6447F-DA10-4C83-ACAB-50DDCC3F94AB}" dt="2026-03-17T20:48:57.335" v="12161" actId="1076"/>
          <ac:picMkLst>
            <pc:docMk/>
            <pc:sldMk cId="1246710356" sldId="304"/>
            <ac:picMk id="7" creationId="{E38FEE0B-2F6D-4332-37A3-E6677A076420}"/>
          </ac:picMkLst>
        </pc:picChg>
      </pc:sldChg>
      <pc:sldChg chg="addSp delSp modSp add mod">
        <pc:chgData name="Ashfi Shah" userId="4414e0c9-c483-4652-8869-865ebf3968f3" providerId="ADAL" clId="{8FF6447F-DA10-4C83-ACAB-50DDCC3F94AB}" dt="2026-03-17T21:01:50.991" v="12258" actId="313"/>
        <pc:sldMkLst>
          <pc:docMk/>
          <pc:sldMk cId="1897780068" sldId="305"/>
        </pc:sldMkLst>
        <pc:spChg chg="mod">
          <ac:chgData name="Ashfi Shah" userId="4414e0c9-c483-4652-8869-865ebf3968f3" providerId="ADAL" clId="{8FF6447F-DA10-4C83-ACAB-50DDCC3F94AB}" dt="2026-03-17T20:52:05.297" v="12210" actId="20577"/>
          <ac:spMkLst>
            <pc:docMk/>
            <pc:sldMk cId="1897780068" sldId="305"/>
            <ac:spMk id="2" creationId="{CD65754A-451F-2CE3-C2BD-7F1DAF69C5EB}"/>
          </ac:spMkLst>
        </pc:spChg>
        <pc:spChg chg="mod">
          <ac:chgData name="Ashfi Shah" userId="4414e0c9-c483-4652-8869-865ebf3968f3" providerId="ADAL" clId="{8FF6447F-DA10-4C83-ACAB-50DDCC3F94AB}" dt="2026-03-17T21:01:50.991" v="12258" actId="313"/>
          <ac:spMkLst>
            <pc:docMk/>
            <pc:sldMk cId="1897780068" sldId="305"/>
            <ac:spMk id="4" creationId="{7688D4AB-8B7B-E075-FECB-632DB0342A71}"/>
          </ac:spMkLst>
        </pc:spChg>
        <pc:spChg chg="add del mod">
          <ac:chgData name="Ashfi Shah" userId="4414e0c9-c483-4652-8869-865ebf3968f3" providerId="ADAL" clId="{8FF6447F-DA10-4C83-ACAB-50DDCC3F94AB}" dt="2026-03-17T20:52:15.601" v="12213" actId="478"/>
          <ac:spMkLst>
            <pc:docMk/>
            <pc:sldMk cId="1897780068" sldId="305"/>
            <ac:spMk id="6" creationId="{1AA5DB41-EC2B-B0D9-46B8-726D3EE8E480}"/>
          </ac:spMkLst>
        </pc:spChg>
        <pc:spChg chg="del">
          <ac:chgData name="Ashfi Shah" userId="4414e0c9-c483-4652-8869-865ebf3968f3" providerId="ADAL" clId="{8FF6447F-DA10-4C83-ACAB-50DDCC3F94AB}" dt="2026-03-17T20:52:13.506" v="12212" actId="478"/>
          <ac:spMkLst>
            <pc:docMk/>
            <pc:sldMk cId="1897780068" sldId="305"/>
            <ac:spMk id="9" creationId="{A91606F1-4A32-CAB8-1C0C-3113E8C28701}"/>
          </ac:spMkLst>
        </pc:spChg>
        <pc:spChg chg="add mod">
          <ac:chgData name="Ashfi Shah" userId="4414e0c9-c483-4652-8869-865ebf3968f3" providerId="ADAL" clId="{8FF6447F-DA10-4C83-ACAB-50DDCC3F94AB}" dt="2026-03-17T20:56:29.595" v="12233" actId="1076"/>
          <ac:spMkLst>
            <pc:docMk/>
            <pc:sldMk cId="1897780068" sldId="305"/>
            <ac:spMk id="11" creationId="{A5257C91-9D62-BD70-FC72-4F44C7C97AF1}"/>
          </ac:spMkLst>
        </pc:spChg>
        <pc:spChg chg="add">
          <ac:chgData name="Ashfi Shah" userId="4414e0c9-c483-4652-8869-865ebf3968f3" providerId="ADAL" clId="{8FF6447F-DA10-4C83-ACAB-50DDCC3F94AB}" dt="2026-03-17T20:53:39.350" v="12218"/>
          <ac:spMkLst>
            <pc:docMk/>
            <pc:sldMk cId="1897780068" sldId="305"/>
            <ac:spMk id="12" creationId="{E62448D9-CE21-CCD7-8C94-4FFF73D23ED6}"/>
          </ac:spMkLst>
        </pc:spChg>
        <pc:spChg chg="add">
          <ac:chgData name="Ashfi Shah" userId="4414e0c9-c483-4652-8869-865ebf3968f3" providerId="ADAL" clId="{8FF6447F-DA10-4C83-ACAB-50DDCC3F94AB}" dt="2026-03-17T20:53:51.622" v="12219"/>
          <ac:spMkLst>
            <pc:docMk/>
            <pc:sldMk cId="1897780068" sldId="305"/>
            <ac:spMk id="13" creationId="{882A1D24-58D8-328C-574B-39224358C23F}"/>
          </ac:spMkLst>
        </pc:spChg>
        <pc:spChg chg="add del mod">
          <ac:chgData name="Ashfi Shah" userId="4414e0c9-c483-4652-8869-865ebf3968f3" providerId="ADAL" clId="{8FF6447F-DA10-4C83-ACAB-50DDCC3F94AB}" dt="2026-03-17T20:55:56.832" v="12228"/>
          <ac:spMkLst>
            <pc:docMk/>
            <pc:sldMk cId="1897780068" sldId="305"/>
            <ac:spMk id="14" creationId="{8028CC97-3157-8872-D9B2-FF981D76AB3E}"/>
          </ac:spMkLst>
        </pc:spChg>
        <pc:spChg chg="add mod">
          <ac:chgData name="Ashfi Shah" userId="4414e0c9-c483-4652-8869-865ebf3968f3" providerId="ADAL" clId="{8FF6447F-DA10-4C83-ACAB-50DDCC3F94AB}" dt="2026-03-17T20:56:49.727" v="12235" actId="1076"/>
          <ac:spMkLst>
            <pc:docMk/>
            <pc:sldMk cId="1897780068" sldId="305"/>
            <ac:spMk id="15" creationId="{77E7F545-833B-E259-1F8A-2AB42608F20A}"/>
          </ac:spMkLst>
        </pc:spChg>
        <pc:spChg chg="add mod">
          <ac:chgData name="Ashfi Shah" userId="4414e0c9-c483-4652-8869-865ebf3968f3" providerId="ADAL" clId="{8FF6447F-DA10-4C83-ACAB-50DDCC3F94AB}" dt="2026-03-17T20:56:54.877" v="12236" actId="1076"/>
          <ac:spMkLst>
            <pc:docMk/>
            <pc:sldMk cId="1897780068" sldId="305"/>
            <ac:spMk id="16" creationId="{82F3AC69-4C9D-072D-AFE5-87A49EB7882D}"/>
          </ac:spMkLst>
        </pc:spChg>
        <pc:spChg chg="add mod">
          <ac:chgData name="Ashfi Shah" userId="4414e0c9-c483-4652-8869-865ebf3968f3" providerId="ADAL" clId="{8FF6447F-DA10-4C83-ACAB-50DDCC3F94AB}" dt="2026-03-17T20:57:00.767" v="12237" actId="1076"/>
          <ac:spMkLst>
            <pc:docMk/>
            <pc:sldMk cId="1897780068" sldId="305"/>
            <ac:spMk id="17" creationId="{CE3750CA-2933-5DB3-1F42-D53831D99807}"/>
          </ac:spMkLst>
        </pc:spChg>
        <pc:spChg chg="add mod">
          <ac:chgData name="Ashfi Shah" userId="4414e0c9-c483-4652-8869-865ebf3968f3" providerId="ADAL" clId="{8FF6447F-DA10-4C83-ACAB-50DDCC3F94AB}" dt="2026-03-17T20:57:11.814" v="12239" actId="1076"/>
          <ac:spMkLst>
            <pc:docMk/>
            <pc:sldMk cId="1897780068" sldId="305"/>
            <ac:spMk id="18" creationId="{0E2F1EE0-61BB-D9B7-A495-D2707124681E}"/>
          </ac:spMkLst>
        </pc:spChg>
        <pc:picChg chg="del">
          <ac:chgData name="Ashfi Shah" userId="4414e0c9-c483-4652-8869-865ebf3968f3" providerId="ADAL" clId="{8FF6447F-DA10-4C83-ACAB-50DDCC3F94AB}" dt="2026-03-17T20:52:13.506" v="12212" actId="478"/>
          <ac:picMkLst>
            <pc:docMk/>
            <pc:sldMk cId="1897780068" sldId="305"/>
            <ac:picMk id="5" creationId="{6BC26BEE-36D6-2FE1-377E-2841AE0DABD5}"/>
          </ac:picMkLst>
        </pc:picChg>
        <pc:picChg chg="del">
          <ac:chgData name="Ashfi Shah" userId="4414e0c9-c483-4652-8869-865ebf3968f3" providerId="ADAL" clId="{8FF6447F-DA10-4C83-ACAB-50DDCC3F94AB}" dt="2026-03-17T20:52:13.506" v="12212" actId="478"/>
          <ac:picMkLst>
            <pc:docMk/>
            <pc:sldMk cId="1897780068" sldId="305"/>
            <ac:picMk id="7" creationId="{669CA20B-C7FA-B766-3DF6-1909725F538E}"/>
          </ac:picMkLst>
        </pc:picChg>
        <pc:picChg chg="add mod">
          <ac:chgData name="Ashfi Shah" userId="4414e0c9-c483-4652-8869-865ebf3968f3" providerId="ADAL" clId="{8FF6447F-DA10-4C83-ACAB-50DDCC3F94AB}" dt="2026-03-17T20:52:31.390" v="12216" actId="1076"/>
          <ac:picMkLst>
            <pc:docMk/>
            <pc:sldMk cId="1897780068" sldId="305"/>
            <ac:picMk id="10" creationId="{A6767D03-3AB0-EFFB-8948-DC37A7513801}"/>
          </ac:picMkLst>
        </pc:picChg>
      </pc:sldChg>
    </pc:docChg>
  </pc:docChgLst>
  <pc:docChgLst>
    <pc:chgData name="Ashfi Shah" userId="4414e0c9-c483-4652-8869-865ebf3968f3" providerId="ADAL" clId="{6A2EAF75-B3E3-4E79-820A-A3FB85158097}"/>
    <pc:docChg chg="undo redo custSel addSld modSld">
      <pc:chgData name="Ashfi Shah" userId="4414e0c9-c483-4652-8869-865ebf3968f3" providerId="ADAL" clId="{6A2EAF75-B3E3-4E79-820A-A3FB85158097}" dt="2026-03-18T13:27:18.427" v="488" actId="207"/>
      <pc:docMkLst>
        <pc:docMk/>
      </pc:docMkLst>
      <pc:sldChg chg="modSp mod">
        <pc:chgData name="Ashfi Shah" userId="4414e0c9-c483-4652-8869-865ebf3968f3" providerId="ADAL" clId="{6A2EAF75-B3E3-4E79-820A-A3FB85158097}" dt="2026-03-18T13:27:18.427" v="488" actId="207"/>
        <pc:sldMkLst>
          <pc:docMk/>
          <pc:sldMk cId="1291652102" sldId="256"/>
        </pc:sldMkLst>
        <pc:spChg chg="mod">
          <ac:chgData name="Ashfi Shah" userId="4414e0c9-c483-4652-8869-865ebf3968f3" providerId="ADAL" clId="{6A2EAF75-B3E3-4E79-820A-A3FB85158097}" dt="2026-03-18T13:27:18.427" v="488" actId="207"/>
          <ac:spMkLst>
            <pc:docMk/>
            <pc:sldMk cId="1291652102" sldId="256"/>
            <ac:spMk id="3" creationId="{137DCDBA-545E-AD28-7DD5-FB9031E204CF}"/>
          </ac:spMkLst>
        </pc:spChg>
      </pc:sldChg>
      <pc:sldChg chg="modSp mod modNotesTx">
        <pc:chgData name="Ashfi Shah" userId="4414e0c9-c483-4652-8869-865ebf3968f3" providerId="ADAL" clId="{6A2EAF75-B3E3-4E79-820A-A3FB85158097}" dt="2026-03-18T13:18:08.040" v="463" actId="20577"/>
        <pc:sldMkLst>
          <pc:docMk/>
          <pc:sldMk cId="4109197468" sldId="291"/>
        </pc:sldMkLst>
        <pc:spChg chg="mod">
          <ac:chgData name="Ashfi Shah" userId="4414e0c9-c483-4652-8869-865ebf3968f3" providerId="ADAL" clId="{6A2EAF75-B3E3-4E79-820A-A3FB85158097}" dt="2026-03-18T13:18:08.040" v="463" actId="20577"/>
          <ac:spMkLst>
            <pc:docMk/>
            <pc:sldMk cId="4109197468" sldId="291"/>
            <ac:spMk id="4" creationId="{A4F35165-B064-82BD-2D2A-88406E445366}"/>
          </ac:spMkLst>
        </pc:spChg>
      </pc:sldChg>
      <pc:sldChg chg="modSp mod">
        <pc:chgData name="Ashfi Shah" userId="4414e0c9-c483-4652-8869-865ebf3968f3" providerId="ADAL" clId="{6A2EAF75-B3E3-4E79-820A-A3FB85158097}" dt="2026-03-18T13:18:56.813" v="468" actId="313"/>
        <pc:sldMkLst>
          <pc:docMk/>
          <pc:sldMk cId="621179336" sldId="292"/>
        </pc:sldMkLst>
        <pc:spChg chg="mod">
          <ac:chgData name="Ashfi Shah" userId="4414e0c9-c483-4652-8869-865ebf3968f3" providerId="ADAL" clId="{6A2EAF75-B3E3-4E79-820A-A3FB85158097}" dt="2026-03-18T13:18:56.813" v="468" actId="313"/>
          <ac:spMkLst>
            <pc:docMk/>
            <pc:sldMk cId="621179336" sldId="292"/>
            <ac:spMk id="4" creationId="{B95E7AD2-BA63-BFB1-4DCE-6F6FF0FD02A8}"/>
          </ac:spMkLst>
        </pc:spChg>
      </pc:sldChg>
      <pc:sldChg chg="modSp mod">
        <pc:chgData name="Ashfi Shah" userId="4414e0c9-c483-4652-8869-865ebf3968f3" providerId="ADAL" clId="{6A2EAF75-B3E3-4E79-820A-A3FB85158097}" dt="2026-03-18T13:18:58.492" v="469" actId="313"/>
        <pc:sldMkLst>
          <pc:docMk/>
          <pc:sldMk cId="3664179497" sldId="293"/>
        </pc:sldMkLst>
        <pc:spChg chg="mod">
          <ac:chgData name="Ashfi Shah" userId="4414e0c9-c483-4652-8869-865ebf3968f3" providerId="ADAL" clId="{6A2EAF75-B3E3-4E79-820A-A3FB85158097}" dt="2026-03-18T13:18:58.492" v="469" actId="313"/>
          <ac:spMkLst>
            <pc:docMk/>
            <pc:sldMk cId="3664179497" sldId="293"/>
            <ac:spMk id="4" creationId="{AD55267F-DE7E-75B2-D48E-CF02EA6CFCC2}"/>
          </ac:spMkLst>
        </pc:spChg>
      </pc:sldChg>
      <pc:sldChg chg="modSp mod">
        <pc:chgData name="Ashfi Shah" userId="4414e0c9-c483-4652-8869-865ebf3968f3" providerId="ADAL" clId="{6A2EAF75-B3E3-4E79-820A-A3FB85158097}" dt="2026-03-18T13:18:59.564" v="470" actId="313"/>
        <pc:sldMkLst>
          <pc:docMk/>
          <pc:sldMk cId="1289687523" sldId="294"/>
        </pc:sldMkLst>
        <pc:spChg chg="mod">
          <ac:chgData name="Ashfi Shah" userId="4414e0c9-c483-4652-8869-865ebf3968f3" providerId="ADAL" clId="{6A2EAF75-B3E3-4E79-820A-A3FB85158097}" dt="2026-03-18T13:18:59.564" v="470" actId="313"/>
          <ac:spMkLst>
            <pc:docMk/>
            <pc:sldMk cId="1289687523" sldId="294"/>
            <ac:spMk id="4" creationId="{012EA842-0FB6-2084-2ABD-74587F46BDAF}"/>
          </ac:spMkLst>
        </pc:spChg>
      </pc:sldChg>
      <pc:sldChg chg="modSp mod">
        <pc:chgData name="Ashfi Shah" userId="4414e0c9-c483-4652-8869-865ebf3968f3" providerId="ADAL" clId="{6A2EAF75-B3E3-4E79-820A-A3FB85158097}" dt="2026-03-18T13:19:00.487" v="471" actId="313"/>
        <pc:sldMkLst>
          <pc:docMk/>
          <pc:sldMk cId="1519354223" sldId="295"/>
        </pc:sldMkLst>
        <pc:spChg chg="mod">
          <ac:chgData name="Ashfi Shah" userId="4414e0c9-c483-4652-8869-865ebf3968f3" providerId="ADAL" clId="{6A2EAF75-B3E3-4E79-820A-A3FB85158097}" dt="2026-03-18T13:19:00.487" v="471" actId="313"/>
          <ac:spMkLst>
            <pc:docMk/>
            <pc:sldMk cId="1519354223" sldId="295"/>
            <ac:spMk id="4" creationId="{5F35901F-26AE-26C1-CC43-1B68DA8B02EC}"/>
          </ac:spMkLst>
        </pc:spChg>
      </pc:sldChg>
      <pc:sldChg chg="modSp mod">
        <pc:chgData name="Ashfi Shah" userId="4414e0c9-c483-4652-8869-865ebf3968f3" providerId="ADAL" clId="{6A2EAF75-B3E3-4E79-820A-A3FB85158097}" dt="2026-03-18T13:19:01.359" v="472" actId="313"/>
        <pc:sldMkLst>
          <pc:docMk/>
          <pc:sldMk cId="34972744" sldId="297"/>
        </pc:sldMkLst>
        <pc:spChg chg="mod">
          <ac:chgData name="Ashfi Shah" userId="4414e0c9-c483-4652-8869-865ebf3968f3" providerId="ADAL" clId="{6A2EAF75-B3E3-4E79-820A-A3FB85158097}" dt="2026-03-18T13:19:01.359" v="472" actId="313"/>
          <ac:spMkLst>
            <pc:docMk/>
            <pc:sldMk cId="34972744" sldId="297"/>
            <ac:spMk id="4" creationId="{9D7819F4-B30A-6D94-05E0-23861F4DF83F}"/>
          </ac:spMkLst>
        </pc:spChg>
      </pc:sldChg>
      <pc:sldChg chg="modSp mod">
        <pc:chgData name="Ashfi Shah" userId="4414e0c9-c483-4652-8869-865ebf3968f3" providerId="ADAL" clId="{6A2EAF75-B3E3-4E79-820A-A3FB85158097}" dt="2026-03-18T13:19:21.089" v="487" actId="313"/>
        <pc:sldMkLst>
          <pc:docMk/>
          <pc:sldMk cId="2222123911" sldId="298"/>
        </pc:sldMkLst>
        <pc:spChg chg="mod">
          <ac:chgData name="Ashfi Shah" userId="4414e0c9-c483-4652-8869-865ebf3968f3" providerId="ADAL" clId="{6A2EAF75-B3E3-4E79-820A-A3FB85158097}" dt="2026-03-18T13:19:02.175" v="473" actId="313"/>
          <ac:spMkLst>
            <pc:docMk/>
            <pc:sldMk cId="2222123911" sldId="298"/>
            <ac:spMk id="4" creationId="{3310B599-3219-CFCD-5021-AB970DBAF8F6}"/>
          </ac:spMkLst>
        </pc:spChg>
        <pc:spChg chg="mod">
          <ac:chgData name="Ashfi Shah" userId="4414e0c9-c483-4652-8869-865ebf3968f3" providerId="ADAL" clId="{6A2EAF75-B3E3-4E79-820A-A3FB85158097}" dt="2026-03-18T13:19:21.089" v="487" actId="313"/>
          <ac:spMkLst>
            <pc:docMk/>
            <pc:sldMk cId="2222123911" sldId="298"/>
            <ac:spMk id="20" creationId="{4EE75D99-70EC-4E18-5379-B5794C1F5FFD}"/>
          </ac:spMkLst>
        </pc:spChg>
      </pc:sldChg>
      <pc:sldChg chg="modSp mod">
        <pc:chgData name="Ashfi Shah" userId="4414e0c9-c483-4652-8869-865ebf3968f3" providerId="ADAL" clId="{6A2EAF75-B3E3-4E79-820A-A3FB85158097}" dt="2026-03-18T13:19:05.765" v="474" actId="313"/>
        <pc:sldMkLst>
          <pc:docMk/>
          <pc:sldMk cId="2942532873" sldId="299"/>
        </pc:sldMkLst>
        <pc:spChg chg="mod">
          <ac:chgData name="Ashfi Shah" userId="4414e0c9-c483-4652-8869-865ebf3968f3" providerId="ADAL" clId="{6A2EAF75-B3E3-4E79-820A-A3FB85158097}" dt="2026-03-18T13:19:05.765" v="474" actId="313"/>
          <ac:spMkLst>
            <pc:docMk/>
            <pc:sldMk cId="2942532873" sldId="299"/>
            <ac:spMk id="4" creationId="{AB798439-46F0-63F1-1B97-DA470F4738E8}"/>
          </ac:spMkLst>
        </pc:spChg>
      </pc:sldChg>
      <pc:sldChg chg="modSp mod">
        <pc:chgData name="Ashfi Shah" userId="4414e0c9-c483-4652-8869-865ebf3968f3" providerId="ADAL" clId="{6A2EAF75-B3E3-4E79-820A-A3FB85158097}" dt="2026-03-18T13:19:07.470" v="476" actId="313"/>
        <pc:sldMkLst>
          <pc:docMk/>
          <pc:sldMk cId="25607648" sldId="300"/>
        </pc:sldMkLst>
        <pc:spChg chg="mod">
          <ac:chgData name="Ashfi Shah" userId="4414e0c9-c483-4652-8869-865ebf3968f3" providerId="ADAL" clId="{6A2EAF75-B3E3-4E79-820A-A3FB85158097}" dt="2026-03-18T13:19:07.470" v="476" actId="313"/>
          <ac:spMkLst>
            <pc:docMk/>
            <pc:sldMk cId="25607648" sldId="300"/>
            <ac:spMk id="4" creationId="{761C6DB7-6982-C971-7AF0-F986AB0F21C0}"/>
          </ac:spMkLst>
        </pc:spChg>
      </pc:sldChg>
      <pc:sldChg chg="modSp mod">
        <pc:chgData name="Ashfi Shah" userId="4414e0c9-c483-4652-8869-865ebf3968f3" providerId="ADAL" clId="{6A2EAF75-B3E3-4E79-820A-A3FB85158097}" dt="2026-03-18T13:19:06.675" v="475" actId="313"/>
        <pc:sldMkLst>
          <pc:docMk/>
          <pc:sldMk cId="3224288287" sldId="301"/>
        </pc:sldMkLst>
        <pc:spChg chg="mod">
          <ac:chgData name="Ashfi Shah" userId="4414e0c9-c483-4652-8869-865ebf3968f3" providerId="ADAL" clId="{6A2EAF75-B3E3-4E79-820A-A3FB85158097}" dt="2026-03-18T13:19:06.675" v="475" actId="313"/>
          <ac:spMkLst>
            <pc:docMk/>
            <pc:sldMk cId="3224288287" sldId="301"/>
            <ac:spMk id="4" creationId="{102BC0AA-7F45-289C-C8B1-F4A233C5ED74}"/>
          </ac:spMkLst>
        </pc:spChg>
      </pc:sldChg>
      <pc:sldChg chg="modSp mod">
        <pc:chgData name="Ashfi Shah" userId="4414e0c9-c483-4652-8869-865ebf3968f3" providerId="ADAL" clId="{6A2EAF75-B3E3-4E79-820A-A3FB85158097}" dt="2026-03-18T13:19:08.175" v="477" actId="313"/>
        <pc:sldMkLst>
          <pc:docMk/>
          <pc:sldMk cId="2588001690" sldId="302"/>
        </pc:sldMkLst>
        <pc:spChg chg="mod">
          <ac:chgData name="Ashfi Shah" userId="4414e0c9-c483-4652-8869-865ebf3968f3" providerId="ADAL" clId="{6A2EAF75-B3E3-4E79-820A-A3FB85158097}" dt="2026-03-18T13:19:08.175" v="477" actId="313"/>
          <ac:spMkLst>
            <pc:docMk/>
            <pc:sldMk cId="2588001690" sldId="302"/>
            <ac:spMk id="4" creationId="{16842BB7-A6E7-D687-63D2-EF1198618B74}"/>
          </ac:spMkLst>
        </pc:spChg>
      </pc:sldChg>
      <pc:sldChg chg="modSp mod">
        <pc:chgData name="Ashfi Shah" userId="4414e0c9-c483-4652-8869-865ebf3968f3" providerId="ADAL" clId="{6A2EAF75-B3E3-4E79-820A-A3FB85158097}" dt="2026-03-18T13:19:10.081" v="478" actId="313"/>
        <pc:sldMkLst>
          <pc:docMk/>
          <pc:sldMk cId="286592606" sldId="303"/>
        </pc:sldMkLst>
        <pc:spChg chg="mod">
          <ac:chgData name="Ashfi Shah" userId="4414e0c9-c483-4652-8869-865ebf3968f3" providerId="ADAL" clId="{6A2EAF75-B3E3-4E79-820A-A3FB85158097}" dt="2026-03-18T13:19:10.081" v="478" actId="313"/>
          <ac:spMkLst>
            <pc:docMk/>
            <pc:sldMk cId="286592606" sldId="303"/>
            <ac:spMk id="4" creationId="{549912C4-6DC6-7884-673C-CB673BBD7BB5}"/>
          </ac:spMkLst>
        </pc:spChg>
      </pc:sldChg>
      <pc:sldChg chg="modSp mod">
        <pc:chgData name="Ashfi Shah" userId="4414e0c9-c483-4652-8869-865ebf3968f3" providerId="ADAL" clId="{6A2EAF75-B3E3-4E79-820A-A3FB85158097}" dt="2026-03-18T13:19:10.700" v="479" actId="313"/>
        <pc:sldMkLst>
          <pc:docMk/>
          <pc:sldMk cId="1246710356" sldId="304"/>
        </pc:sldMkLst>
        <pc:spChg chg="mod">
          <ac:chgData name="Ashfi Shah" userId="4414e0c9-c483-4652-8869-865ebf3968f3" providerId="ADAL" clId="{6A2EAF75-B3E3-4E79-820A-A3FB85158097}" dt="2026-03-18T13:19:10.700" v="479" actId="313"/>
          <ac:spMkLst>
            <pc:docMk/>
            <pc:sldMk cId="1246710356" sldId="304"/>
            <ac:spMk id="4" creationId="{E1841EA1-F4AF-5E6B-9AC1-B5ADA4D4B351}"/>
          </ac:spMkLst>
        </pc:spChg>
      </pc:sldChg>
      <pc:sldChg chg="modSp mod">
        <pc:chgData name="Ashfi Shah" userId="4414e0c9-c483-4652-8869-865ebf3968f3" providerId="ADAL" clId="{6A2EAF75-B3E3-4E79-820A-A3FB85158097}" dt="2026-03-18T13:19:11.387" v="480" actId="313"/>
        <pc:sldMkLst>
          <pc:docMk/>
          <pc:sldMk cId="1897780068" sldId="305"/>
        </pc:sldMkLst>
        <pc:spChg chg="mod">
          <ac:chgData name="Ashfi Shah" userId="4414e0c9-c483-4652-8869-865ebf3968f3" providerId="ADAL" clId="{6A2EAF75-B3E3-4E79-820A-A3FB85158097}" dt="2026-03-18T13:19:11.387" v="480" actId="313"/>
          <ac:spMkLst>
            <pc:docMk/>
            <pc:sldMk cId="1897780068" sldId="305"/>
            <ac:spMk id="4" creationId="{7688D4AB-8B7B-E075-FECB-632DB0342A71}"/>
          </ac:spMkLst>
        </pc:spChg>
      </pc:sldChg>
      <pc:sldChg chg="addSp delSp modSp add mod chgLayout">
        <pc:chgData name="Ashfi Shah" userId="4414e0c9-c483-4652-8869-865ebf3968f3" providerId="ADAL" clId="{6A2EAF75-B3E3-4E79-820A-A3FB85158097}" dt="2026-03-18T13:19:13.670" v="481" actId="313"/>
        <pc:sldMkLst>
          <pc:docMk/>
          <pc:sldMk cId="284136313" sldId="306"/>
        </pc:sldMkLst>
        <pc:spChg chg="mod ord">
          <ac:chgData name="Ashfi Shah" userId="4414e0c9-c483-4652-8869-865ebf3968f3" providerId="ADAL" clId="{6A2EAF75-B3E3-4E79-820A-A3FB85158097}" dt="2026-03-18T13:11:00.288" v="293" actId="700"/>
          <ac:spMkLst>
            <pc:docMk/>
            <pc:sldMk cId="284136313" sldId="306"/>
            <ac:spMk id="2" creationId="{13F9D255-7BFE-D23D-36A0-3FEF82A05580}"/>
          </ac:spMkLst>
        </pc:spChg>
        <pc:spChg chg="add del mod">
          <ac:chgData name="Ashfi Shah" userId="4414e0c9-c483-4652-8869-865ebf3968f3" providerId="ADAL" clId="{6A2EAF75-B3E3-4E79-820A-A3FB85158097}" dt="2026-03-18T13:10:57.810" v="292" actId="6264"/>
          <ac:spMkLst>
            <pc:docMk/>
            <pc:sldMk cId="284136313" sldId="306"/>
            <ac:spMk id="3" creationId="{410E93E1-2F96-CE24-086F-146B7D582A8A}"/>
          </ac:spMkLst>
        </pc:spChg>
        <pc:spChg chg="mod">
          <ac:chgData name="Ashfi Shah" userId="4414e0c9-c483-4652-8869-865ebf3968f3" providerId="ADAL" clId="{6A2EAF75-B3E3-4E79-820A-A3FB85158097}" dt="2026-03-18T13:19:13.670" v="481" actId="313"/>
          <ac:spMkLst>
            <pc:docMk/>
            <pc:sldMk cId="284136313" sldId="306"/>
            <ac:spMk id="4" creationId="{58618B1C-4796-C03D-3096-44BD8BB83C94}"/>
          </ac:spMkLst>
        </pc:spChg>
        <pc:spChg chg="add del mod ord">
          <ac:chgData name="Ashfi Shah" userId="4414e0c9-c483-4652-8869-865ebf3968f3" providerId="ADAL" clId="{6A2EAF75-B3E3-4E79-820A-A3FB85158097}" dt="2026-03-18T13:10:57.810" v="292" actId="6264"/>
          <ac:spMkLst>
            <pc:docMk/>
            <pc:sldMk cId="284136313" sldId="306"/>
            <ac:spMk id="5" creationId="{3CF8B29F-789A-4467-F53B-0AA7B5AB001F}"/>
          </ac:spMkLst>
        </pc:spChg>
        <pc:spChg chg="add mod ord">
          <ac:chgData name="Ashfi Shah" userId="4414e0c9-c483-4652-8869-865ebf3968f3" providerId="ADAL" clId="{6A2EAF75-B3E3-4E79-820A-A3FB85158097}" dt="2026-03-18T13:12:18.373" v="378" actId="207"/>
          <ac:spMkLst>
            <pc:docMk/>
            <pc:sldMk cId="284136313" sldId="306"/>
            <ac:spMk id="6" creationId="{170DEBA5-27DB-E381-A066-A09269D5C5D4}"/>
          </ac:spMkLst>
        </pc:spChg>
        <pc:spChg chg="del">
          <ac:chgData name="Ashfi Shah" userId="4414e0c9-c483-4652-8869-865ebf3968f3" providerId="ADAL" clId="{6A2EAF75-B3E3-4E79-820A-A3FB85158097}" dt="2026-03-18T13:10:49.214" v="290" actId="478"/>
          <ac:spMkLst>
            <pc:docMk/>
            <pc:sldMk cId="284136313" sldId="306"/>
            <ac:spMk id="11" creationId="{2BBA045C-A975-3599-7965-1BBE5782D80B}"/>
          </ac:spMkLst>
        </pc:spChg>
        <pc:spChg chg="del">
          <ac:chgData name="Ashfi Shah" userId="4414e0c9-c483-4652-8869-865ebf3968f3" providerId="ADAL" clId="{6A2EAF75-B3E3-4E79-820A-A3FB85158097}" dt="2026-03-18T13:10:49.214" v="290" actId="478"/>
          <ac:spMkLst>
            <pc:docMk/>
            <pc:sldMk cId="284136313" sldId="306"/>
            <ac:spMk id="15" creationId="{67E85E99-C68A-56E4-E980-5CD689B47741}"/>
          </ac:spMkLst>
        </pc:spChg>
        <pc:spChg chg="del">
          <ac:chgData name="Ashfi Shah" userId="4414e0c9-c483-4652-8869-865ebf3968f3" providerId="ADAL" clId="{6A2EAF75-B3E3-4E79-820A-A3FB85158097}" dt="2026-03-18T13:10:49.214" v="290" actId="478"/>
          <ac:spMkLst>
            <pc:docMk/>
            <pc:sldMk cId="284136313" sldId="306"/>
            <ac:spMk id="16" creationId="{3B7A2E49-BEE0-953A-8F73-763EF8105CFE}"/>
          </ac:spMkLst>
        </pc:spChg>
        <pc:spChg chg="del">
          <ac:chgData name="Ashfi Shah" userId="4414e0c9-c483-4652-8869-865ebf3968f3" providerId="ADAL" clId="{6A2EAF75-B3E3-4E79-820A-A3FB85158097}" dt="2026-03-18T13:10:49.214" v="290" actId="478"/>
          <ac:spMkLst>
            <pc:docMk/>
            <pc:sldMk cId="284136313" sldId="306"/>
            <ac:spMk id="17" creationId="{E63AB546-BA95-2BC5-05D5-7066965C0D7E}"/>
          </ac:spMkLst>
        </pc:spChg>
        <pc:spChg chg="del">
          <ac:chgData name="Ashfi Shah" userId="4414e0c9-c483-4652-8869-865ebf3968f3" providerId="ADAL" clId="{6A2EAF75-B3E3-4E79-820A-A3FB85158097}" dt="2026-03-18T13:10:49.214" v="290" actId="478"/>
          <ac:spMkLst>
            <pc:docMk/>
            <pc:sldMk cId="284136313" sldId="306"/>
            <ac:spMk id="18" creationId="{C8075C0A-CF1A-1FE3-E589-436DCEBDAE60}"/>
          </ac:spMkLst>
        </pc:spChg>
        <pc:picChg chg="add mod">
          <ac:chgData name="Ashfi Shah" userId="4414e0c9-c483-4652-8869-865ebf3968f3" providerId="ADAL" clId="{6A2EAF75-B3E3-4E79-820A-A3FB85158097}" dt="2026-03-18T13:12:50.231" v="381" actId="1076"/>
          <ac:picMkLst>
            <pc:docMk/>
            <pc:sldMk cId="284136313" sldId="306"/>
            <ac:picMk id="7" creationId="{AAB5F6DA-A673-758A-628C-63B0A97A6DFE}"/>
          </ac:picMkLst>
        </pc:picChg>
        <pc:picChg chg="del">
          <ac:chgData name="Ashfi Shah" userId="4414e0c9-c483-4652-8869-865ebf3968f3" providerId="ADAL" clId="{6A2EAF75-B3E3-4E79-820A-A3FB85158097}" dt="2026-03-18T13:10:45.515" v="289" actId="478"/>
          <ac:picMkLst>
            <pc:docMk/>
            <pc:sldMk cId="284136313" sldId="306"/>
            <ac:picMk id="10" creationId="{FF76E382-8E63-2196-EA56-457178B7679B}"/>
          </ac:picMkLst>
        </pc:picChg>
      </pc:sldChg>
      <pc:sldChg chg="delSp modSp add mod">
        <pc:chgData name="Ashfi Shah" userId="4414e0c9-c483-4652-8869-865ebf3968f3" providerId="ADAL" clId="{6A2EAF75-B3E3-4E79-820A-A3FB85158097}" dt="2026-03-18T13:19:14.509" v="482" actId="313"/>
        <pc:sldMkLst>
          <pc:docMk/>
          <pc:sldMk cId="3877220908" sldId="307"/>
        </pc:sldMkLst>
        <pc:spChg chg="mod">
          <ac:chgData name="Ashfi Shah" userId="4414e0c9-c483-4652-8869-865ebf3968f3" providerId="ADAL" clId="{6A2EAF75-B3E3-4E79-820A-A3FB85158097}" dt="2026-03-18T13:13:02.041" v="385" actId="20577"/>
          <ac:spMkLst>
            <pc:docMk/>
            <pc:sldMk cId="3877220908" sldId="307"/>
            <ac:spMk id="2" creationId="{22659657-A270-CDC9-5EBB-C5198BB561D7}"/>
          </ac:spMkLst>
        </pc:spChg>
        <pc:spChg chg="mod">
          <ac:chgData name="Ashfi Shah" userId="4414e0c9-c483-4652-8869-865ebf3968f3" providerId="ADAL" clId="{6A2EAF75-B3E3-4E79-820A-A3FB85158097}" dt="2026-03-18T13:19:14.509" v="482" actId="313"/>
          <ac:spMkLst>
            <pc:docMk/>
            <pc:sldMk cId="3877220908" sldId="307"/>
            <ac:spMk id="4" creationId="{D1DE28B0-5150-B1B2-80BD-DDB7D1F181F0}"/>
          </ac:spMkLst>
        </pc:spChg>
        <pc:spChg chg="mod">
          <ac:chgData name="Ashfi Shah" userId="4414e0c9-c483-4652-8869-865ebf3968f3" providerId="ADAL" clId="{6A2EAF75-B3E3-4E79-820A-A3FB85158097}" dt="2026-03-18T13:13:38.374" v="393" actId="207"/>
          <ac:spMkLst>
            <pc:docMk/>
            <pc:sldMk cId="3877220908" sldId="307"/>
            <ac:spMk id="6" creationId="{A30D0EA8-69B1-70F1-0456-319C02D1531C}"/>
          </ac:spMkLst>
        </pc:spChg>
        <pc:picChg chg="del">
          <ac:chgData name="Ashfi Shah" userId="4414e0c9-c483-4652-8869-865ebf3968f3" providerId="ADAL" clId="{6A2EAF75-B3E3-4E79-820A-A3FB85158097}" dt="2026-03-18T13:13:03.306" v="386" actId="478"/>
          <ac:picMkLst>
            <pc:docMk/>
            <pc:sldMk cId="3877220908" sldId="307"/>
            <ac:picMk id="7" creationId="{BDC54A05-5690-9A33-12B5-32984A046704}"/>
          </ac:picMkLst>
        </pc:picChg>
      </pc:sldChg>
      <pc:sldChg chg="modSp add mod">
        <pc:chgData name="Ashfi Shah" userId="4414e0c9-c483-4652-8869-865ebf3968f3" providerId="ADAL" clId="{6A2EAF75-B3E3-4E79-820A-A3FB85158097}" dt="2026-03-18T13:19:15.097" v="483" actId="313"/>
        <pc:sldMkLst>
          <pc:docMk/>
          <pc:sldMk cId="2416418538" sldId="308"/>
        </pc:sldMkLst>
        <pc:spChg chg="mod">
          <ac:chgData name="Ashfi Shah" userId="4414e0c9-c483-4652-8869-865ebf3968f3" providerId="ADAL" clId="{6A2EAF75-B3E3-4E79-820A-A3FB85158097}" dt="2026-03-18T13:13:46.146" v="395" actId="20577"/>
          <ac:spMkLst>
            <pc:docMk/>
            <pc:sldMk cId="2416418538" sldId="308"/>
            <ac:spMk id="2" creationId="{86212285-F8A8-B229-6664-D08C9D430D5A}"/>
          </ac:spMkLst>
        </pc:spChg>
        <pc:spChg chg="mod">
          <ac:chgData name="Ashfi Shah" userId="4414e0c9-c483-4652-8869-865ebf3968f3" providerId="ADAL" clId="{6A2EAF75-B3E3-4E79-820A-A3FB85158097}" dt="2026-03-18T13:19:15.097" v="483" actId="313"/>
          <ac:spMkLst>
            <pc:docMk/>
            <pc:sldMk cId="2416418538" sldId="308"/>
            <ac:spMk id="4" creationId="{8A57BBC4-D0C9-9962-EC28-2283F80F8872}"/>
          </ac:spMkLst>
        </pc:spChg>
        <pc:spChg chg="mod">
          <ac:chgData name="Ashfi Shah" userId="4414e0c9-c483-4652-8869-865ebf3968f3" providerId="ADAL" clId="{6A2EAF75-B3E3-4E79-820A-A3FB85158097}" dt="2026-03-18T13:14:14.153" v="400" actId="207"/>
          <ac:spMkLst>
            <pc:docMk/>
            <pc:sldMk cId="2416418538" sldId="308"/>
            <ac:spMk id="6" creationId="{F242F653-441D-F66C-D4CD-CF8A72645751}"/>
          </ac:spMkLst>
        </pc:spChg>
      </pc:sldChg>
      <pc:sldChg chg="addSp modSp add mod modClrScheme chgLayout">
        <pc:chgData name="Ashfi Shah" userId="4414e0c9-c483-4652-8869-865ebf3968f3" providerId="ADAL" clId="{6A2EAF75-B3E3-4E79-820A-A3FB85158097}" dt="2026-03-18T13:19:15.622" v="484" actId="313"/>
        <pc:sldMkLst>
          <pc:docMk/>
          <pc:sldMk cId="2387958321" sldId="309"/>
        </pc:sldMkLst>
        <pc:spChg chg="mod ord">
          <ac:chgData name="Ashfi Shah" userId="4414e0c9-c483-4652-8869-865ebf3968f3" providerId="ADAL" clId="{6A2EAF75-B3E3-4E79-820A-A3FB85158097}" dt="2026-03-18T13:15:04.771" v="406" actId="700"/>
          <ac:spMkLst>
            <pc:docMk/>
            <pc:sldMk cId="2387958321" sldId="309"/>
            <ac:spMk id="2" creationId="{111813C3-6658-8552-C4B7-1E737543F5E5}"/>
          </ac:spMkLst>
        </pc:spChg>
        <pc:spChg chg="add mod ord">
          <ac:chgData name="Ashfi Shah" userId="4414e0c9-c483-4652-8869-865ebf3968f3" providerId="ADAL" clId="{6A2EAF75-B3E3-4E79-820A-A3FB85158097}" dt="2026-03-18T13:15:30.553" v="420" actId="27636"/>
          <ac:spMkLst>
            <pc:docMk/>
            <pc:sldMk cId="2387958321" sldId="309"/>
            <ac:spMk id="3" creationId="{6367C273-6665-707A-1365-F6AADF3A5F1E}"/>
          </ac:spMkLst>
        </pc:spChg>
        <pc:spChg chg="mod">
          <ac:chgData name="Ashfi Shah" userId="4414e0c9-c483-4652-8869-865ebf3968f3" providerId="ADAL" clId="{6A2EAF75-B3E3-4E79-820A-A3FB85158097}" dt="2026-03-18T13:19:15.622" v="484" actId="313"/>
          <ac:spMkLst>
            <pc:docMk/>
            <pc:sldMk cId="2387958321" sldId="309"/>
            <ac:spMk id="4" creationId="{5EF3548B-9B48-009F-EF32-6EAAC0784D52}"/>
          </ac:spMkLst>
        </pc:spChg>
        <pc:spChg chg="mod ord">
          <ac:chgData name="Ashfi Shah" userId="4414e0c9-c483-4652-8869-865ebf3968f3" providerId="ADAL" clId="{6A2EAF75-B3E3-4E79-820A-A3FB85158097}" dt="2026-03-18T13:18:17.556" v="467" actId="20577"/>
          <ac:spMkLst>
            <pc:docMk/>
            <pc:sldMk cId="2387958321" sldId="309"/>
            <ac:spMk id="6" creationId="{1CBC2F46-5B7C-8D44-C967-C2420B7B277D}"/>
          </ac:spMkLst>
        </pc:spChg>
      </pc:sldChg>
      <pc:sldChg chg="modSp add mod">
        <pc:chgData name="Ashfi Shah" userId="4414e0c9-c483-4652-8869-865ebf3968f3" providerId="ADAL" clId="{6A2EAF75-B3E3-4E79-820A-A3FB85158097}" dt="2026-03-18T13:19:16.398" v="485" actId="313"/>
        <pc:sldMkLst>
          <pc:docMk/>
          <pc:sldMk cId="2581960081" sldId="310"/>
        </pc:sldMkLst>
        <pc:spChg chg="mod">
          <ac:chgData name="Ashfi Shah" userId="4414e0c9-c483-4652-8869-865ebf3968f3" providerId="ADAL" clId="{6A2EAF75-B3E3-4E79-820A-A3FB85158097}" dt="2026-03-18T13:16:03.412" v="422" actId="20577"/>
          <ac:spMkLst>
            <pc:docMk/>
            <pc:sldMk cId="2581960081" sldId="310"/>
            <ac:spMk id="2" creationId="{0E8C9D60-C5B3-BA73-63FE-5DDE19F94D58}"/>
          </ac:spMkLst>
        </pc:spChg>
        <pc:spChg chg="mod">
          <ac:chgData name="Ashfi Shah" userId="4414e0c9-c483-4652-8869-865ebf3968f3" providerId="ADAL" clId="{6A2EAF75-B3E3-4E79-820A-A3FB85158097}" dt="2026-03-18T13:17:59.933" v="457" actId="27636"/>
          <ac:spMkLst>
            <pc:docMk/>
            <pc:sldMk cId="2581960081" sldId="310"/>
            <ac:spMk id="3" creationId="{D16EC48E-35E1-DE7E-637B-58E537F215E9}"/>
          </ac:spMkLst>
        </pc:spChg>
        <pc:spChg chg="mod">
          <ac:chgData name="Ashfi Shah" userId="4414e0c9-c483-4652-8869-865ebf3968f3" providerId="ADAL" clId="{6A2EAF75-B3E3-4E79-820A-A3FB85158097}" dt="2026-03-18T13:19:16.398" v="485" actId="313"/>
          <ac:spMkLst>
            <pc:docMk/>
            <pc:sldMk cId="2581960081" sldId="310"/>
            <ac:spMk id="4" creationId="{009EA5AD-00D9-686F-EE0C-87556E196116}"/>
          </ac:spMkLst>
        </pc:spChg>
        <pc:spChg chg="mod">
          <ac:chgData name="Ashfi Shah" userId="4414e0c9-c483-4652-8869-865ebf3968f3" providerId="ADAL" clId="{6A2EAF75-B3E3-4E79-820A-A3FB85158097}" dt="2026-03-18T13:17:59.924" v="456" actId="27636"/>
          <ac:spMkLst>
            <pc:docMk/>
            <pc:sldMk cId="2581960081" sldId="310"/>
            <ac:spMk id="6" creationId="{536D2EC6-55D1-CC9F-F289-AB6E2090110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DE1C-CBBC-47D8-B382-249B2789331D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448D77-C22B-4470-8470-613B4A77D1D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50360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CA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endParaRPr lang="en-US" b="1" dirty="0"/>
          </a:p>
          <a:p>
            <a:endParaRPr lang="en-CA" dirty="0"/>
          </a:p>
          <a:p>
            <a:pPr marL="228600" indent="-228600">
              <a:buAutoNum type="arabicPeriod"/>
            </a:pPr>
            <a:endParaRPr lang="en-CA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448D77-C22B-4470-8470-613B4A77D1D6}" type="slidenum">
              <a:rPr lang="en-CA" smtClean="0"/>
              <a:t>20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98035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4D611-DAA0-4699-BE25-6D8BF7059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AC4CE4-8263-E133-8B9A-FEE18D4CB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E352C-6B26-533E-D7B1-A578C3613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82F95-E2C0-AD37-D781-0EE9324C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2E65B-2349-52A9-6E9B-7AB91C8F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3278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3BF3-E6C1-F533-5D77-65230995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33816-5BB4-51AF-1737-AEB7AC106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EAC97-6C3A-0205-ACC8-3CBCB756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A7871-9669-5096-B157-6E1D0528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2027D-D12A-9BA5-C18F-AC4C2761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3271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E8A97-3D79-5AD7-A4F9-E61A7C7CA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ADD58-DA56-BA10-7876-A4A6F2817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7996C-EB11-822D-8E6D-2A342CA93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9E3B0-9355-B5DE-2A43-959578A3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52759-745F-7525-2A14-11C37A6C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3272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9189-3F6E-C3F8-1F31-2D55DCAD4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289E4-80DB-C70A-6BCA-31D349A46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D3234-D6EB-AAA1-9EF6-8F2555FB4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6F084-26E2-E295-1CD7-C843753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E3802-B8D5-6CF7-2872-E83E6929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BD797-E951-F683-F710-353321D3E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73155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4773-A9F9-70CC-7601-62E1A4E12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46685-6540-90A2-B231-8630F20F8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519F3-F9D5-8F55-4E2A-931965A8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876AA5-B832-7286-70D7-3DC20D05D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74814-D5A4-8134-1D0D-8AB2A3D01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81D396-22E3-E4F9-1CF8-B9C6001A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0C12C9-DCBB-9C50-3D16-B375C2F9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A0AD5-8377-BD80-3772-FB24B6E6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74296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7D3E4-5399-C6BE-8E01-9BE8A2BD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567D42-C9AD-00D5-1ABE-CCA57AB78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3DF464-98BD-2EF0-D0E7-17BD6EE07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7F3B4-2517-FF7C-E667-23A54F517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126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2963F2-9F95-6CC4-8A31-16488769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E79DB-6FD8-56EF-76BA-466259B0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34A59-276D-1A13-5494-767394EB7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4651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B6C2B-F7CB-BEA3-370D-9E8E5CFD4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DBDB7-EB8D-E1ED-2AE6-A3E83F401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0843E-04E8-9254-3B77-1E29316EA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71CD1-F430-75AD-EC33-14AF09D6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ECF2F-122A-968F-5863-A3E6BBAF6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920FC-18AE-3E7E-1520-D3854D03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7212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BD6F-EC51-245F-B802-A76D95343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5297C-6B78-DB6F-8D5A-900A744C2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4FEF0-E14A-86C9-633D-29F069D3D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9CD5E-FA7B-0733-BCAD-C35C954E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CB034-B311-CD5C-F793-ECEDB9569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A3F03-81C9-BCB4-563F-5B33EB2B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952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F0DB7-A45D-56A2-B857-D6348617A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ABE79-FBDC-D892-4DD2-3C4BB0B51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5489-E292-0BA9-9A7E-5E5E50A8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C0700-F401-7B3A-2605-00691B1ED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ED651-12A0-A497-457D-9E2E3C603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22217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3E8C8-19EA-B52F-3EAA-17FBD8CEF5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FDE74-5599-1D19-A1A8-6FBEA965C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7F6C4-5D8F-5DE8-6698-E8FF3BD5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7ADB5-B4FD-4F35-0886-B84975F5A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21AFF-56B8-3027-102E-7EED516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8327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2BAC2-7912-2581-BBC9-9A4BF279D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D8861-D43F-78C1-1FBB-0067E2516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E73D6-F372-0221-BC90-27E8B80E9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F337F-0072-4353-AB48-C9ABE5500DB4}" type="datetimeFigureOut">
              <a:rPr lang="en-CA" smtClean="0"/>
              <a:t>18-Mar-2026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6137B-30EB-9E8E-14CB-99A3010D82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AFD46-6D2C-A07C-26A9-FC2C5DA3F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B5D0B4-A6B9-4F3C-9FA3-1F41728EDCEE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32985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vinny380/NoSQL-RAG-Lectures-Taught-By-Me-CISC332" TargetMode="External"/><Relationship Id="rId3" Type="http://schemas.openxmlformats.org/officeDocument/2006/relationships/hyperlink" Target="https://www.w3schools.com/js/default.asp" TargetMode="External"/><Relationship Id="rId7" Type="http://schemas.openxmlformats.org/officeDocument/2006/relationships/hyperlink" Target="https://learn.mongodb.com/learning-paths/introduction-to-mongod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vuejs.org/guide/introduction.html" TargetMode="External"/><Relationship Id="rId5" Type="http://schemas.openxmlformats.org/officeDocument/2006/relationships/hyperlink" Target="https://nextjs.org/learn/react-foundations" TargetMode="External"/><Relationship Id="rId4" Type="http://schemas.openxmlformats.org/officeDocument/2006/relationships/hyperlink" Target="https://www.youtube.com/playlist?list=PLTjRvDozrdlxEIuOBZkMAK5uiqp8rHUa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43C63-249E-5D31-DFD2-5C8879BCA1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Intro to NoSQL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DCDBA-545E-AD28-7DD5-FB9031E20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CA" b="1" noProof="0" dirty="0"/>
              <a:t>ASHFI SHAH (TA)</a:t>
            </a:r>
          </a:p>
          <a:p>
            <a:r>
              <a:rPr lang="en-CA" noProof="0" dirty="0">
                <a:solidFill>
                  <a:schemeClr val="bg1"/>
                </a:solidFill>
              </a:rPr>
              <a:t>ON BEHALF OF MR. KAZI AMIT HASAN</a:t>
            </a:r>
          </a:p>
          <a:p>
            <a:r>
              <a:rPr lang="en-CA" noProof="0" dirty="0"/>
              <a:t>18 March 2026</a:t>
            </a:r>
          </a:p>
          <a:p>
            <a:r>
              <a:rPr lang="en-CA" noProof="0" dirty="0"/>
              <a:t>You can reach me at </a:t>
            </a:r>
            <a:r>
              <a:rPr lang="en-CA" noProof="0" dirty="0">
                <a:solidFill>
                  <a:srgbClr val="0070C0"/>
                </a:solidFill>
              </a:rPr>
              <a:t>ashfi.shah@queensu.ca</a:t>
            </a:r>
          </a:p>
        </p:txBody>
      </p:sp>
    </p:spTree>
    <p:extLst>
      <p:ext uri="{BB962C8B-B14F-4D97-AF65-F5344CB8AC3E}">
        <p14:creationId xmlns:p14="http://schemas.microsoft.com/office/powerpoint/2010/main" val="1291652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F697-86C3-2802-C7F0-157E3FDC6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WHAT IS NoSQL?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C2109-1A27-08ED-03B3-95C400379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3003" cy="4351338"/>
          </a:xfrm>
        </p:spPr>
        <p:txBody>
          <a:bodyPr>
            <a:normAutofit fontScale="92500" lnSpcReduction="20000"/>
          </a:bodyPr>
          <a:lstStyle/>
          <a:p>
            <a:r>
              <a:rPr lang="en-CA" noProof="0" dirty="0"/>
              <a:t>NoSQL is shortform for ‘Not Only SQL’</a:t>
            </a:r>
          </a:p>
          <a:p>
            <a:r>
              <a:rPr lang="en-CA" noProof="0" dirty="0"/>
              <a:t>NoSQL is flexible and ideal for unstructured/semi-structured data </a:t>
            </a:r>
          </a:p>
          <a:p>
            <a:pPr lvl="1"/>
            <a:r>
              <a:rPr lang="en-CA" noProof="0" dirty="0"/>
              <a:t>Does not rely on the traditional relational table model</a:t>
            </a:r>
          </a:p>
          <a:p>
            <a:pPr lvl="1"/>
            <a:r>
              <a:rPr lang="en-CA" noProof="0" dirty="0"/>
              <a:t>Very good for Big Data</a:t>
            </a:r>
          </a:p>
          <a:p>
            <a:r>
              <a:rPr lang="en-CA" noProof="0" dirty="0"/>
              <a:t>NoSQL can serve</a:t>
            </a:r>
          </a:p>
          <a:p>
            <a:pPr lvl="1"/>
            <a:r>
              <a:rPr lang="en-CA" noProof="0" dirty="0"/>
              <a:t>Key-values (</a:t>
            </a:r>
            <a:r>
              <a:rPr lang="en-CA" noProof="0" dirty="0">
                <a:solidFill>
                  <a:srgbClr val="0070C0"/>
                </a:solidFill>
              </a:rPr>
              <a:t>e.g. Redis, DynamoDB, Cassandra</a:t>
            </a:r>
            <a:r>
              <a:rPr lang="en-CA" noProof="0" dirty="0"/>
              <a:t>)</a:t>
            </a:r>
          </a:p>
          <a:p>
            <a:pPr lvl="1"/>
            <a:r>
              <a:rPr lang="en-CA" noProof="0" dirty="0"/>
              <a:t>Column Store (</a:t>
            </a:r>
            <a:r>
              <a:rPr lang="en-CA" noProof="0" dirty="0">
                <a:solidFill>
                  <a:srgbClr val="0070C0"/>
                </a:solidFill>
              </a:rPr>
              <a:t>e.g. Amazon Redshift, Google Big Query, Druid</a:t>
            </a:r>
            <a:r>
              <a:rPr lang="en-CA" noProof="0" dirty="0"/>
              <a:t>)</a:t>
            </a:r>
          </a:p>
          <a:p>
            <a:pPr lvl="1"/>
            <a:r>
              <a:rPr lang="en-CA" noProof="0" dirty="0"/>
              <a:t>Documents (</a:t>
            </a:r>
            <a:r>
              <a:rPr lang="en-CA" noProof="0" dirty="0">
                <a:solidFill>
                  <a:srgbClr val="0070C0"/>
                </a:solidFill>
              </a:rPr>
              <a:t>e.g. Firebase, MongoDB, Amazon Document DB</a:t>
            </a:r>
            <a:r>
              <a:rPr lang="en-CA" noProof="0" dirty="0"/>
              <a:t>)</a:t>
            </a:r>
          </a:p>
          <a:p>
            <a:pPr lvl="1"/>
            <a:r>
              <a:rPr lang="en-CA" noProof="0" dirty="0"/>
              <a:t>Graphs (</a:t>
            </a:r>
            <a:r>
              <a:rPr lang="en-CA" noProof="0" dirty="0">
                <a:solidFill>
                  <a:srgbClr val="0070C0"/>
                </a:solidFill>
              </a:rPr>
              <a:t>e.g. Neo4J, Amazon Neptune, Arango DB</a:t>
            </a:r>
            <a:r>
              <a:rPr lang="en-CA" noProof="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E7AD2-BA63-BFB1-4DCE-6F6FF0FD02A8}"/>
              </a:ext>
            </a:extLst>
          </p:cNvPr>
          <p:cNvSpPr txBox="1"/>
          <p:nvPr/>
        </p:nvSpPr>
        <p:spPr>
          <a:xfrm>
            <a:off x="6096000" y="291692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2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3DFF5-8DC9-A62B-F04D-C3BD34C9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9326" y="3228230"/>
            <a:ext cx="3522138" cy="3563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C5FDB2-DA5D-7F02-1F70-D35839890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113" y="209023"/>
            <a:ext cx="1940009" cy="255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7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DFCCE-0BEA-9BEF-E7CF-F847A4E3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STRUCTURED? SEMI-STRUCTURED? UNSTRUCTURED?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5227837-2CB9-9508-14D8-1C9909FB1A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046420"/>
              </p:ext>
            </p:extLst>
          </p:nvPr>
        </p:nvGraphicFramePr>
        <p:xfrm>
          <a:off x="838200" y="1825625"/>
          <a:ext cx="10515600" cy="3845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0172">
                  <a:extLst>
                    <a:ext uri="{9D8B030D-6E8A-4147-A177-3AD203B41FA5}">
                      <a16:colId xmlns:a16="http://schemas.microsoft.com/office/drawing/2014/main" val="4241994782"/>
                    </a:ext>
                  </a:extLst>
                </a:gridCol>
                <a:gridCol w="3217628">
                  <a:extLst>
                    <a:ext uri="{9D8B030D-6E8A-4147-A177-3AD203B41FA5}">
                      <a16:colId xmlns:a16="http://schemas.microsoft.com/office/drawing/2014/main" val="3826249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78317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62027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="1" noProof="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noProof="0" dirty="0"/>
                        <a:t>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noProof="0" dirty="0"/>
                        <a:t>SEMI-STRUCTURED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noProof="0" dirty="0"/>
                        <a:t>UNSTRUCTURED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001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noProof="0" dirty="0">
                          <a:solidFill>
                            <a:srgbClr val="002060"/>
                          </a:solidFill>
                        </a:rP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Organised </a:t>
                      </a:r>
                    </a:p>
                    <a:p>
                      <a:r>
                        <a:rPr lang="en-CA" noProof="0" dirty="0"/>
                        <a:t>(Typically rows and columns)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Partially Organised</a:t>
                      </a:r>
                    </a:p>
                    <a:p>
                      <a:r>
                        <a:rPr lang="en-CA" noProof="0" dirty="0"/>
                        <a:t>(Can use tags or markers)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Not Organised</a:t>
                      </a:r>
                    </a:p>
                    <a:p>
                      <a:r>
                        <a:rPr lang="en-CA" noProof="0" dirty="0"/>
                        <a:t>(No predefined format, raw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19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noProof="0" dirty="0">
                          <a:solidFill>
                            <a:srgbClr val="002060"/>
                          </a:solidFill>
                        </a:rPr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Strict and predefined</a:t>
                      </a:r>
                    </a:p>
                    <a:p>
                      <a:r>
                        <a:rPr lang="en-CA" noProof="0" dirty="0"/>
                        <a:t>(E.g. Tables)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Flexible schema </a:t>
                      </a:r>
                    </a:p>
                    <a:p>
                      <a:r>
                        <a:rPr lang="en-CA" noProof="0" dirty="0"/>
                        <a:t>(Which has metadata)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No schema</a:t>
                      </a:r>
                    </a:p>
                    <a:p>
                      <a:r>
                        <a:rPr lang="en-CA" noProof="0" dirty="0"/>
                        <a:t>(Highly Flexible)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567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noProof="0" dirty="0">
                          <a:solidFill>
                            <a:srgbClr val="002060"/>
                          </a:solidFill>
                        </a:rPr>
                        <a:t>STORAGE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Relational Database (SQL)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JSON, XML, YAML, NoSQL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Text files, Images, NoSQL Databases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469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noProof="0" dirty="0">
                          <a:solidFill>
                            <a:srgbClr val="002060"/>
                          </a:solidFill>
                        </a:rPr>
                        <a:t>SCALABILITY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Vertical Scaling</a:t>
                      </a:r>
                    </a:p>
                    <a:p>
                      <a:r>
                        <a:rPr lang="en-CA" noProof="0" dirty="0"/>
                        <a:t>(Bigger Server)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Horizontal Scaling</a:t>
                      </a:r>
                    </a:p>
                    <a:p>
                      <a:r>
                        <a:rPr lang="en-CA" noProof="0" dirty="0"/>
                        <a:t>(Distributed Systems)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Requires Specialised Storage and Indexing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17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 noProof="0" dirty="0">
                          <a:solidFill>
                            <a:srgbClr val="002060"/>
                          </a:solidFill>
                        </a:rPr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Customer Databases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HTML, 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noProof="0" dirty="0"/>
                        <a:t>Social Media Posts, Images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616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D55267F-DE7E-75B2-D48E-CF02EA6CFCC2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3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3664179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D62E-E3B2-E505-AF79-A62E5C4C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BIG DATA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C8897-4828-A168-2036-F70D7FAC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noProof="0" dirty="0">
                <a:solidFill>
                  <a:srgbClr val="0070C0"/>
                </a:solidFill>
              </a:rPr>
              <a:t>BIG DATA </a:t>
            </a:r>
            <a:r>
              <a:rPr lang="en-CA" noProof="0" dirty="0"/>
              <a:t>is data which has sizes, generation rates, and complexity that does not work with traditional data management systems</a:t>
            </a:r>
          </a:p>
          <a:p>
            <a:pPr lvl="1"/>
            <a:r>
              <a:rPr lang="en-CA" noProof="0" dirty="0">
                <a:solidFill>
                  <a:srgbClr val="0070C0"/>
                </a:solidFill>
              </a:rPr>
              <a:t>Solution: </a:t>
            </a:r>
            <a:r>
              <a:rPr lang="en-CA" noProof="0" dirty="0"/>
              <a:t>A specialised infrastructure designed to store, process, and analyse massive volumes of structured, semi-structured, and unstructured data efficiently</a:t>
            </a:r>
          </a:p>
          <a:p>
            <a:r>
              <a:rPr lang="en-CA" noProof="0" dirty="0"/>
              <a:t>Big Data can be defined by these 5 </a:t>
            </a:r>
            <a:r>
              <a:rPr lang="en-CA" noProof="0" dirty="0">
                <a:solidFill>
                  <a:srgbClr val="0070C0"/>
                </a:solidFill>
              </a:rPr>
              <a:t>Vs</a:t>
            </a:r>
            <a:r>
              <a:rPr lang="en-CA" noProof="0" dirty="0"/>
              <a:t>:</a:t>
            </a:r>
          </a:p>
          <a:p>
            <a:pPr lvl="1"/>
            <a:r>
              <a:rPr lang="en-CA" noProof="0" dirty="0">
                <a:solidFill>
                  <a:srgbClr val="0070C0"/>
                </a:solidFill>
              </a:rPr>
              <a:t>Volume</a:t>
            </a:r>
            <a:r>
              <a:rPr lang="en-CA" noProof="0" dirty="0"/>
              <a:t> – Massive amounts of data are generated every second</a:t>
            </a:r>
          </a:p>
          <a:p>
            <a:pPr lvl="1"/>
            <a:r>
              <a:rPr lang="en-CA" noProof="0" dirty="0">
                <a:solidFill>
                  <a:srgbClr val="0070C0"/>
                </a:solidFill>
              </a:rPr>
              <a:t>Velocity</a:t>
            </a:r>
            <a:r>
              <a:rPr lang="en-CA" noProof="0" dirty="0"/>
              <a:t> – Real-time analytics and streaming data</a:t>
            </a:r>
          </a:p>
          <a:p>
            <a:pPr lvl="1"/>
            <a:r>
              <a:rPr lang="en-CA" noProof="0" dirty="0">
                <a:solidFill>
                  <a:srgbClr val="0070C0"/>
                </a:solidFill>
              </a:rPr>
              <a:t>Variety </a:t>
            </a:r>
            <a:r>
              <a:rPr lang="en-CA" noProof="0" dirty="0"/>
              <a:t>– Different types of data formats and sources</a:t>
            </a:r>
          </a:p>
          <a:p>
            <a:pPr lvl="1"/>
            <a:r>
              <a:rPr lang="en-CA" noProof="0" dirty="0">
                <a:solidFill>
                  <a:srgbClr val="0070C0"/>
                </a:solidFill>
              </a:rPr>
              <a:t>Veracity</a:t>
            </a:r>
            <a:r>
              <a:rPr lang="en-CA" noProof="0" dirty="0"/>
              <a:t> (Reliability) and </a:t>
            </a:r>
            <a:r>
              <a:rPr lang="en-CA" noProof="0" dirty="0">
                <a:solidFill>
                  <a:srgbClr val="0070C0"/>
                </a:solidFill>
              </a:rPr>
              <a:t>Value</a:t>
            </a:r>
            <a:r>
              <a:rPr lang="en-CA" noProof="0" dirty="0"/>
              <a:t> (Usefulness)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EA842-0FB6-2084-2ABD-74587F46BDAF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4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128968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B0436-D5E1-C7F9-5EB6-77EA0B8A6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18C5-1347-977D-8055-0A5715FA0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BIG DATA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407C4-66B6-AA82-5016-C0C80601D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noProof="0" dirty="0"/>
              <a:t>Characteristics of a Big Data system</a:t>
            </a:r>
          </a:p>
          <a:p>
            <a:pPr lvl="1"/>
            <a:r>
              <a:rPr lang="en-CA" b="1" noProof="0" dirty="0">
                <a:solidFill>
                  <a:srgbClr val="0070C0"/>
                </a:solidFill>
              </a:rPr>
              <a:t>Scalable</a:t>
            </a:r>
            <a:r>
              <a:rPr lang="en-CA" noProof="0" dirty="0"/>
              <a:t> – handles large and growing datasets</a:t>
            </a:r>
          </a:p>
          <a:p>
            <a:pPr lvl="1"/>
            <a:r>
              <a:rPr lang="en-CA" b="1" noProof="0" dirty="0">
                <a:solidFill>
                  <a:srgbClr val="0070C0"/>
                </a:solidFill>
              </a:rPr>
              <a:t>Fault-tolerant</a:t>
            </a:r>
            <a:r>
              <a:rPr lang="en-CA" noProof="0" dirty="0"/>
              <a:t> – can recover from failure</a:t>
            </a:r>
          </a:p>
          <a:p>
            <a:pPr lvl="1"/>
            <a:r>
              <a:rPr lang="en-CA" b="1" noProof="0" dirty="0">
                <a:solidFill>
                  <a:srgbClr val="0070C0"/>
                </a:solidFill>
              </a:rPr>
              <a:t>Distributed</a:t>
            </a:r>
            <a:r>
              <a:rPr lang="en-CA" noProof="0" dirty="0"/>
              <a:t> – data and processing is spread across multiple machines</a:t>
            </a:r>
          </a:p>
          <a:p>
            <a:pPr lvl="1"/>
            <a:r>
              <a:rPr lang="en-CA" b="1" noProof="0" dirty="0">
                <a:solidFill>
                  <a:srgbClr val="0070C0"/>
                </a:solidFill>
              </a:rPr>
              <a:t>High-speed processing </a:t>
            </a:r>
            <a:r>
              <a:rPr lang="en-CA" noProof="0" dirty="0"/>
              <a:t>– Enables real-time and batch analytics</a:t>
            </a:r>
          </a:p>
          <a:p>
            <a:r>
              <a:rPr lang="en-CA" noProof="0" dirty="0"/>
              <a:t>Examples of Big Data tasks</a:t>
            </a:r>
          </a:p>
          <a:p>
            <a:pPr lvl="1"/>
            <a:r>
              <a:rPr lang="en-CA" noProof="0" dirty="0"/>
              <a:t>Social media analytics</a:t>
            </a:r>
          </a:p>
          <a:p>
            <a:pPr lvl="1"/>
            <a:r>
              <a:rPr lang="en-CA" noProof="0" dirty="0"/>
              <a:t>Indexing billions of web pages</a:t>
            </a:r>
          </a:p>
          <a:p>
            <a:pPr lvl="1"/>
            <a:r>
              <a:rPr lang="en-CA" noProof="0" dirty="0"/>
              <a:t>Real-time recommendation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5901F-26AE-26C1-CC43-1B68DA8B02EC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5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1519354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9A57C-029C-F611-0852-F8F3DEE8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AEAC5-41EC-B0E0-9AA0-E6ED7BEFB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DOCUMENT BASED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1273-3B09-9F50-71FF-7DC3AAE75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0023" cy="4351338"/>
          </a:xfrm>
        </p:spPr>
        <p:txBody>
          <a:bodyPr>
            <a:normAutofit lnSpcReduction="10000"/>
          </a:bodyPr>
          <a:lstStyle/>
          <a:p>
            <a:r>
              <a:rPr lang="en-CA" noProof="0" dirty="0"/>
              <a:t>Use collections and documents rather than tables</a:t>
            </a:r>
          </a:p>
          <a:p>
            <a:r>
              <a:rPr lang="en-CA" noProof="0" dirty="0"/>
              <a:t>Documents are the unit of storage</a:t>
            </a:r>
          </a:p>
          <a:p>
            <a:pPr lvl="1"/>
            <a:r>
              <a:rPr lang="en-CA" noProof="0" dirty="0">
                <a:solidFill>
                  <a:srgbClr val="0070C0"/>
                </a:solidFill>
              </a:rPr>
              <a:t>Document</a:t>
            </a:r>
            <a:r>
              <a:rPr lang="en-CA" noProof="0" dirty="0"/>
              <a:t>: A record with unique fields which map to values</a:t>
            </a:r>
          </a:p>
          <a:p>
            <a:pPr lvl="1"/>
            <a:r>
              <a:rPr lang="en-CA" noProof="0" dirty="0"/>
              <a:t>Complex nested objects are called maps</a:t>
            </a:r>
          </a:p>
          <a:p>
            <a:pPr lvl="1"/>
            <a:r>
              <a:rPr lang="en-CA" noProof="0" dirty="0"/>
              <a:t>Names must be unique</a:t>
            </a:r>
          </a:p>
          <a:p>
            <a:r>
              <a:rPr lang="en-CA" noProof="0" dirty="0"/>
              <a:t>Collections are containers for documents</a:t>
            </a:r>
          </a:p>
          <a:p>
            <a:pPr lvl="1"/>
            <a:r>
              <a:rPr lang="en-CA" noProof="0" dirty="0"/>
              <a:t>Do not hold fields – just documents</a:t>
            </a:r>
          </a:p>
          <a:p>
            <a:pPr lvl="1"/>
            <a:r>
              <a:rPr lang="en-CA" noProof="0" dirty="0"/>
              <a:t>Make querying easier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819F4-B30A-6D94-05E0-23861F4DF83F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6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C92204-AEFC-DEC1-F5E0-9D234A7B6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312" y="1570959"/>
            <a:ext cx="4029637" cy="2829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25EABD-C2AC-D76C-9389-DFED53B48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507" y="4673623"/>
            <a:ext cx="2065248" cy="164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1BE0A-6FE0-BF94-EA44-858B00E0C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104A-C12D-A3EA-DC83-DFC1811E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0B599-3219-CFCD-5021-AB970DBAF8F6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7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5C42C8-33E6-1024-DF3D-89BC98DDAA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5793" y="2022837"/>
            <a:ext cx="2124371" cy="15242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233B0D-B396-37A0-4458-BD11045C0CA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60208" y="2022836"/>
            <a:ext cx="2181529" cy="15242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D646BD-4F27-5AD6-BDB1-E86566DF627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981782" y="2022837"/>
            <a:ext cx="2400635" cy="3048425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211A808-6656-476D-B566-CB701112C759}"/>
              </a:ext>
            </a:extLst>
          </p:cNvPr>
          <p:cNvSpPr/>
          <p:nvPr/>
        </p:nvSpPr>
        <p:spPr>
          <a:xfrm>
            <a:off x="2529533" y="2022836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EF950B3-002B-F16D-1F66-DDCB9D9D2F72}"/>
              </a:ext>
            </a:extLst>
          </p:cNvPr>
          <p:cNvSpPr/>
          <p:nvPr/>
        </p:nvSpPr>
        <p:spPr>
          <a:xfrm>
            <a:off x="6275368" y="2026040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9DA2C7-D225-843C-61F7-DC21AE53617C}"/>
              </a:ext>
            </a:extLst>
          </p:cNvPr>
          <p:cNvSpPr/>
          <p:nvPr/>
        </p:nvSpPr>
        <p:spPr>
          <a:xfrm>
            <a:off x="10116048" y="2064578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6D309AF-0D0D-79A6-B44B-E5FEABCC8C0D}"/>
              </a:ext>
            </a:extLst>
          </p:cNvPr>
          <p:cNvSpPr/>
          <p:nvPr/>
        </p:nvSpPr>
        <p:spPr>
          <a:xfrm>
            <a:off x="10116048" y="3775657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EF25D2-0F15-CD88-A339-9ED71111D9F8}"/>
              </a:ext>
            </a:extLst>
          </p:cNvPr>
          <p:cNvSpPr txBox="1"/>
          <p:nvPr/>
        </p:nvSpPr>
        <p:spPr>
          <a:xfrm>
            <a:off x="294639" y="4323078"/>
            <a:ext cx="7593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A" noProof="0" dirty="0">
                <a:solidFill>
                  <a:srgbClr val="C00000"/>
                </a:solidFill>
              </a:rPr>
              <a:t>A simple document discussing Ada Lovelace</a:t>
            </a:r>
          </a:p>
          <a:p>
            <a:pPr marL="342900" indent="-342900">
              <a:buFont typeface="+mj-lt"/>
              <a:buAutoNum type="arabicPeriod"/>
            </a:pPr>
            <a:r>
              <a:rPr lang="en-CA" noProof="0" dirty="0">
                <a:solidFill>
                  <a:srgbClr val="002060"/>
                </a:solidFill>
              </a:rPr>
              <a:t>Another document about Ada Lovelace, but her name is now organised into a map</a:t>
            </a:r>
          </a:p>
          <a:p>
            <a:pPr marL="342900" indent="-342900">
              <a:buFont typeface="+mj-lt"/>
              <a:buAutoNum type="arabicPeriod"/>
            </a:pPr>
            <a:r>
              <a:rPr lang="en-CA" noProof="0" dirty="0"/>
              <a:t>Taking </a:t>
            </a:r>
            <a:r>
              <a:rPr lang="en-CA" noProof="0" dirty="0">
                <a:solidFill>
                  <a:srgbClr val="C00000"/>
                </a:solidFill>
              </a:rPr>
              <a:t>Ada Lovelace’s document from (1), </a:t>
            </a:r>
            <a:r>
              <a:rPr lang="en-CA" noProof="0" dirty="0"/>
              <a:t>we can make a collection. We can have more documents, such as for example </a:t>
            </a:r>
            <a:r>
              <a:rPr lang="en-CA" noProof="0" dirty="0">
                <a:solidFill>
                  <a:srgbClr val="C00000"/>
                </a:solidFill>
              </a:rPr>
              <a:t>Alan Turing</a:t>
            </a:r>
          </a:p>
          <a:p>
            <a:pPr marL="342900" indent="-342900">
              <a:buFont typeface="+mj-lt"/>
              <a:buAutoNum type="arabicPeriod"/>
            </a:pPr>
            <a:r>
              <a:rPr lang="en-CA" noProof="0" dirty="0"/>
              <a:t>Notice in this collection, no documents share the same name. If we instead of </a:t>
            </a:r>
            <a:r>
              <a:rPr lang="en-CA" i="1" noProof="0" dirty="0">
                <a:solidFill>
                  <a:srgbClr val="C00000"/>
                </a:solidFill>
              </a:rPr>
              <a:t>aturing</a:t>
            </a:r>
            <a:r>
              <a:rPr lang="en-CA" noProof="0" dirty="0"/>
              <a:t> put the second </a:t>
            </a:r>
            <a:r>
              <a:rPr lang="en-CA" i="1" noProof="0" dirty="0">
                <a:solidFill>
                  <a:srgbClr val="002060"/>
                </a:solidFill>
              </a:rPr>
              <a:t>alovelace</a:t>
            </a:r>
            <a:r>
              <a:rPr lang="en-CA" noProof="0" dirty="0"/>
              <a:t>, that would not work.</a:t>
            </a:r>
          </a:p>
          <a:p>
            <a:pPr marL="342900" indent="-342900">
              <a:buFont typeface="+mj-lt"/>
              <a:buAutoNum type="arabicPeriod"/>
            </a:pPr>
            <a:endParaRPr lang="en-CA" noProof="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E75D99-70EC-4E18-5379-B5794C1F5FFD}"/>
              </a:ext>
            </a:extLst>
          </p:cNvPr>
          <p:cNvSpPr txBox="1"/>
          <p:nvPr/>
        </p:nvSpPr>
        <p:spPr>
          <a:xfrm>
            <a:off x="8338046" y="5445152"/>
            <a:ext cx="30157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000" b="1" u="sng" noProof="0" dirty="0">
                <a:solidFill>
                  <a:schemeClr val="bg2">
                    <a:lumMod val="50000"/>
                  </a:schemeClr>
                </a:solidFill>
              </a:rPr>
              <a:t>Fun Fact:</a:t>
            </a:r>
          </a:p>
          <a:p>
            <a:r>
              <a:rPr lang="en-CA" sz="1000" noProof="0" dirty="0">
                <a:solidFill>
                  <a:schemeClr val="bg2">
                    <a:lumMod val="50000"/>
                  </a:schemeClr>
                </a:solidFill>
              </a:rPr>
              <a:t>Who are these examples?</a:t>
            </a:r>
          </a:p>
          <a:p>
            <a:r>
              <a:rPr lang="en-CA" sz="1000" b="1" noProof="0" dirty="0">
                <a:solidFill>
                  <a:schemeClr val="bg2">
                    <a:lumMod val="50000"/>
                  </a:schemeClr>
                </a:solidFill>
              </a:rPr>
              <a:t>Ada Lovelace </a:t>
            </a:r>
            <a:r>
              <a:rPr lang="en-CA" sz="1000" noProof="0" dirty="0">
                <a:solidFill>
                  <a:schemeClr val="bg2">
                    <a:lumMod val="50000"/>
                  </a:schemeClr>
                </a:solidFill>
              </a:rPr>
              <a:t>(1815-1852) is the first programmer</a:t>
            </a:r>
          </a:p>
          <a:p>
            <a:r>
              <a:rPr lang="en-CA" sz="1000" b="1" noProof="0" dirty="0">
                <a:solidFill>
                  <a:schemeClr val="bg2">
                    <a:lumMod val="50000"/>
                  </a:schemeClr>
                </a:solidFill>
              </a:rPr>
              <a:t>Alan Turing </a:t>
            </a:r>
            <a:r>
              <a:rPr lang="en-CA" sz="1000" noProof="0" dirty="0">
                <a:solidFill>
                  <a:schemeClr val="bg2">
                    <a:lumMod val="50000"/>
                  </a:schemeClr>
                </a:solidFill>
              </a:rPr>
              <a:t>(1912-1954) is one of the fathers of AI, but also played a key role in cryptography</a:t>
            </a:r>
          </a:p>
          <a:p>
            <a:endParaRPr lang="en-CA" sz="1000" noProof="0" dirty="0"/>
          </a:p>
        </p:txBody>
      </p:sp>
    </p:spTree>
    <p:extLst>
      <p:ext uri="{BB962C8B-B14F-4D97-AF65-F5344CB8AC3E}">
        <p14:creationId xmlns:p14="http://schemas.microsoft.com/office/powerpoint/2010/main" val="222212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BDA02-D28B-A4E6-4D95-1E62EA56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891E-03D1-13E5-494E-C3396CB3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DOCUMENT/COLLECTION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98439-46F0-63F1-1B97-DA470F4738E8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8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DE6B7DF-9EF2-83A3-DD0D-7ACEE4D46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429858"/>
              </p:ext>
            </p:extLst>
          </p:nvPr>
        </p:nvGraphicFramePr>
        <p:xfrm>
          <a:off x="950467" y="1831940"/>
          <a:ext cx="10291066" cy="47879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6848">
                  <a:extLst>
                    <a:ext uri="{9D8B030D-6E8A-4147-A177-3AD203B41FA5}">
                      <a16:colId xmlns:a16="http://schemas.microsoft.com/office/drawing/2014/main" val="2393057946"/>
                    </a:ext>
                  </a:extLst>
                </a:gridCol>
                <a:gridCol w="3912109">
                  <a:extLst>
                    <a:ext uri="{9D8B030D-6E8A-4147-A177-3AD203B41FA5}">
                      <a16:colId xmlns:a16="http://schemas.microsoft.com/office/drawing/2014/main" val="938762611"/>
                    </a:ext>
                  </a:extLst>
                </a:gridCol>
                <a:gridCol w="3912109">
                  <a:extLst>
                    <a:ext uri="{9D8B030D-6E8A-4147-A177-3AD203B41FA5}">
                      <a16:colId xmlns:a16="http://schemas.microsoft.com/office/drawing/2014/main" val="1941385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u="sng" noProof="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u="sng" noProof="0" dirty="0"/>
                        <a:t>FIRESTORE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u="sng" noProof="0" dirty="0"/>
                        <a:t>MONGODB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290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noProof="0" dirty="0"/>
                        <a:t>DATA ORGANISATION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1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Strictly hierarchical:</a:t>
                      </a:r>
                      <a:br>
                        <a:rPr lang="en-CA" b="1" noProof="0" dirty="0"/>
                      </a:br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is organised in a pattern:</a:t>
                      </a:r>
                    </a:p>
                    <a:p>
                      <a:r>
                        <a:rPr lang="en-CA" sz="1800" b="0" i="0" kern="1200" noProof="0" dirty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Collection → document → subcollection → document</a:t>
                      </a:r>
                      <a:endParaRPr lang="en-CA" noProof="0" dirty="0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="1" noProof="0" dirty="0"/>
                        <a:t>Flexible Binary JSON structure (BSON):</a:t>
                      </a:r>
                    </a:p>
                    <a:p>
                      <a:r>
                        <a:rPr lang="en-CA" noProof="0" dirty="0"/>
                        <a:t>Collections contain documents</a:t>
                      </a:r>
                    </a:p>
                    <a:p>
                      <a:r>
                        <a:rPr lang="en-CA" noProof="0" dirty="0"/>
                        <a:t>with nested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39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noProof="0" dirty="0"/>
                        <a:t>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Cannot contain other documents</a:t>
                      </a:r>
                      <a:br>
                        <a:rPr lang="en-CA" noProof="0" dirty="0"/>
                      </a:br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directly, only subcollections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Contain arrays and embedded</a:t>
                      </a:r>
                      <a:br>
                        <a:rPr lang="en-CA" noProof="0" dirty="0"/>
                      </a:br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sub-documents directly</a:t>
                      </a:r>
                      <a:endParaRPr lang="en-CA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655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noProof="0" dirty="0"/>
                        <a:t>QUERY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Must follow this hierarchy, which</a:t>
                      </a:r>
                      <a:br>
                        <a:rPr lang="en-CA" noProof="0" dirty="0"/>
                      </a:br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helps enforce structured</a:t>
                      </a:r>
                      <a:br>
                        <a:rPr lang="en-CA" noProof="0" dirty="0"/>
                      </a:br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relationships</a:t>
                      </a:r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enforced hierarchy—nested</a:t>
                      </a:r>
                      <a:br>
                        <a:rPr lang="en-CA" noProof="0" dirty="0"/>
                      </a:br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structures allow more complex</a:t>
                      </a:r>
                      <a:br>
                        <a:rPr lang="en-CA" noProof="0" dirty="0"/>
                      </a:br>
                      <a:r>
                        <a:rPr lang="en-CA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representations</a:t>
                      </a:r>
                      <a:endParaRPr lang="en-CA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314728"/>
                  </a:ext>
                </a:extLst>
              </a:tr>
              <a:tr h="1673895">
                <a:tc>
                  <a:txBody>
                    <a:bodyPr/>
                    <a:lstStyle/>
                    <a:p>
                      <a:pPr algn="ctr"/>
                      <a:r>
                        <a:rPr lang="en-CA" b="1" noProof="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63917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52BE3D9-6820-92C1-0A9B-0854C5415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5" y="4956956"/>
            <a:ext cx="2918349" cy="481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70C37B-67C8-BDE5-A653-0D8E86C8C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1874" y="4959576"/>
            <a:ext cx="3781425" cy="150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532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89F4C-1BF1-C905-CEF3-CD14F01A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24CE-EDAD-AEDC-45BE-2B54A6074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FIRESTORE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BC0AA-7F45-289C-C8B1-F4A233C5ED74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9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9B02D2-0799-1FDB-C8D9-56F476E23FD5}"/>
              </a:ext>
            </a:extLst>
          </p:cNvPr>
          <p:cNvSpPr txBox="1"/>
          <p:nvPr/>
        </p:nvSpPr>
        <p:spPr>
          <a:xfrm>
            <a:off x="838199" y="1690688"/>
            <a:ext cx="1051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USING FIREBASE, WHAT IF WE WANT TO DESIGN A MESSAGING APP WITH CHAT ROOMS AND MESSAGES?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3345F-DE76-3C2F-BEB9-98F5C1465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598000"/>
            <a:ext cx="3378297" cy="4049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BF085-6BD7-86DB-9A92-F927718B14A1}"/>
              </a:ext>
            </a:extLst>
          </p:cNvPr>
          <p:cNvSpPr txBox="1"/>
          <p:nvPr/>
        </p:nvSpPr>
        <p:spPr>
          <a:xfrm>
            <a:off x="4216496" y="249154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There have been two rooms implemented – Room A and Room B.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27A24-06BE-291C-DB57-08C6F75A6B0F}"/>
              </a:ext>
            </a:extLst>
          </p:cNvPr>
          <p:cNvSpPr txBox="1"/>
          <p:nvPr/>
        </p:nvSpPr>
        <p:spPr>
          <a:xfrm>
            <a:off x="4216496" y="2953678"/>
            <a:ext cx="662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In Room A, one message has been sent by “Alex” who wrote “Hello World!”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AF470-99AA-B50B-C5CD-C3BA9BDE18AC}"/>
              </a:ext>
            </a:extLst>
          </p:cNvPr>
          <p:cNvSpPr txBox="1"/>
          <p:nvPr/>
        </p:nvSpPr>
        <p:spPr>
          <a:xfrm>
            <a:off x="4216496" y="4622524"/>
            <a:ext cx="7277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Notice how organised it is. We have a collection “Rooms” which contain documents Room A, Room B, etc. Then in Room A, we have a collection of messages, such as message 1 and message 2, etc.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CAAE70-1ABC-74F0-CE47-D52AFBB5B759}"/>
              </a:ext>
            </a:extLst>
          </p:cNvPr>
          <p:cNvSpPr txBox="1"/>
          <p:nvPr/>
        </p:nvSpPr>
        <p:spPr>
          <a:xfrm>
            <a:off x="4216496" y="3651827"/>
            <a:ext cx="6629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noProof="0" dirty="0"/>
              <a:t>We can also expand it so John can write back a Message 2, and so on. Additionally, Room B can have messages so Alice and Bob can message. Additional rooms (C, D, …) can also be created.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5E64B2-F3A3-2941-842A-48C9FE7B0545}"/>
              </a:ext>
            </a:extLst>
          </p:cNvPr>
          <p:cNvSpPr txBox="1"/>
          <p:nvPr/>
        </p:nvSpPr>
        <p:spPr>
          <a:xfrm>
            <a:off x="4216496" y="5608515"/>
            <a:ext cx="7277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noProof="0" dirty="0"/>
              <a:t>But can we have nested documents, or arrays? No. This is a rigid structure lacking flexibility</a:t>
            </a:r>
          </a:p>
        </p:txBody>
      </p:sp>
    </p:spTree>
    <p:extLst>
      <p:ext uri="{BB962C8B-B14F-4D97-AF65-F5344CB8AC3E}">
        <p14:creationId xmlns:p14="http://schemas.microsoft.com/office/powerpoint/2010/main" val="3224288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4907B-FA5E-212B-37BF-50E68B0B3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7F4C-BFDA-DE39-F6CA-8020F321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INTRO TO JSON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9532FDE-2DD8-D61E-DFFE-7F7293CB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noProof="0" dirty="0"/>
              <a:t>So how do APIs exchange data between systems?</a:t>
            </a:r>
          </a:p>
          <a:p>
            <a:pPr lvl="1"/>
            <a:r>
              <a:rPr lang="en-CA" noProof="0" dirty="0"/>
              <a:t>They can use JSON</a:t>
            </a:r>
          </a:p>
          <a:p>
            <a:r>
              <a:rPr lang="en-CA" noProof="0" dirty="0"/>
              <a:t>JavaScript Object Notation (JSON) is a text format good for storing and transporting data between computers</a:t>
            </a:r>
          </a:p>
          <a:p>
            <a:pPr lvl="1"/>
            <a:r>
              <a:rPr lang="en-CA" noProof="0" dirty="0"/>
              <a:t>Written as key/value pairs</a:t>
            </a:r>
          </a:p>
          <a:p>
            <a:pPr lvl="1"/>
            <a:r>
              <a:rPr lang="en-CA" noProof="0" dirty="0"/>
              <a:t>Language independent</a:t>
            </a:r>
          </a:p>
          <a:p>
            <a:r>
              <a:rPr lang="en-CA" noProof="0" dirty="0"/>
              <a:t>We can use JSONs to communicate between MongoDB and Firebase</a:t>
            </a:r>
          </a:p>
          <a:p>
            <a:pPr lvl="1"/>
            <a:r>
              <a:rPr lang="en-CA" noProof="0" dirty="0"/>
              <a:t>Use JSON to write the data and process it using JavaScript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1C6DB7-6982-C971-7AF0-F986AB0F21C0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10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2560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0F05-AAD9-0EDB-07D0-AB03F6D1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12F1-E8C1-B843-42A9-8D37EF91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EXAMPLE OF JSON AND JAVASCRIPT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35778AB-7AED-1003-55E1-EF758BB79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665" y="1616075"/>
            <a:ext cx="7613519" cy="43513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842BB7-A6E7-D687-63D2-EF1198618B74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11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E491E8-E9E0-405E-5CF5-94DEAA1115E1}"/>
              </a:ext>
            </a:extLst>
          </p:cNvPr>
          <p:cNvSpPr/>
          <p:nvPr/>
        </p:nvSpPr>
        <p:spPr>
          <a:xfrm>
            <a:off x="838200" y="5983992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10F9A5-6219-C459-6255-71386DEE0E79}"/>
              </a:ext>
            </a:extLst>
          </p:cNvPr>
          <p:cNvSpPr/>
          <p:nvPr/>
        </p:nvSpPr>
        <p:spPr>
          <a:xfrm>
            <a:off x="4831685" y="5983992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B8023-BE35-97B3-519B-56ED79DE9A93}"/>
              </a:ext>
            </a:extLst>
          </p:cNvPr>
          <p:cNvSpPr txBox="1"/>
          <p:nvPr/>
        </p:nvSpPr>
        <p:spPr>
          <a:xfrm>
            <a:off x="8451719" y="1690688"/>
            <a:ext cx="34174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CA" noProof="0" dirty="0"/>
              <a:t>On the left we have a JSON Document storing data on John Doe and his order 101</a:t>
            </a:r>
          </a:p>
          <a:p>
            <a:pPr marL="342900" indent="-342900">
              <a:buFont typeface="+mj-lt"/>
              <a:buAutoNum type="arabicPeriod"/>
            </a:pPr>
            <a:r>
              <a:rPr lang="en-CA" noProof="0" dirty="0"/>
              <a:t>On the right we have a JavaScript program that uses this data</a:t>
            </a:r>
          </a:p>
        </p:txBody>
      </p:sp>
    </p:spTree>
    <p:extLst>
      <p:ext uri="{BB962C8B-B14F-4D97-AF65-F5344CB8AC3E}">
        <p14:creationId xmlns:p14="http://schemas.microsoft.com/office/powerpoint/2010/main" val="258800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0BD96-A759-1458-1260-09D363F71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C3C5-AA2A-B2CB-DE19-537A5959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INTRO TO MONGODB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9912C4-6DC6-7884-673C-CB673BBD7BB5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12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AF58788-285A-50E9-D55A-832D32727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MongoDB relies on JSON and JavaScript</a:t>
            </a:r>
          </a:p>
          <a:p>
            <a:pPr lvl="1"/>
            <a:r>
              <a:rPr lang="en-US" dirty="0"/>
              <a:t>A good development environment for such is </a:t>
            </a:r>
            <a:r>
              <a:rPr lang="en-US" dirty="0">
                <a:solidFill>
                  <a:srgbClr val="0070C0"/>
                </a:solidFill>
              </a:rPr>
              <a:t>Node.js </a:t>
            </a:r>
            <a:r>
              <a:rPr lang="en-US" dirty="0"/>
              <a:t>which lets you run servers, connect to databases, and process JSON</a:t>
            </a:r>
          </a:p>
          <a:p>
            <a:r>
              <a:rPr lang="en-CA" dirty="0">
                <a:solidFill>
                  <a:srgbClr val="0070C0"/>
                </a:solidFill>
              </a:rPr>
              <a:t>MongoDB Atlas </a:t>
            </a:r>
            <a:r>
              <a:rPr lang="en-CA" dirty="0"/>
              <a:t>is a cloud-based database service that allows you to use MongoDB without installing/maintaining it yourself</a:t>
            </a:r>
            <a:endParaRPr lang="en-US" dirty="0"/>
          </a:p>
          <a:p>
            <a:r>
              <a:rPr lang="en-US" dirty="0"/>
              <a:t>What are some fundamental actions that all apps need to support? </a:t>
            </a:r>
            <a:r>
              <a:rPr lang="en-US" dirty="0">
                <a:solidFill>
                  <a:srgbClr val="0070C0"/>
                </a:solidFill>
              </a:rPr>
              <a:t>CRUD Operations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Create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Read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Update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286592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9EAC6-2721-DEE4-E664-42467B401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268C7-EE98-78A4-62BF-7F171A74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MONGODB </a:t>
            </a:r>
            <a:br>
              <a:rPr lang="en-CA" noProof="0" dirty="0">
                <a:solidFill>
                  <a:srgbClr val="002060"/>
                </a:solidFill>
              </a:rPr>
            </a:br>
            <a:r>
              <a:rPr lang="en-CA" noProof="0" dirty="0">
                <a:solidFill>
                  <a:srgbClr val="002060"/>
                </a:solidFill>
              </a:rPr>
              <a:t>PROGRAMMING TECHNIQUES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841EA1-F4AF-5E6B-9AC1-B5ADA4D4B351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13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D308FC1-DE93-4BE0-DB92-24B7BBD5C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0608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Databases operations are vulnerable to failing</a:t>
            </a:r>
          </a:p>
          <a:p>
            <a:pPr lvl="1"/>
            <a:r>
              <a:rPr lang="en-US" dirty="0"/>
              <a:t>Thus you should use error handling techniques like Try/Catch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try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{</a:t>
            </a:r>
            <a:br>
              <a:rPr lang="en-US" dirty="0"/>
            </a:br>
            <a:r>
              <a:rPr lang="en-US" dirty="0"/>
              <a:t>	// code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} catch (error) {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/>
              <a:t>	// handle error</a:t>
            </a:r>
            <a:br>
              <a:rPr lang="en-US" dirty="0"/>
            </a:br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r>
              <a:rPr lang="en-CA" dirty="0">
                <a:solidFill>
                  <a:srgbClr val="0070C0"/>
                </a:solidFill>
              </a:rPr>
              <a:t>Asynchronous programming </a:t>
            </a:r>
            <a:r>
              <a:rPr lang="en-CA" dirty="0"/>
              <a:t>is also helpful as databases often need to run tasks without blocking each other</a:t>
            </a:r>
          </a:p>
          <a:p>
            <a:pPr lvl="1"/>
            <a:r>
              <a:rPr lang="en-CA" dirty="0"/>
              <a:t>Synchronous usually has a task wait for the previous to complete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11147-44DC-8A58-C464-5BE245DE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7742" y="1690688"/>
            <a:ext cx="2726058" cy="21360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8FEE0B-2F6D-4332-37A3-E6677A076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742" y="4087759"/>
            <a:ext cx="2584598" cy="25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10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D3AB-E188-1EC7-E0E9-EFE5E2AC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754A-451F-2CE3-C2BD-7F1DAF69C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</a:t>
            </a:r>
            <a:r>
              <a:rPr lang="en-CA" dirty="0">
                <a:solidFill>
                  <a:srgbClr val="002060"/>
                </a:solidFill>
              </a:rPr>
              <a:t>SYNCHRONOUS PROGRAMMING -</a:t>
            </a:r>
            <a:br>
              <a:rPr lang="en-CA" dirty="0">
                <a:solidFill>
                  <a:srgbClr val="002060"/>
                </a:solidFill>
              </a:rPr>
            </a:br>
            <a:r>
              <a:rPr lang="en-CA" dirty="0">
                <a:solidFill>
                  <a:srgbClr val="002060"/>
                </a:solidFill>
              </a:rPr>
              <a:t>AN EXAMPLE</a:t>
            </a:r>
            <a:endParaRPr lang="en-CA" noProof="0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8D4AB-8B7B-E075-FECB-632DB0342A71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14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767D03-3AB0-EFFB-8948-DC37A7513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2005974"/>
            <a:ext cx="11164858" cy="44869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5257C91-9D62-BD70-FC72-4F44C7C97AF1}"/>
              </a:ext>
            </a:extLst>
          </p:cNvPr>
          <p:cNvSpPr txBox="1"/>
          <p:nvPr/>
        </p:nvSpPr>
        <p:spPr>
          <a:xfrm>
            <a:off x="6981246" y="5151294"/>
            <a:ext cx="4500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The function is called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It waits for the promise to complete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Then continues execution</a:t>
            </a:r>
          </a:p>
          <a:p>
            <a:endParaRPr lang="en-CA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E7F545-833B-E259-1F8A-2AB42608F20A}"/>
              </a:ext>
            </a:extLst>
          </p:cNvPr>
          <p:cNvSpPr/>
          <p:nvPr/>
        </p:nvSpPr>
        <p:spPr>
          <a:xfrm>
            <a:off x="4103892" y="5497016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F3AC69-4C9D-072D-AFE5-87A49EB7882D}"/>
              </a:ext>
            </a:extLst>
          </p:cNvPr>
          <p:cNvSpPr/>
          <p:nvPr/>
        </p:nvSpPr>
        <p:spPr>
          <a:xfrm>
            <a:off x="2387180" y="3878694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E3750CA-2933-5DB3-1F42-D53831D99807}"/>
              </a:ext>
            </a:extLst>
          </p:cNvPr>
          <p:cNvSpPr/>
          <p:nvPr/>
        </p:nvSpPr>
        <p:spPr>
          <a:xfrm>
            <a:off x="2387179" y="4529482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E2F1EE0-61BB-D9B7-A495-D2707124681E}"/>
              </a:ext>
            </a:extLst>
          </p:cNvPr>
          <p:cNvSpPr/>
          <p:nvPr/>
        </p:nvSpPr>
        <p:spPr>
          <a:xfrm>
            <a:off x="1943233" y="2266955"/>
            <a:ext cx="532737" cy="50888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noProof="0" dirty="0">
                <a:solidFill>
                  <a:srgbClr val="0070C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7780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DBF1-0AA3-B969-CA7E-DCE900154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D255-7BFE-D23D-36A0-3FEF82A05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solidFill>
                  <a:srgbClr val="002060"/>
                </a:solidFill>
              </a:rPr>
              <a:t>MONGODB EXAMPLE (1/5)</a:t>
            </a:r>
            <a:endParaRPr lang="en-CA" noProof="0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0DEBA5-27DB-E381-A066-A09269D5C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In the MongoDB Example, there are four files:</a:t>
            </a:r>
          </a:p>
          <a:p>
            <a:r>
              <a:rPr lang="en-US" b="1" dirty="0">
                <a:solidFill>
                  <a:srgbClr val="0070C0"/>
                </a:solidFill>
              </a:rPr>
              <a:t>config:</a:t>
            </a:r>
            <a:r>
              <a:rPr lang="en-US" dirty="0"/>
              <a:t> connection setup</a:t>
            </a:r>
          </a:p>
          <a:p>
            <a:r>
              <a:rPr lang="en-US" b="1" dirty="0">
                <a:solidFill>
                  <a:srgbClr val="0070C0"/>
                </a:solidFill>
              </a:rPr>
              <a:t>crud: </a:t>
            </a:r>
            <a:r>
              <a:rPr lang="en-US" dirty="0"/>
              <a:t>database operations</a:t>
            </a:r>
          </a:p>
          <a:p>
            <a:r>
              <a:rPr lang="en-US" b="1" dirty="0">
                <a:solidFill>
                  <a:srgbClr val="0070C0"/>
                </a:solidFill>
              </a:rPr>
              <a:t>main: </a:t>
            </a:r>
            <a:r>
              <a:rPr lang="en-US" dirty="0"/>
              <a:t>entry point</a:t>
            </a:r>
          </a:p>
          <a:p>
            <a:r>
              <a:rPr lang="en-US" b="1" dirty="0">
                <a:solidFill>
                  <a:srgbClr val="0070C0"/>
                </a:solidFill>
              </a:rPr>
              <a:t>together: </a:t>
            </a:r>
            <a:r>
              <a:rPr lang="en-US" dirty="0"/>
              <a:t>combined example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18B1C-4796-C03D-3096-44BD8BB83C94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15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5F6DA-A673-758A-628C-63B0A97A6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125" y="4321912"/>
            <a:ext cx="6285875" cy="253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6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901F-FBC3-647B-E66D-D51971846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9657-A270-CDC9-5EBB-C5198BB56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2060"/>
                </a:solidFill>
              </a:rPr>
              <a:t>MONGODB EXAMPLE (2/5)</a:t>
            </a:r>
            <a:endParaRPr lang="en-CA" noProof="0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0D0EA8-69B1-70F1-0456-319C02D1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(1) Database configuration</a:t>
            </a:r>
          </a:p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This file is responsible for </a:t>
            </a:r>
            <a:r>
              <a:rPr lang="en-US" b="1" dirty="0"/>
              <a:t>connecting to MongoDB Atlas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Typically contains:</a:t>
            </a:r>
          </a:p>
          <a:p>
            <a:r>
              <a:rPr lang="en-US" dirty="0"/>
              <a:t>MongoDB connection string (URI)</a:t>
            </a:r>
          </a:p>
          <a:p>
            <a:r>
              <a:rPr lang="en-US" dirty="0"/>
              <a:t>Code to </a:t>
            </a:r>
            <a:r>
              <a:rPr lang="en-US" dirty="0" err="1"/>
              <a:t>initialise</a:t>
            </a:r>
            <a:r>
              <a:rPr lang="en-US" dirty="0"/>
              <a:t> the database client</a:t>
            </a:r>
          </a:p>
          <a:p>
            <a:pPr marL="0" indent="0">
              <a:buNone/>
            </a:pPr>
            <a:r>
              <a:rPr lang="en-US" b="1" dirty="0"/>
              <a:t>Steps:</a:t>
            </a:r>
          </a:p>
          <a:p>
            <a:pPr>
              <a:buAutoNum type="arabicPeriod"/>
            </a:pPr>
            <a:r>
              <a:rPr lang="en-CA" dirty="0"/>
              <a:t>Import MongoDB client</a:t>
            </a:r>
          </a:p>
          <a:p>
            <a:pPr>
              <a:buAutoNum type="arabicPeriod"/>
            </a:pPr>
            <a:r>
              <a:rPr lang="en-CA" dirty="0"/>
              <a:t>Load environment variables</a:t>
            </a:r>
          </a:p>
          <a:p>
            <a:pPr>
              <a:buAutoNum type="arabicPeriod"/>
            </a:pPr>
            <a:r>
              <a:rPr lang="en-CA" dirty="0"/>
              <a:t>Get the connection string</a:t>
            </a:r>
          </a:p>
          <a:p>
            <a:pPr>
              <a:buAutoNum type="arabicPeriod"/>
            </a:pPr>
            <a:r>
              <a:rPr lang="en-CA" dirty="0"/>
              <a:t>Create the MongoDB client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E28B0-5150-B1B2-80BD-DDB7D1F181F0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16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3877220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A0CA-0CBD-7E7C-4D05-08C317F9E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2285-F8A8-B229-6664-D08C9D430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2060"/>
                </a:solidFill>
              </a:rPr>
              <a:t>MONGODB EXAMPLE (3/5)</a:t>
            </a:r>
            <a:endParaRPr lang="en-CA" noProof="0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2F653-441D-F66C-D4CD-CF8A72645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(2) Database operations</a:t>
            </a:r>
          </a:p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Implements </a:t>
            </a:r>
            <a:r>
              <a:rPr lang="en-US" b="1" dirty="0"/>
              <a:t>CRUD operations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CA" b="1" dirty="0"/>
              <a:t>Function || Purpose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CA" dirty="0" err="1"/>
              <a:t>createMovie</a:t>
            </a:r>
            <a:r>
              <a:rPr lang="en-CA" dirty="0"/>
              <a:t> || Insert data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CA" dirty="0" err="1"/>
              <a:t>readMovies</a:t>
            </a:r>
            <a:r>
              <a:rPr lang="en-CA" dirty="0"/>
              <a:t> || Retrieve one movie (querying)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CA" dirty="0" err="1"/>
              <a:t>updateMovie</a:t>
            </a:r>
            <a:r>
              <a:rPr lang="en-CA" dirty="0"/>
              <a:t> || Modify data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CA" dirty="0" err="1"/>
              <a:t>deleteMovie</a:t>
            </a:r>
            <a:r>
              <a:rPr lang="en-CA" dirty="0"/>
              <a:t> || Remove data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CA" dirty="0" err="1"/>
              <a:t>getComedyMovieStats</a:t>
            </a:r>
            <a:r>
              <a:rPr lang="en-CA" dirty="0"/>
              <a:t> || Analyse data (aggregation)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CA" dirty="0" err="1"/>
              <a:t>getAllMovies</a:t>
            </a:r>
            <a:r>
              <a:rPr lang="en-CA" dirty="0"/>
              <a:t> || Retrieve all data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This file does </a:t>
            </a:r>
            <a:r>
              <a:rPr lang="en-US" b="1" dirty="0"/>
              <a:t>NOT connect to MongoDB</a:t>
            </a:r>
          </a:p>
          <a:p>
            <a:pPr marL="171450" indent="-171450">
              <a:buFontTx/>
              <a:buChar char="-"/>
            </a:pPr>
            <a:r>
              <a:rPr lang="en-US" dirty="0"/>
              <a:t>It assumes movies collection is already passed 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7BBC4-D0C9-9962-EC28-2283F80F8872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17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2416418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1638-7027-7C36-E439-2A60BB7E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13C3-6658-8552-C4B7-1E737543F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2060"/>
                </a:solidFill>
              </a:rPr>
              <a:t>MONGODB EXAMPLE (4/5)</a:t>
            </a:r>
            <a:endParaRPr lang="en-CA" noProof="0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BC2F46-5B7C-8D44-C967-C2420B7B27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(3) Entry point</a:t>
            </a:r>
          </a:p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This is the </a:t>
            </a:r>
            <a:r>
              <a:rPr lang="en-US" b="1" dirty="0"/>
              <a:t>starting point of the program</a:t>
            </a:r>
            <a:r>
              <a:rPr lang="en-US" dirty="0"/>
              <a:t>.</a:t>
            </a:r>
          </a:p>
          <a:p>
            <a:r>
              <a:rPr lang="en-US" dirty="0"/>
              <a:t>It:</a:t>
            </a:r>
          </a:p>
          <a:p>
            <a:pPr lvl="1"/>
            <a:r>
              <a:rPr lang="en-US" dirty="0"/>
              <a:t>Connects to the database</a:t>
            </a:r>
          </a:p>
          <a:p>
            <a:pPr lvl="1"/>
            <a:r>
              <a:rPr lang="en-US" dirty="0"/>
              <a:t>Calls functions from crud.js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7C273-6665-707A-1365-F6AADF3A5F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Steps/Components:</a:t>
            </a:r>
          </a:p>
          <a:p>
            <a:pPr>
              <a:buAutoNum type="arabicPeriod"/>
            </a:pPr>
            <a:r>
              <a:rPr lang="en-CA" dirty="0"/>
              <a:t>Import everything – modular design</a:t>
            </a:r>
          </a:p>
          <a:p>
            <a:pPr>
              <a:buAutoNum type="arabicPeriod"/>
            </a:pPr>
            <a:r>
              <a:rPr lang="en-CA" dirty="0"/>
              <a:t>Connect to MongoDB</a:t>
            </a:r>
          </a:p>
          <a:p>
            <a:pPr>
              <a:buAutoNum type="arabicPeriod"/>
            </a:pPr>
            <a:r>
              <a:rPr lang="en-CA" dirty="0"/>
              <a:t>Select database</a:t>
            </a:r>
          </a:p>
          <a:p>
            <a:pPr>
              <a:buAutoNum type="arabicPeriod"/>
            </a:pPr>
            <a:r>
              <a:rPr lang="en-CA" dirty="0"/>
              <a:t>Select collection</a:t>
            </a:r>
          </a:p>
          <a:p>
            <a:pPr>
              <a:buAutoNum type="arabicPeriod"/>
            </a:pPr>
            <a:r>
              <a:rPr lang="en-CA" dirty="0"/>
              <a:t>Runs the functions from previous file</a:t>
            </a:r>
          </a:p>
          <a:p>
            <a:pPr>
              <a:buAutoNum type="arabicPeriod"/>
            </a:pPr>
            <a:r>
              <a:rPr lang="en-CA" dirty="0"/>
              <a:t>Alternate main function for simpler testing</a:t>
            </a:r>
            <a:endParaRPr lang="en-US" dirty="0"/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3548B-9B48-009F-EF32-6EAAC0784D52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18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2387958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1E2CF-B00A-5426-7F9D-A0709E1F4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9D60-C5B3-BA73-63FE-5DDE19F9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rgbClr val="002060"/>
                </a:solidFill>
              </a:rPr>
              <a:t>MONGODB EXAMPLE (5/5)</a:t>
            </a:r>
            <a:endParaRPr lang="en-CA" noProof="0" dirty="0">
              <a:solidFill>
                <a:srgbClr val="002060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6D2EC6-55D1-CC9F-F289-AB6E209011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(4) All-in-one version</a:t>
            </a:r>
          </a:p>
          <a:p>
            <a:pPr marL="0" indent="0"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This file likely combines everything into </a:t>
            </a:r>
            <a:r>
              <a:rPr lang="en-US" b="1" dirty="0"/>
              <a:t>one script</a:t>
            </a:r>
            <a:r>
              <a:rPr lang="en-US" dirty="0"/>
              <a:t>.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Easier to understand for beginners</a:t>
            </a:r>
          </a:p>
          <a:p>
            <a:pPr lvl="1"/>
            <a:r>
              <a:rPr lang="en-US" dirty="0"/>
              <a:t>Quick testing</a:t>
            </a:r>
          </a:p>
          <a:p>
            <a:pPr lvl="1"/>
            <a:r>
              <a:rPr lang="en-US" dirty="0"/>
              <a:t>So instead of splitting into multiple files, everything is in one place.</a:t>
            </a:r>
          </a:p>
          <a:p>
            <a:pPr lvl="1"/>
            <a:r>
              <a:rPr lang="en-US" dirty="0"/>
              <a:t>“Simplified version of the whole project”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C48E-35E1-DE7E-637B-58E537F215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b="1" dirty="0"/>
              <a:t>Steps:</a:t>
            </a:r>
          </a:p>
          <a:p>
            <a:pPr>
              <a:buAutoNum type="arabicPeriod"/>
            </a:pPr>
            <a:r>
              <a:rPr lang="en-CA" dirty="0"/>
              <a:t>Import connection</a:t>
            </a:r>
          </a:p>
          <a:p>
            <a:pPr>
              <a:buAutoNum type="arabicPeriod"/>
            </a:pPr>
            <a:r>
              <a:rPr lang="en-CA" dirty="0"/>
              <a:t>Connect to MongoDB</a:t>
            </a:r>
          </a:p>
          <a:p>
            <a:pPr>
              <a:buAutoNum type="arabicPeriod"/>
            </a:pPr>
            <a:r>
              <a:rPr lang="en-CA" dirty="0"/>
              <a:t>Select database + collection</a:t>
            </a:r>
          </a:p>
          <a:p>
            <a:pPr>
              <a:buAutoNum type="arabicPeriod"/>
            </a:pPr>
            <a:r>
              <a:rPr lang="en-US" dirty="0"/>
              <a:t>Query using a nested field (VERY important)</a:t>
            </a:r>
          </a:p>
          <a:p>
            <a:pPr>
              <a:buAutoNum type="arabicPeriod"/>
            </a:pPr>
            <a:r>
              <a:rPr lang="en-CA" dirty="0"/>
              <a:t>Loop through results</a:t>
            </a:r>
          </a:p>
          <a:p>
            <a:pPr>
              <a:buAutoNum type="arabicPeriod"/>
            </a:pPr>
            <a:r>
              <a:rPr lang="en-CA" dirty="0"/>
              <a:t>Access nested data</a:t>
            </a:r>
          </a:p>
          <a:p>
            <a:pPr>
              <a:buAutoNum type="arabicPeriod"/>
            </a:pPr>
            <a:r>
              <a:rPr lang="en-CA" dirty="0"/>
              <a:t>Access coordinates</a:t>
            </a:r>
          </a:p>
          <a:p>
            <a:pPr>
              <a:buAutoNum type="arabicPeriod"/>
            </a:pPr>
            <a:r>
              <a:rPr lang="en-CA" dirty="0"/>
              <a:t>Error handling</a:t>
            </a:r>
          </a:p>
          <a:p>
            <a:pPr>
              <a:buAutoNum type="arabicPeriod"/>
            </a:pPr>
            <a:r>
              <a:rPr lang="en-CA" dirty="0"/>
              <a:t>Close connection</a:t>
            </a:r>
          </a:p>
          <a:p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9EA5AD-00D9-686F-EE0C-87556E196116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19 of 20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2581960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B785-FF43-72DF-296C-BD29DCAB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noProof="0" dirty="0">
                <a:solidFill>
                  <a:srgbClr val="002060"/>
                </a:solidFill>
              </a:rPr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A94C4-A4F0-BABD-75C5-9F03890F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sz="2400" noProof="0" dirty="0"/>
              <a:t>ADDITIONAL RESOURCES FOR JavaScript and WebDev:</a:t>
            </a:r>
          </a:p>
          <a:p>
            <a:pPr lvl="1"/>
            <a:r>
              <a:rPr lang="en-CA" dirty="0">
                <a:hlinkClick r:id="rId3"/>
              </a:rPr>
              <a:t>https://www.w3schools.com/js/default.asp</a:t>
            </a:r>
            <a:r>
              <a:rPr lang="en-CA" dirty="0"/>
              <a:t> (JavaScript tutorial)</a:t>
            </a:r>
          </a:p>
          <a:p>
            <a:pPr lvl="1"/>
            <a:r>
              <a:rPr lang="en-CA" dirty="0">
                <a:hlinkClick r:id="rId4"/>
              </a:rPr>
              <a:t>https://www.youtube.com/playlist?list=PLTjRvDozrdlxEIuOBZkMAK5uiqp8rHUax</a:t>
            </a:r>
            <a:r>
              <a:rPr lang="en-CA" dirty="0"/>
              <a:t> (JavaScript Playlist)</a:t>
            </a:r>
          </a:p>
          <a:p>
            <a:pPr lvl="1"/>
            <a:r>
              <a:rPr lang="en-CA" sz="2000" dirty="0">
                <a:hlinkClick r:id="rId5"/>
              </a:rPr>
              <a:t>https://nextjs.org/learn/react-foundations</a:t>
            </a:r>
            <a:r>
              <a:rPr lang="en-CA" sz="2000" dirty="0"/>
              <a:t> (React)</a:t>
            </a:r>
          </a:p>
          <a:p>
            <a:pPr lvl="1"/>
            <a:r>
              <a:rPr lang="en-CA" sz="2000" dirty="0">
                <a:hlinkClick r:id="rId6"/>
              </a:rPr>
              <a:t>https://vuejs.org/guide/introduction.html</a:t>
            </a:r>
            <a:r>
              <a:rPr lang="en-CA" sz="2000" dirty="0"/>
              <a:t> (Vue)</a:t>
            </a:r>
          </a:p>
          <a:p>
            <a:pPr lvl="1"/>
            <a:r>
              <a:rPr lang="en-CA" sz="2000" dirty="0">
                <a:hlinkClick r:id="rId7"/>
              </a:rPr>
              <a:t>https://learn.mongodb.com/learning-paths/introduction-to-mongodb</a:t>
            </a:r>
            <a:r>
              <a:rPr lang="en-CA" sz="2000" dirty="0"/>
              <a:t> (MongoDB)</a:t>
            </a:r>
            <a:endParaRPr lang="en-CA" sz="2000" noProof="0" dirty="0"/>
          </a:p>
          <a:p>
            <a:pPr marL="0" indent="0">
              <a:buNone/>
            </a:pPr>
            <a:r>
              <a:rPr lang="en-CA" sz="2400" noProof="0" dirty="0"/>
              <a:t>CODES:</a:t>
            </a:r>
          </a:p>
          <a:p>
            <a:pPr lvl="1"/>
            <a:r>
              <a:rPr lang="en-CA" noProof="0" dirty="0"/>
              <a:t>Code by Vinicius P. </a:t>
            </a:r>
            <a:r>
              <a:rPr lang="en-CA" noProof="0" dirty="0" err="1"/>
              <a:t>Purgato</a:t>
            </a:r>
            <a:r>
              <a:rPr lang="en-CA" dirty="0"/>
              <a:t>, </a:t>
            </a:r>
            <a:r>
              <a:rPr lang="en-CA" noProof="0" dirty="0"/>
              <a:t>March 2025</a:t>
            </a:r>
            <a:r>
              <a:rPr lang="en-CA" dirty="0"/>
              <a:t>: </a:t>
            </a:r>
            <a:r>
              <a:rPr lang="en-CA" dirty="0">
                <a:hlinkClick r:id="rId8"/>
              </a:rPr>
              <a:t>https://github.com/vinny380/NoSQL-RAG-Lectures-Taught-By-Me-CISC332</a:t>
            </a:r>
            <a:r>
              <a:rPr lang="en-CA" dirty="0"/>
              <a:t> </a:t>
            </a:r>
            <a:endParaRPr lang="en-CA" noProof="0" dirty="0"/>
          </a:p>
          <a:p>
            <a:pPr marL="0" indent="0">
              <a:buNone/>
            </a:pPr>
            <a:endParaRPr lang="en-CA" sz="2400" noProof="0" dirty="0"/>
          </a:p>
          <a:p>
            <a:pPr marL="0" indent="0">
              <a:buNone/>
            </a:pPr>
            <a:r>
              <a:rPr lang="en-CA" sz="2400" noProof="0" dirty="0"/>
              <a:t>THANK YOU FOR ATTENDING TODAY’S LECTURE.</a:t>
            </a:r>
          </a:p>
          <a:p>
            <a:pPr marL="0" indent="0">
              <a:buNone/>
            </a:pPr>
            <a:r>
              <a:rPr lang="en-CA" sz="2400" noProof="0" dirty="0"/>
              <a:t>IF YOU HAVE ANY QUESTIONS, PLEASE LET ME KNOW.</a:t>
            </a:r>
          </a:p>
          <a:p>
            <a:pPr marL="0" indent="0">
              <a:buNone/>
            </a:pPr>
            <a:r>
              <a:rPr lang="en-CA" sz="2400" noProof="0" dirty="0"/>
              <a:t>(My email is </a:t>
            </a:r>
            <a:r>
              <a:rPr lang="en-CA" sz="2400" noProof="0" dirty="0">
                <a:solidFill>
                  <a:srgbClr val="0070C0"/>
                </a:solidFill>
              </a:rPr>
              <a:t>ashfi.shah@queensu.ca</a:t>
            </a:r>
            <a:r>
              <a:rPr lang="en-CA" sz="2400" noProof="0" dirty="0"/>
              <a:t>)</a:t>
            </a:r>
          </a:p>
          <a:p>
            <a:pPr marL="457200" lvl="1" indent="0">
              <a:buNone/>
            </a:pPr>
            <a:endParaRPr lang="en-CA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35165-B064-82BD-2D2A-88406E445366}"/>
              </a:ext>
            </a:extLst>
          </p:cNvPr>
          <p:cNvSpPr txBox="1"/>
          <p:nvPr/>
        </p:nvSpPr>
        <p:spPr>
          <a:xfrm>
            <a:off x="9707131" y="506377"/>
            <a:ext cx="1646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CA" noProof="0" dirty="0">
                <a:solidFill>
                  <a:srgbClr val="002060"/>
                </a:solidFill>
              </a:rPr>
              <a:t>CISC332</a:t>
            </a: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Slide 20 of </a:t>
            </a:r>
            <a:r>
              <a:rPr lang="en-CA" dirty="0">
                <a:solidFill>
                  <a:srgbClr val="002060"/>
                </a:solidFill>
              </a:rPr>
              <a:t>20</a:t>
            </a:r>
            <a:endParaRPr lang="en-CA" noProof="0" dirty="0">
              <a:solidFill>
                <a:srgbClr val="002060"/>
              </a:solidFill>
            </a:endParaRPr>
          </a:p>
          <a:p>
            <a:pPr algn="r"/>
            <a:r>
              <a:rPr lang="en-CA" noProof="0" dirty="0">
                <a:solidFill>
                  <a:srgbClr val="002060"/>
                </a:solidFill>
              </a:rPr>
              <a:t>18 March 2026</a:t>
            </a:r>
          </a:p>
        </p:txBody>
      </p:sp>
    </p:spTree>
    <p:extLst>
      <p:ext uri="{BB962C8B-B14F-4D97-AF65-F5344CB8AC3E}">
        <p14:creationId xmlns:p14="http://schemas.microsoft.com/office/powerpoint/2010/main" val="410919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1652</Words>
  <Application>Microsoft Office PowerPoint</Application>
  <PresentationFormat>Widescreen</PresentationFormat>
  <Paragraphs>290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Intro to NoSQL</vt:lpstr>
      <vt:lpstr>WHAT IS NoSQL?</vt:lpstr>
      <vt:lpstr>STRUCTURED? SEMI-STRUCTURED? UNSTRUCTURED?</vt:lpstr>
      <vt:lpstr>BIG DATA (1/2)</vt:lpstr>
      <vt:lpstr>BIG DATA (2/2)</vt:lpstr>
      <vt:lpstr>DOCUMENT BASED DATABASES</vt:lpstr>
      <vt:lpstr>EXAMPLES</vt:lpstr>
      <vt:lpstr>DOCUMENT/COLLECTION MODELS</vt:lpstr>
      <vt:lpstr>FIRESTORE EXAMPLE</vt:lpstr>
      <vt:lpstr>INTRO TO JSON</vt:lpstr>
      <vt:lpstr>EXAMPLE OF JSON AND JAVASCRIPT</vt:lpstr>
      <vt:lpstr>INTRO TO MONGODB</vt:lpstr>
      <vt:lpstr>MONGODB  PROGRAMMING TECHNIQUES</vt:lpstr>
      <vt:lpstr>ASYNCHRONOUS PROGRAMMING - AN EXAMPLE</vt:lpstr>
      <vt:lpstr>MONGODB EXAMPLE (1/5)</vt:lpstr>
      <vt:lpstr>MONGODB EXAMPLE (2/5)</vt:lpstr>
      <vt:lpstr>MONGODB EXAMPLE (3/5)</vt:lpstr>
      <vt:lpstr>MONGODB EXAMPLE (4/5)</vt:lpstr>
      <vt:lpstr>MONGODB EXAMPLE (5/5)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Ashfi Shah</dc:creator>
  <cp:lastModifiedBy>Ashfi Shah</cp:lastModifiedBy>
  <cp:revision>1</cp:revision>
  <dcterms:created xsi:type="dcterms:W3CDTF">2026-01-15T00:11:08Z</dcterms:created>
  <dcterms:modified xsi:type="dcterms:W3CDTF">2026-03-18T13:27:27Z</dcterms:modified>
</cp:coreProperties>
</file>