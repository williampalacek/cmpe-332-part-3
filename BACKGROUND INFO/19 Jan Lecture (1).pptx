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0" r:id="rId3"/>
    <p:sldId id="261" r:id="rId4"/>
    <p:sldId id="292" r:id="rId5"/>
    <p:sldId id="262" r:id="rId6"/>
    <p:sldId id="258" r:id="rId7"/>
    <p:sldId id="264" r:id="rId8"/>
    <p:sldId id="265" r:id="rId9"/>
    <p:sldId id="274" r:id="rId10"/>
    <p:sldId id="276" r:id="rId11"/>
    <p:sldId id="277" r:id="rId12"/>
    <p:sldId id="281" r:id="rId13"/>
    <p:sldId id="280" r:id="rId14"/>
    <p:sldId id="282" r:id="rId15"/>
    <p:sldId id="293" r:id="rId16"/>
    <p:sldId id="294" r:id="rId17"/>
    <p:sldId id="295" r:id="rId18"/>
    <p:sldId id="283" r:id="rId19"/>
    <p:sldId id="296" r:id="rId20"/>
    <p:sldId id="285" r:id="rId21"/>
    <p:sldId id="297" r:id="rId22"/>
    <p:sldId id="286" r:id="rId23"/>
    <p:sldId id="298" r:id="rId24"/>
    <p:sldId id="287" r:id="rId25"/>
    <p:sldId id="299" r:id="rId26"/>
    <p:sldId id="300" r:id="rId27"/>
    <p:sldId id="288" r:id="rId28"/>
    <p:sldId id="301" r:id="rId29"/>
    <p:sldId id="289" r:id="rId30"/>
    <p:sldId id="29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4965BE-CF78-4C1B-AFFF-048A520E0B1C}" v="4" dt="2026-01-19T17:26:45.8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4660"/>
  </p:normalViewPr>
  <p:slideViewPr>
    <p:cSldViewPr snapToGrid="0">
      <p:cViewPr varScale="1">
        <p:scale>
          <a:sx n="120" d="100"/>
          <a:sy n="120" d="100"/>
        </p:scale>
        <p:origin x="26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fi Shah" userId="4414e0c9-c483-4652-8869-865ebf3968f3" providerId="ADAL" clId="{8FF6447F-DA10-4C83-ACAB-50DDCC3F94AB}"/>
    <pc:docChg chg="undo redo custSel addSld delSld modSld sldOrd">
      <pc:chgData name="Ashfi Shah" userId="4414e0c9-c483-4652-8869-865ebf3968f3" providerId="ADAL" clId="{8FF6447F-DA10-4C83-ACAB-50DDCC3F94AB}" dt="2026-01-19T17:26:45.877" v="5522" actId="207"/>
      <pc:docMkLst>
        <pc:docMk/>
      </pc:docMkLst>
      <pc:sldChg chg="modSp mod">
        <pc:chgData name="Ashfi Shah" userId="4414e0c9-c483-4652-8869-865ebf3968f3" providerId="ADAL" clId="{8FF6447F-DA10-4C83-ACAB-50DDCC3F94AB}" dt="2026-01-15T19:54:27.461" v="2740" actId="790"/>
        <pc:sldMkLst>
          <pc:docMk/>
          <pc:sldMk cId="1291652102" sldId="256"/>
        </pc:sldMkLst>
        <pc:spChg chg="mod">
          <ac:chgData name="Ashfi Shah" userId="4414e0c9-c483-4652-8869-865ebf3968f3" providerId="ADAL" clId="{8FF6447F-DA10-4C83-ACAB-50DDCC3F94AB}" dt="2026-01-15T19:54:27.461" v="2740" actId="790"/>
          <ac:spMkLst>
            <pc:docMk/>
            <pc:sldMk cId="1291652102" sldId="256"/>
            <ac:spMk id="2" creationId="{E9C43C63-249E-5D31-DFD2-5C8879BCA163}"/>
          </ac:spMkLst>
        </pc:spChg>
        <pc:spChg chg="mod">
          <ac:chgData name="Ashfi Shah" userId="4414e0c9-c483-4652-8869-865ebf3968f3" providerId="ADAL" clId="{8FF6447F-DA10-4C83-ACAB-50DDCC3F94AB}" dt="2026-01-15T19:54:27.461" v="2740" actId="790"/>
          <ac:spMkLst>
            <pc:docMk/>
            <pc:sldMk cId="1291652102" sldId="256"/>
            <ac:spMk id="3" creationId="{137DCDBA-545E-AD28-7DD5-FB9031E204CF}"/>
          </ac:spMkLst>
        </pc:spChg>
      </pc:sldChg>
      <pc:sldChg chg="addSp delSp modSp mod">
        <pc:chgData name="Ashfi Shah" userId="4414e0c9-c483-4652-8869-865ebf3968f3" providerId="ADAL" clId="{8FF6447F-DA10-4C83-ACAB-50DDCC3F94AB}" dt="2026-01-17T21:39:24.231" v="5356" actId="20577"/>
        <pc:sldMkLst>
          <pc:docMk/>
          <pc:sldMk cId="778437653" sldId="258"/>
        </pc:sldMkLst>
        <pc:spChg chg="mod">
          <ac:chgData name="Ashfi Shah" userId="4414e0c9-c483-4652-8869-865ebf3968f3" providerId="ADAL" clId="{8FF6447F-DA10-4C83-ACAB-50DDCC3F94AB}" dt="2026-01-17T18:59:25.528" v="4801" actId="20577"/>
          <ac:spMkLst>
            <pc:docMk/>
            <pc:sldMk cId="778437653" sldId="258"/>
            <ac:spMk id="2" creationId="{0D88CACF-B680-16BA-BEA4-B1C1D050B05E}"/>
          </ac:spMkLst>
        </pc:spChg>
        <pc:spChg chg="mod">
          <ac:chgData name="Ashfi Shah" userId="4414e0c9-c483-4652-8869-865ebf3968f3" providerId="ADAL" clId="{8FF6447F-DA10-4C83-ACAB-50DDCC3F94AB}" dt="2026-01-15T19:54:27.461" v="2740" actId="790"/>
          <ac:spMkLst>
            <pc:docMk/>
            <pc:sldMk cId="778437653" sldId="258"/>
            <ac:spMk id="3" creationId="{72B57939-4746-EE98-01AC-6CCC161795D2}"/>
          </ac:spMkLst>
        </pc:spChg>
        <pc:spChg chg="add mod">
          <ac:chgData name="Ashfi Shah" userId="4414e0c9-c483-4652-8869-865ebf3968f3" providerId="ADAL" clId="{8FF6447F-DA10-4C83-ACAB-50DDCC3F94AB}" dt="2026-01-17T21:39:24.231" v="5356" actId="20577"/>
          <ac:spMkLst>
            <pc:docMk/>
            <pc:sldMk cId="778437653" sldId="258"/>
            <ac:spMk id="5" creationId="{6B022AE2-2C20-F96E-B8C6-FB8CD6547131}"/>
          </ac:spMkLst>
        </pc:spChg>
      </pc:sldChg>
      <pc:sldChg chg="addSp modSp mod">
        <pc:chgData name="Ashfi Shah" userId="4414e0c9-c483-4652-8869-865ebf3968f3" providerId="ADAL" clId="{8FF6447F-DA10-4C83-ACAB-50DDCC3F94AB}" dt="2026-01-17T21:38:44.593" v="5342" actId="20577"/>
        <pc:sldMkLst>
          <pc:docMk/>
          <pc:sldMk cId="1508518087" sldId="260"/>
        </pc:sldMkLst>
        <pc:spChg chg="mod">
          <ac:chgData name="Ashfi Shah" userId="4414e0c9-c483-4652-8869-865ebf3968f3" providerId="ADAL" clId="{8FF6447F-DA10-4C83-ACAB-50DDCC3F94AB}" dt="2026-01-17T18:48:40.169" v="4253" actId="20577"/>
          <ac:spMkLst>
            <pc:docMk/>
            <pc:sldMk cId="1508518087" sldId="260"/>
            <ac:spMk id="2" creationId="{81BA5ADC-110A-3645-9135-B4635FB3475C}"/>
          </ac:spMkLst>
        </pc:spChg>
        <pc:spChg chg="mod">
          <ac:chgData name="Ashfi Shah" userId="4414e0c9-c483-4652-8869-865ebf3968f3" providerId="ADAL" clId="{8FF6447F-DA10-4C83-ACAB-50DDCC3F94AB}" dt="2026-01-17T18:59:07.536" v="4793" actId="20577"/>
          <ac:spMkLst>
            <pc:docMk/>
            <pc:sldMk cId="1508518087" sldId="260"/>
            <ac:spMk id="3" creationId="{4E11C2E4-26FE-34D5-A296-E23D53EBB8BF}"/>
          </ac:spMkLst>
        </pc:spChg>
        <pc:spChg chg="mod">
          <ac:chgData name="Ashfi Shah" userId="4414e0c9-c483-4652-8869-865ebf3968f3" providerId="ADAL" clId="{8FF6447F-DA10-4C83-ACAB-50DDCC3F94AB}" dt="2026-01-17T21:38:44.593" v="5342" actId="20577"/>
          <ac:spMkLst>
            <pc:docMk/>
            <pc:sldMk cId="1508518087" sldId="260"/>
            <ac:spMk id="4" creationId="{A1CE15DA-F06F-516A-FA97-2D46ABF98DAB}"/>
          </ac:spMkLst>
        </pc:spChg>
        <pc:spChg chg="add mod">
          <ac:chgData name="Ashfi Shah" userId="4414e0c9-c483-4652-8869-865ebf3968f3" providerId="ADAL" clId="{8FF6447F-DA10-4C83-ACAB-50DDCC3F94AB}" dt="2026-01-17T18:51:40.690" v="4436" actId="1076"/>
          <ac:spMkLst>
            <pc:docMk/>
            <pc:sldMk cId="1508518087" sldId="260"/>
            <ac:spMk id="5" creationId="{09CE6999-B632-B5D5-F40B-082118EB1E07}"/>
          </ac:spMkLst>
        </pc:spChg>
        <pc:spChg chg="add mod">
          <ac:chgData name="Ashfi Shah" userId="4414e0c9-c483-4652-8869-865ebf3968f3" providerId="ADAL" clId="{8FF6447F-DA10-4C83-ACAB-50DDCC3F94AB}" dt="2026-01-17T18:52:24.563" v="4469" actId="20577"/>
          <ac:spMkLst>
            <pc:docMk/>
            <pc:sldMk cId="1508518087" sldId="260"/>
            <ac:spMk id="6" creationId="{B940C6BA-A084-6D7F-E319-6DFD0FC3AABB}"/>
          </ac:spMkLst>
        </pc:spChg>
        <pc:spChg chg="add mod">
          <ac:chgData name="Ashfi Shah" userId="4414e0c9-c483-4652-8869-865ebf3968f3" providerId="ADAL" clId="{8FF6447F-DA10-4C83-ACAB-50DDCC3F94AB}" dt="2026-01-17T18:53:14.509" v="4488" actId="1076"/>
          <ac:spMkLst>
            <pc:docMk/>
            <pc:sldMk cId="1508518087" sldId="260"/>
            <ac:spMk id="7" creationId="{F46EB6A5-3C7F-60A9-32A0-1190ACF4AE59}"/>
          </ac:spMkLst>
        </pc:spChg>
        <pc:cxnChg chg="add mod">
          <ac:chgData name="Ashfi Shah" userId="4414e0c9-c483-4652-8869-865ebf3968f3" providerId="ADAL" clId="{8FF6447F-DA10-4C83-ACAB-50DDCC3F94AB}" dt="2026-01-17T18:53:46.797" v="4492" actId="692"/>
          <ac:cxnSpMkLst>
            <pc:docMk/>
            <pc:sldMk cId="1508518087" sldId="260"/>
            <ac:cxnSpMk id="9" creationId="{D724C657-A75B-4F63-E011-045487DE6652}"/>
          </ac:cxnSpMkLst>
        </pc:cxnChg>
        <pc:cxnChg chg="add mod">
          <ac:chgData name="Ashfi Shah" userId="4414e0c9-c483-4652-8869-865ebf3968f3" providerId="ADAL" clId="{8FF6447F-DA10-4C83-ACAB-50DDCC3F94AB}" dt="2026-01-17T18:53:56.410" v="4494" actId="692"/>
          <ac:cxnSpMkLst>
            <pc:docMk/>
            <pc:sldMk cId="1508518087" sldId="260"/>
            <ac:cxnSpMk id="11" creationId="{49C72A65-C207-7691-760C-2BCDCC1DB8C8}"/>
          </ac:cxnSpMkLst>
        </pc:cxnChg>
      </pc:sldChg>
      <pc:sldChg chg="addSp delSp modSp mod">
        <pc:chgData name="Ashfi Shah" userId="4414e0c9-c483-4652-8869-865ebf3968f3" providerId="ADAL" clId="{8FF6447F-DA10-4C83-ACAB-50DDCC3F94AB}" dt="2026-01-17T21:38:59.192" v="5345" actId="20577"/>
        <pc:sldMkLst>
          <pc:docMk/>
          <pc:sldMk cId="3527471711" sldId="261"/>
        </pc:sldMkLst>
        <pc:spChg chg="mod">
          <ac:chgData name="Ashfi Shah" userId="4414e0c9-c483-4652-8869-865ebf3968f3" providerId="ADAL" clId="{8FF6447F-DA10-4C83-ACAB-50DDCC3F94AB}" dt="2026-01-17T18:48:43.188" v="4254" actId="20577"/>
          <ac:spMkLst>
            <pc:docMk/>
            <pc:sldMk cId="3527471711" sldId="261"/>
            <ac:spMk id="2" creationId="{C3530489-460F-EE8F-38C3-DE2F914F6831}"/>
          </ac:spMkLst>
        </pc:spChg>
        <pc:spChg chg="mod">
          <ac:chgData name="Ashfi Shah" userId="4414e0c9-c483-4652-8869-865ebf3968f3" providerId="ADAL" clId="{8FF6447F-DA10-4C83-ACAB-50DDCC3F94AB}" dt="2026-01-17T18:56:29.704" v="4742" actId="207"/>
          <ac:spMkLst>
            <pc:docMk/>
            <pc:sldMk cId="3527471711" sldId="261"/>
            <ac:spMk id="3" creationId="{7FA20E0B-0427-7E88-1DD0-B797431A927C}"/>
          </ac:spMkLst>
        </pc:spChg>
        <pc:spChg chg="add mod">
          <ac:chgData name="Ashfi Shah" userId="4414e0c9-c483-4652-8869-865ebf3968f3" providerId="ADAL" clId="{8FF6447F-DA10-4C83-ACAB-50DDCC3F94AB}" dt="2026-01-17T21:38:59.192" v="5345" actId="20577"/>
          <ac:spMkLst>
            <pc:docMk/>
            <pc:sldMk cId="3527471711" sldId="261"/>
            <ac:spMk id="5" creationId="{39E54480-618E-2D26-3E8C-05C22A616B1C}"/>
          </ac:spMkLst>
        </pc:spChg>
        <pc:spChg chg="add mod">
          <ac:chgData name="Ashfi Shah" userId="4414e0c9-c483-4652-8869-865ebf3968f3" providerId="ADAL" clId="{8FF6447F-DA10-4C83-ACAB-50DDCC3F94AB}" dt="2026-01-17T18:58:07.494" v="4775" actId="1076"/>
          <ac:spMkLst>
            <pc:docMk/>
            <pc:sldMk cId="3527471711" sldId="261"/>
            <ac:spMk id="8" creationId="{83FE2C54-9EE1-A5AD-017D-A0457C1C9E6F}"/>
          </ac:spMkLst>
        </pc:spChg>
        <pc:spChg chg="add mod">
          <ac:chgData name="Ashfi Shah" userId="4414e0c9-c483-4652-8869-865ebf3968f3" providerId="ADAL" clId="{8FF6447F-DA10-4C83-ACAB-50DDCC3F94AB}" dt="2026-01-17T18:58:50.750" v="4787" actId="692"/>
          <ac:spMkLst>
            <pc:docMk/>
            <pc:sldMk cId="3527471711" sldId="261"/>
            <ac:spMk id="9" creationId="{6816C1E6-0D7A-B4BB-4E65-F65DF99CCB3F}"/>
          </ac:spMkLst>
        </pc:spChg>
        <pc:spChg chg="add mod">
          <ac:chgData name="Ashfi Shah" userId="4414e0c9-c483-4652-8869-865ebf3968f3" providerId="ADAL" clId="{8FF6447F-DA10-4C83-ACAB-50DDCC3F94AB}" dt="2026-01-17T18:58:43.872" v="4780" actId="692"/>
          <ac:spMkLst>
            <pc:docMk/>
            <pc:sldMk cId="3527471711" sldId="261"/>
            <ac:spMk id="10" creationId="{AE44F1E6-B762-8710-75BA-05A21207DCF5}"/>
          </ac:spMkLst>
        </pc:spChg>
        <pc:cxnChg chg="add mod">
          <ac:chgData name="Ashfi Shah" userId="4414e0c9-c483-4652-8869-865ebf3968f3" providerId="ADAL" clId="{8FF6447F-DA10-4C83-ACAB-50DDCC3F94AB}" dt="2026-01-17T18:58:11.119" v="4776" actId="1076"/>
          <ac:cxnSpMkLst>
            <pc:docMk/>
            <pc:sldMk cId="3527471711" sldId="261"/>
            <ac:cxnSpMk id="12" creationId="{93A0F2F4-E496-32EF-34FA-F895C6A1B121}"/>
          </ac:cxnSpMkLst>
        </pc:cxnChg>
        <pc:cxnChg chg="add mod">
          <ac:chgData name="Ashfi Shah" userId="4414e0c9-c483-4652-8869-865ebf3968f3" providerId="ADAL" clId="{8FF6447F-DA10-4C83-ACAB-50DDCC3F94AB}" dt="2026-01-17T18:58:22.117" v="4778" actId="13822"/>
          <ac:cxnSpMkLst>
            <pc:docMk/>
            <pc:sldMk cId="3527471711" sldId="261"/>
            <ac:cxnSpMk id="19" creationId="{9C246767-846A-E4CC-CF51-DC163EA145E5}"/>
          </ac:cxnSpMkLst>
        </pc:cxnChg>
      </pc:sldChg>
      <pc:sldChg chg="addSp delSp modSp mod">
        <pc:chgData name="Ashfi Shah" userId="4414e0c9-c483-4652-8869-865ebf3968f3" providerId="ADAL" clId="{8FF6447F-DA10-4C83-ACAB-50DDCC3F94AB}" dt="2026-01-17T21:39:16.127" v="5353" actId="20577"/>
        <pc:sldMkLst>
          <pc:docMk/>
          <pc:sldMk cId="2658138851" sldId="262"/>
        </pc:sldMkLst>
        <pc:spChg chg="mod">
          <ac:chgData name="Ashfi Shah" userId="4414e0c9-c483-4652-8869-865ebf3968f3" providerId="ADAL" clId="{8FF6447F-DA10-4C83-ACAB-50DDCC3F94AB}" dt="2026-01-15T19:54:27.461" v="2740" actId="790"/>
          <ac:spMkLst>
            <pc:docMk/>
            <pc:sldMk cId="2658138851" sldId="262"/>
            <ac:spMk id="2" creationId="{66699408-1C5D-11F7-A748-F293BE6753BD}"/>
          </ac:spMkLst>
        </pc:spChg>
        <pc:spChg chg="mod">
          <ac:chgData name="Ashfi Shah" userId="4414e0c9-c483-4652-8869-865ebf3968f3" providerId="ADAL" clId="{8FF6447F-DA10-4C83-ACAB-50DDCC3F94AB}" dt="2026-01-17T18:59:18.788" v="4794" actId="20577"/>
          <ac:spMkLst>
            <pc:docMk/>
            <pc:sldMk cId="2658138851" sldId="262"/>
            <ac:spMk id="3" creationId="{770AF70C-90F6-15C4-519D-EE17D327450F}"/>
          </ac:spMkLst>
        </pc:spChg>
        <pc:spChg chg="add mod">
          <ac:chgData name="Ashfi Shah" userId="4414e0c9-c483-4652-8869-865ebf3968f3" providerId="ADAL" clId="{8FF6447F-DA10-4C83-ACAB-50DDCC3F94AB}" dt="2026-01-17T21:39:16.127" v="5353" actId="20577"/>
          <ac:spMkLst>
            <pc:docMk/>
            <pc:sldMk cId="2658138851" sldId="262"/>
            <ac:spMk id="5" creationId="{DCECE083-072C-EF89-B3D8-21FB4898AC45}"/>
          </ac:spMkLst>
        </pc:spChg>
      </pc:sldChg>
      <pc:sldChg chg="addSp delSp modSp mod modAnim">
        <pc:chgData name="Ashfi Shah" userId="4414e0c9-c483-4652-8869-865ebf3968f3" providerId="ADAL" clId="{8FF6447F-DA10-4C83-ACAB-50DDCC3F94AB}" dt="2026-01-17T21:39:35.831" v="5359" actId="20577"/>
        <pc:sldMkLst>
          <pc:docMk/>
          <pc:sldMk cId="3970438114" sldId="264"/>
        </pc:sldMkLst>
        <pc:spChg chg="mod">
          <ac:chgData name="Ashfi Shah" userId="4414e0c9-c483-4652-8869-865ebf3968f3" providerId="ADAL" clId="{8FF6447F-DA10-4C83-ACAB-50DDCC3F94AB}" dt="2026-01-15T19:54:27.461" v="2740" actId="790"/>
          <ac:spMkLst>
            <pc:docMk/>
            <pc:sldMk cId="3970438114" sldId="264"/>
            <ac:spMk id="2" creationId="{038D2277-DB37-8878-3742-95A485861428}"/>
          </ac:spMkLst>
        </pc:spChg>
        <pc:spChg chg="mod">
          <ac:chgData name="Ashfi Shah" userId="4414e0c9-c483-4652-8869-865ebf3968f3" providerId="ADAL" clId="{8FF6447F-DA10-4C83-ACAB-50DDCC3F94AB}" dt="2026-01-15T19:54:27.461" v="2740" actId="790"/>
          <ac:spMkLst>
            <pc:docMk/>
            <pc:sldMk cId="3970438114" sldId="264"/>
            <ac:spMk id="3" creationId="{D35AA534-89B8-74AF-3A68-21EC84561D12}"/>
          </ac:spMkLst>
        </pc:spChg>
        <pc:spChg chg="add mod">
          <ac:chgData name="Ashfi Shah" userId="4414e0c9-c483-4652-8869-865ebf3968f3" providerId="ADAL" clId="{8FF6447F-DA10-4C83-ACAB-50DDCC3F94AB}" dt="2026-01-17T21:39:35.831" v="5359" actId="20577"/>
          <ac:spMkLst>
            <pc:docMk/>
            <pc:sldMk cId="3970438114" sldId="264"/>
            <ac:spMk id="5" creationId="{07BEE2C3-EB36-67D3-8F54-91E203450586}"/>
          </ac:spMkLst>
        </pc:spChg>
      </pc:sldChg>
      <pc:sldChg chg="addSp delSp modSp mod modAnim">
        <pc:chgData name="Ashfi Shah" userId="4414e0c9-c483-4652-8869-865ebf3968f3" providerId="ADAL" clId="{8FF6447F-DA10-4C83-ACAB-50DDCC3F94AB}" dt="2026-01-19T17:26:45.877" v="5522" actId="207"/>
        <pc:sldMkLst>
          <pc:docMk/>
          <pc:sldMk cId="1890479113" sldId="265"/>
        </pc:sldMkLst>
        <pc:spChg chg="mod">
          <ac:chgData name="Ashfi Shah" userId="4414e0c9-c483-4652-8869-865ebf3968f3" providerId="ADAL" clId="{8FF6447F-DA10-4C83-ACAB-50DDCC3F94AB}" dt="2026-01-15T19:54:27.461" v="2740" actId="790"/>
          <ac:spMkLst>
            <pc:docMk/>
            <pc:sldMk cId="1890479113" sldId="265"/>
            <ac:spMk id="2" creationId="{7E8E52F7-FC1E-F40E-E42A-FE34FD6181B1}"/>
          </ac:spMkLst>
        </pc:spChg>
        <pc:spChg chg="mod">
          <ac:chgData name="Ashfi Shah" userId="4414e0c9-c483-4652-8869-865ebf3968f3" providerId="ADAL" clId="{8FF6447F-DA10-4C83-ACAB-50DDCC3F94AB}" dt="2026-01-19T17:26:45.877" v="5522" actId="207"/>
          <ac:spMkLst>
            <pc:docMk/>
            <pc:sldMk cId="1890479113" sldId="265"/>
            <ac:spMk id="3" creationId="{A72B619A-B372-812B-E869-2DCB2D9C5915}"/>
          </ac:spMkLst>
        </pc:spChg>
        <pc:spChg chg="add mod">
          <ac:chgData name="Ashfi Shah" userId="4414e0c9-c483-4652-8869-865ebf3968f3" providerId="ADAL" clId="{8FF6447F-DA10-4C83-ACAB-50DDCC3F94AB}" dt="2026-01-17T21:39:43.694" v="5362" actId="20577"/>
          <ac:spMkLst>
            <pc:docMk/>
            <pc:sldMk cId="1890479113" sldId="265"/>
            <ac:spMk id="5" creationId="{96B7D0D2-D60E-D972-E485-C8985DF35BBA}"/>
          </ac:spMkLst>
        </pc:spChg>
      </pc:sldChg>
      <pc:sldChg chg="addSp delSp modSp mod modAnim">
        <pc:chgData name="Ashfi Shah" userId="4414e0c9-c483-4652-8869-865ebf3968f3" providerId="ADAL" clId="{8FF6447F-DA10-4C83-ACAB-50DDCC3F94AB}" dt="2026-01-17T21:39:59.625" v="5365" actId="20577"/>
        <pc:sldMkLst>
          <pc:docMk/>
          <pc:sldMk cId="3529079997" sldId="274"/>
        </pc:sldMkLst>
        <pc:spChg chg="mod">
          <ac:chgData name="Ashfi Shah" userId="4414e0c9-c483-4652-8869-865ebf3968f3" providerId="ADAL" clId="{8FF6447F-DA10-4C83-ACAB-50DDCC3F94AB}" dt="2026-01-17T19:04:04.343" v="4864" actId="207"/>
          <ac:spMkLst>
            <pc:docMk/>
            <pc:sldMk cId="3529079997" sldId="274"/>
            <ac:spMk id="2" creationId="{70C2CDB6-30D3-57CD-5D21-55395E181A85}"/>
          </ac:spMkLst>
        </pc:spChg>
        <pc:spChg chg="mod">
          <ac:chgData name="Ashfi Shah" userId="4414e0c9-c483-4652-8869-865ebf3968f3" providerId="ADAL" clId="{8FF6447F-DA10-4C83-ACAB-50DDCC3F94AB}" dt="2026-01-15T19:54:27.461" v="2740" actId="790"/>
          <ac:spMkLst>
            <pc:docMk/>
            <pc:sldMk cId="3529079997" sldId="274"/>
            <ac:spMk id="3" creationId="{C2072481-3DDA-DB36-CAEC-187EA367E7FC}"/>
          </ac:spMkLst>
        </pc:spChg>
        <pc:spChg chg="add mod">
          <ac:chgData name="Ashfi Shah" userId="4414e0c9-c483-4652-8869-865ebf3968f3" providerId="ADAL" clId="{8FF6447F-DA10-4C83-ACAB-50DDCC3F94AB}" dt="2026-01-17T21:39:59.625" v="5365" actId="20577"/>
          <ac:spMkLst>
            <pc:docMk/>
            <pc:sldMk cId="3529079997" sldId="274"/>
            <ac:spMk id="5" creationId="{BF173BE1-4D89-6F4E-2F42-7F3CB0D3A304}"/>
          </ac:spMkLst>
        </pc:spChg>
      </pc:sldChg>
      <pc:sldChg chg="addSp delSp modSp mod modAnim">
        <pc:chgData name="Ashfi Shah" userId="4414e0c9-c483-4652-8869-865ebf3968f3" providerId="ADAL" clId="{8FF6447F-DA10-4C83-ACAB-50DDCC3F94AB}" dt="2026-01-17T21:40:41.702" v="5369" actId="20577"/>
        <pc:sldMkLst>
          <pc:docMk/>
          <pc:sldMk cId="4287671445" sldId="276"/>
        </pc:sldMkLst>
        <pc:spChg chg="mod">
          <ac:chgData name="Ashfi Shah" userId="4414e0c9-c483-4652-8869-865ebf3968f3" providerId="ADAL" clId="{8FF6447F-DA10-4C83-ACAB-50DDCC3F94AB}" dt="2026-01-15T19:54:27.461" v="2740" actId="790"/>
          <ac:spMkLst>
            <pc:docMk/>
            <pc:sldMk cId="4287671445" sldId="276"/>
            <ac:spMk id="2" creationId="{0422035A-8833-52E8-2202-D641D83F0D88}"/>
          </ac:spMkLst>
        </pc:spChg>
        <pc:spChg chg="mod">
          <ac:chgData name="Ashfi Shah" userId="4414e0c9-c483-4652-8869-865ebf3968f3" providerId="ADAL" clId="{8FF6447F-DA10-4C83-ACAB-50DDCC3F94AB}" dt="2026-01-15T20:36:17.211" v="3381" actId="207"/>
          <ac:spMkLst>
            <pc:docMk/>
            <pc:sldMk cId="4287671445" sldId="276"/>
            <ac:spMk id="3" creationId="{F029E421-0E57-A9C5-D0F2-DADD8E0CB14D}"/>
          </ac:spMkLst>
        </pc:spChg>
        <pc:spChg chg="add mod">
          <ac:chgData name="Ashfi Shah" userId="4414e0c9-c483-4652-8869-865ebf3968f3" providerId="ADAL" clId="{8FF6447F-DA10-4C83-ACAB-50DDCC3F94AB}" dt="2026-01-17T21:40:41.702" v="5369" actId="20577"/>
          <ac:spMkLst>
            <pc:docMk/>
            <pc:sldMk cId="4287671445" sldId="276"/>
            <ac:spMk id="5" creationId="{2BE08584-7E00-2D12-E597-D6F136F9D832}"/>
          </ac:spMkLst>
        </pc:spChg>
      </pc:sldChg>
      <pc:sldChg chg="addSp delSp modSp mod modAnim">
        <pc:chgData name="Ashfi Shah" userId="4414e0c9-c483-4652-8869-865ebf3968f3" providerId="ADAL" clId="{8FF6447F-DA10-4C83-ACAB-50DDCC3F94AB}" dt="2026-01-17T21:40:53.021" v="5373" actId="20577"/>
        <pc:sldMkLst>
          <pc:docMk/>
          <pc:sldMk cId="404790715" sldId="277"/>
        </pc:sldMkLst>
        <pc:spChg chg="mod">
          <ac:chgData name="Ashfi Shah" userId="4414e0c9-c483-4652-8869-865ebf3968f3" providerId="ADAL" clId="{8FF6447F-DA10-4C83-ACAB-50DDCC3F94AB}" dt="2026-01-15T19:54:27.461" v="2740" actId="790"/>
          <ac:spMkLst>
            <pc:docMk/>
            <pc:sldMk cId="404790715" sldId="277"/>
            <ac:spMk id="2" creationId="{86B15E8F-07DA-DCB8-B07D-3272560270D5}"/>
          </ac:spMkLst>
        </pc:spChg>
        <pc:spChg chg="mod">
          <ac:chgData name="Ashfi Shah" userId="4414e0c9-c483-4652-8869-865ebf3968f3" providerId="ADAL" clId="{8FF6447F-DA10-4C83-ACAB-50DDCC3F94AB}" dt="2026-01-15T19:54:27.461" v="2740" actId="790"/>
          <ac:spMkLst>
            <pc:docMk/>
            <pc:sldMk cId="404790715" sldId="277"/>
            <ac:spMk id="3" creationId="{4F501BCB-1220-474C-56C4-4B424A069F72}"/>
          </ac:spMkLst>
        </pc:spChg>
        <pc:spChg chg="add mod">
          <ac:chgData name="Ashfi Shah" userId="4414e0c9-c483-4652-8869-865ebf3968f3" providerId="ADAL" clId="{8FF6447F-DA10-4C83-ACAB-50DDCC3F94AB}" dt="2026-01-17T21:40:53.021" v="5373" actId="20577"/>
          <ac:spMkLst>
            <pc:docMk/>
            <pc:sldMk cId="404790715" sldId="277"/>
            <ac:spMk id="5" creationId="{ECBAE0E4-35F4-C524-5897-11C58CC7B4AD}"/>
          </ac:spMkLst>
        </pc:spChg>
      </pc:sldChg>
      <pc:sldChg chg="addSp delSp modSp mod">
        <pc:chgData name="Ashfi Shah" userId="4414e0c9-c483-4652-8869-865ebf3968f3" providerId="ADAL" clId="{8FF6447F-DA10-4C83-ACAB-50DDCC3F94AB}" dt="2026-01-17T21:41:10.720" v="5380" actId="20577"/>
        <pc:sldMkLst>
          <pc:docMk/>
          <pc:sldMk cId="432971676" sldId="280"/>
        </pc:sldMkLst>
        <pc:spChg chg="mod">
          <ac:chgData name="Ashfi Shah" userId="4414e0c9-c483-4652-8869-865ebf3968f3" providerId="ADAL" clId="{8FF6447F-DA10-4C83-ACAB-50DDCC3F94AB}" dt="2026-01-15T19:54:27.461" v="2740" actId="790"/>
          <ac:spMkLst>
            <pc:docMk/>
            <pc:sldMk cId="432971676" sldId="280"/>
            <ac:spMk id="2" creationId="{229F3698-6562-26B6-7E84-61DEA2D5D2D0}"/>
          </ac:spMkLst>
        </pc:spChg>
        <pc:spChg chg="mod">
          <ac:chgData name="Ashfi Shah" userId="4414e0c9-c483-4652-8869-865ebf3968f3" providerId="ADAL" clId="{8FF6447F-DA10-4C83-ACAB-50DDCC3F94AB}" dt="2026-01-15T19:54:27.461" v="2740" actId="790"/>
          <ac:spMkLst>
            <pc:docMk/>
            <pc:sldMk cId="432971676" sldId="280"/>
            <ac:spMk id="3" creationId="{E0BA3A84-9612-422E-6920-14870645068C}"/>
          </ac:spMkLst>
        </pc:spChg>
        <pc:spChg chg="add mod">
          <ac:chgData name="Ashfi Shah" userId="4414e0c9-c483-4652-8869-865ebf3968f3" providerId="ADAL" clId="{8FF6447F-DA10-4C83-ACAB-50DDCC3F94AB}" dt="2026-01-17T21:41:10.720" v="5380" actId="20577"/>
          <ac:spMkLst>
            <pc:docMk/>
            <pc:sldMk cId="432971676" sldId="280"/>
            <ac:spMk id="5" creationId="{E5D86122-7CD2-02B0-4EAA-B3A53D965075}"/>
          </ac:spMkLst>
        </pc:spChg>
      </pc:sldChg>
      <pc:sldChg chg="addSp delSp modSp mod">
        <pc:chgData name="Ashfi Shah" userId="4414e0c9-c483-4652-8869-865ebf3968f3" providerId="ADAL" clId="{8FF6447F-DA10-4C83-ACAB-50DDCC3F94AB}" dt="2026-01-17T21:40:58.786" v="5376" actId="20577"/>
        <pc:sldMkLst>
          <pc:docMk/>
          <pc:sldMk cId="2430544233" sldId="281"/>
        </pc:sldMkLst>
        <pc:spChg chg="mod">
          <ac:chgData name="Ashfi Shah" userId="4414e0c9-c483-4652-8869-865ebf3968f3" providerId="ADAL" clId="{8FF6447F-DA10-4C83-ACAB-50DDCC3F94AB}" dt="2026-01-15T19:54:27.461" v="2740" actId="790"/>
          <ac:spMkLst>
            <pc:docMk/>
            <pc:sldMk cId="2430544233" sldId="281"/>
            <ac:spMk id="2" creationId="{3B954EAB-7CC4-FD7E-F63A-AA47E1C6EC17}"/>
          </ac:spMkLst>
        </pc:spChg>
        <pc:spChg chg="mod">
          <ac:chgData name="Ashfi Shah" userId="4414e0c9-c483-4652-8869-865ebf3968f3" providerId="ADAL" clId="{8FF6447F-DA10-4C83-ACAB-50DDCC3F94AB}" dt="2026-01-15T19:54:27.461" v="2740" actId="790"/>
          <ac:spMkLst>
            <pc:docMk/>
            <pc:sldMk cId="2430544233" sldId="281"/>
            <ac:spMk id="3" creationId="{B0673BB3-C632-8A9B-636C-CE06EAAB1B74}"/>
          </ac:spMkLst>
        </pc:spChg>
        <pc:spChg chg="mod">
          <ac:chgData name="Ashfi Shah" userId="4414e0c9-c483-4652-8869-865ebf3968f3" providerId="ADAL" clId="{8FF6447F-DA10-4C83-ACAB-50DDCC3F94AB}" dt="2026-01-15T19:54:27.461" v="2740" actId="790"/>
          <ac:spMkLst>
            <pc:docMk/>
            <pc:sldMk cId="2430544233" sldId="281"/>
            <ac:spMk id="5" creationId="{80040890-4A91-0396-CCEB-E053148D9C26}"/>
          </ac:spMkLst>
        </pc:spChg>
        <pc:spChg chg="mod">
          <ac:chgData name="Ashfi Shah" userId="4414e0c9-c483-4652-8869-865ebf3968f3" providerId="ADAL" clId="{8FF6447F-DA10-4C83-ACAB-50DDCC3F94AB}" dt="2026-01-15T19:54:27.461" v="2740" actId="790"/>
          <ac:spMkLst>
            <pc:docMk/>
            <pc:sldMk cId="2430544233" sldId="281"/>
            <ac:spMk id="6" creationId="{B2B437D0-274D-9B53-1F03-D6C8AD779E44}"/>
          </ac:spMkLst>
        </pc:spChg>
        <pc:spChg chg="mod">
          <ac:chgData name="Ashfi Shah" userId="4414e0c9-c483-4652-8869-865ebf3968f3" providerId="ADAL" clId="{8FF6447F-DA10-4C83-ACAB-50DDCC3F94AB}" dt="2026-01-15T19:54:27.461" v="2740" actId="790"/>
          <ac:spMkLst>
            <pc:docMk/>
            <pc:sldMk cId="2430544233" sldId="281"/>
            <ac:spMk id="7" creationId="{82C61E36-DDEA-804A-7818-0489A7374406}"/>
          </ac:spMkLst>
        </pc:spChg>
        <pc:spChg chg="mod">
          <ac:chgData name="Ashfi Shah" userId="4414e0c9-c483-4652-8869-865ebf3968f3" providerId="ADAL" clId="{8FF6447F-DA10-4C83-ACAB-50DDCC3F94AB}" dt="2026-01-15T19:54:27.461" v="2740" actId="790"/>
          <ac:spMkLst>
            <pc:docMk/>
            <pc:sldMk cId="2430544233" sldId="281"/>
            <ac:spMk id="8" creationId="{6926EA7C-A9FC-67AF-557F-F0B105DE8FBB}"/>
          </ac:spMkLst>
        </pc:spChg>
        <pc:spChg chg="mod">
          <ac:chgData name="Ashfi Shah" userId="4414e0c9-c483-4652-8869-865ebf3968f3" providerId="ADAL" clId="{8FF6447F-DA10-4C83-ACAB-50DDCC3F94AB}" dt="2026-01-15T19:54:27.461" v="2740" actId="790"/>
          <ac:spMkLst>
            <pc:docMk/>
            <pc:sldMk cId="2430544233" sldId="281"/>
            <ac:spMk id="9" creationId="{4382F30E-B403-533D-D95C-4666247CDE83}"/>
          </ac:spMkLst>
        </pc:spChg>
        <pc:spChg chg="mod">
          <ac:chgData name="Ashfi Shah" userId="4414e0c9-c483-4652-8869-865ebf3968f3" providerId="ADAL" clId="{8FF6447F-DA10-4C83-ACAB-50DDCC3F94AB}" dt="2026-01-15T19:54:27.461" v="2740" actId="790"/>
          <ac:spMkLst>
            <pc:docMk/>
            <pc:sldMk cId="2430544233" sldId="281"/>
            <ac:spMk id="10" creationId="{684C4A09-0FE2-0B77-4ABA-2F40E287D90C}"/>
          </ac:spMkLst>
        </pc:spChg>
        <pc:spChg chg="mod">
          <ac:chgData name="Ashfi Shah" userId="4414e0c9-c483-4652-8869-865ebf3968f3" providerId="ADAL" clId="{8FF6447F-DA10-4C83-ACAB-50DDCC3F94AB}" dt="2026-01-15T19:54:27.461" v="2740" actId="790"/>
          <ac:spMkLst>
            <pc:docMk/>
            <pc:sldMk cId="2430544233" sldId="281"/>
            <ac:spMk id="11" creationId="{12932E6F-F2F2-3128-482E-538D0052293C}"/>
          </ac:spMkLst>
        </pc:spChg>
        <pc:spChg chg="add mod">
          <ac:chgData name="Ashfi Shah" userId="4414e0c9-c483-4652-8869-865ebf3968f3" providerId="ADAL" clId="{8FF6447F-DA10-4C83-ACAB-50DDCC3F94AB}" dt="2026-01-17T21:40:58.786" v="5376" actId="20577"/>
          <ac:spMkLst>
            <pc:docMk/>
            <pc:sldMk cId="2430544233" sldId="281"/>
            <ac:spMk id="12" creationId="{A7958E56-7A10-8444-1BC5-26233AB3F6CD}"/>
          </ac:spMkLst>
        </pc:spChg>
      </pc:sldChg>
      <pc:sldChg chg="addSp delSp modSp new mod delAnim modAnim">
        <pc:chgData name="Ashfi Shah" userId="4414e0c9-c483-4652-8869-865ebf3968f3" providerId="ADAL" clId="{8FF6447F-DA10-4C83-ACAB-50DDCC3F94AB}" dt="2026-01-17T21:53:33.720" v="5385" actId="20577"/>
        <pc:sldMkLst>
          <pc:docMk/>
          <pc:sldMk cId="3904300938" sldId="282"/>
        </pc:sldMkLst>
        <pc:spChg chg="mod">
          <ac:chgData name="Ashfi Shah" userId="4414e0c9-c483-4652-8869-865ebf3968f3" providerId="ADAL" clId="{8FF6447F-DA10-4C83-ACAB-50DDCC3F94AB}" dt="2026-01-17T19:44:43.347" v="4932" actId="20577"/>
          <ac:spMkLst>
            <pc:docMk/>
            <pc:sldMk cId="3904300938" sldId="282"/>
            <ac:spMk id="2" creationId="{8F19D682-78B4-325B-B531-7C4D21AFD163}"/>
          </ac:spMkLst>
        </pc:spChg>
        <pc:spChg chg="mod">
          <ac:chgData name="Ashfi Shah" userId="4414e0c9-c483-4652-8869-865ebf3968f3" providerId="ADAL" clId="{8FF6447F-DA10-4C83-ACAB-50DDCC3F94AB}" dt="2026-01-17T19:45:26.557" v="4957" actId="255"/>
          <ac:spMkLst>
            <pc:docMk/>
            <pc:sldMk cId="3904300938" sldId="282"/>
            <ac:spMk id="3" creationId="{BD4701A9-EB71-F16F-3FBB-7B8DE957FCDB}"/>
          </ac:spMkLst>
        </pc:spChg>
        <pc:spChg chg="add mod">
          <ac:chgData name="Ashfi Shah" userId="4414e0c9-c483-4652-8869-865ebf3968f3" providerId="ADAL" clId="{8FF6447F-DA10-4C83-ACAB-50DDCC3F94AB}" dt="2026-01-17T19:45:37.262" v="4958" actId="1076"/>
          <ac:spMkLst>
            <pc:docMk/>
            <pc:sldMk cId="3904300938" sldId="282"/>
            <ac:spMk id="6" creationId="{6E39EB64-7AA1-E99E-5326-295E49E12535}"/>
          </ac:spMkLst>
        </pc:spChg>
        <pc:spChg chg="add mod">
          <ac:chgData name="Ashfi Shah" userId="4414e0c9-c483-4652-8869-865ebf3968f3" providerId="ADAL" clId="{8FF6447F-DA10-4C83-ACAB-50DDCC3F94AB}" dt="2026-01-17T19:45:37.262" v="4958" actId="1076"/>
          <ac:spMkLst>
            <pc:docMk/>
            <pc:sldMk cId="3904300938" sldId="282"/>
            <ac:spMk id="7" creationId="{316A97B1-DD1E-CF0D-F9CD-276D710E2CC4}"/>
          </ac:spMkLst>
        </pc:spChg>
        <pc:spChg chg="add mod">
          <ac:chgData name="Ashfi Shah" userId="4414e0c9-c483-4652-8869-865ebf3968f3" providerId="ADAL" clId="{8FF6447F-DA10-4C83-ACAB-50DDCC3F94AB}" dt="2026-01-17T19:45:37.262" v="4958" actId="1076"/>
          <ac:spMkLst>
            <pc:docMk/>
            <pc:sldMk cId="3904300938" sldId="282"/>
            <ac:spMk id="8" creationId="{788247CB-ED91-0056-7E29-0EE2A6CE4EF1}"/>
          </ac:spMkLst>
        </pc:spChg>
        <pc:spChg chg="add mod">
          <ac:chgData name="Ashfi Shah" userId="4414e0c9-c483-4652-8869-865ebf3968f3" providerId="ADAL" clId="{8FF6447F-DA10-4C83-ACAB-50DDCC3F94AB}" dt="2026-01-17T19:45:37.262" v="4958" actId="1076"/>
          <ac:spMkLst>
            <pc:docMk/>
            <pc:sldMk cId="3904300938" sldId="282"/>
            <ac:spMk id="9" creationId="{D54A1E0F-F4B5-A35A-B108-5CC4FFF40EA3}"/>
          </ac:spMkLst>
        </pc:spChg>
        <pc:spChg chg="add mod">
          <ac:chgData name="Ashfi Shah" userId="4414e0c9-c483-4652-8869-865ebf3968f3" providerId="ADAL" clId="{8FF6447F-DA10-4C83-ACAB-50DDCC3F94AB}" dt="2026-01-17T19:45:37.262" v="4958" actId="1076"/>
          <ac:spMkLst>
            <pc:docMk/>
            <pc:sldMk cId="3904300938" sldId="282"/>
            <ac:spMk id="10" creationId="{556E4095-5238-39EB-9FE9-59C0143B1638}"/>
          </ac:spMkLst>
        </pc:spChg>
        <pc:spChg chg="add mod">
          <ac:chgData name="Ashfi Shah" userId="4414e0c9-c483-4652-8869-865ebf3968f3" providerId="ADAL" clId="{8FF6447F-DA10-4C83-ACAB-50DDCC3F94AB}" dt="2026-01-17T19:45:37.262" v="4958" actId="1076"/>
          <ac:spMkLst>
            <pc:docMk/>
            <pc:sldMk cId="3904300938" sldId="282"/>
            <ac:spMk id="11" creationId="{C31B7CBF-3BA3-E385-9D60-B045997F12FD}"/>
          </ac:spMkLst>
        </pc:spChg>
        <pc:spChg chg="add mod">
          <ac:chgData name="Ashfi Shah" userId="4414e0c9-c483-4652-8869-865ebf3968f3" providerId="ADAL" clId="{8FF6447F-DA10-4C83-ACAB-50DDCC3F94AB}" dt="2026-01-17T19:45:37.262" v="4958" actId="1076"/>
          <ac:spMkLst>
            <pc:docMk/>
            <pc:sldMk cId="3904300938" sldId="282"/>
            <ac:spMk id="12" creationId="{2A5ED5A2-C647-4920-1C4C-7C0437A8518E}"/>
          </ac:spMkLst>
        </pc:spChg>
        <pc:spChg chg="add mod">
          <ac:chgData name="Ashfi Shah" userId="4414e0c9-c483-4652-8869-865ebf3968f3" providerId="ADAL" clId="{8FF6447F-DA10-4C83-ACAB-50DDCC3F94AB}" dt="2026-01-17T21:53:33.720" v="5385" actId="20577"/>
          <ac:spMkLst>
            <pc:docMk/>
            <pc:sldMk cId="3904300938" sldId="282"/>
            <ac:spMk id="14" creationId="{CF8EBC1D-BB21-D6E7-6E55-706B09B3AE6B}"/>
          </ac:spMkLst>
        </pc:spChg>
        <pc:cxnChg chg="add mod">
          <ac:chgData name="Ashfi Shah" userId="4414e0c9-c483-4652-8869-865ebf3968f3" providerId="ADAL" clId="{8FF6447F-DA10-4C83-ACAB-50DDCC3F94AB}" dt="2026-01-17T19:45:37.262" v="4958" actId="1076"/>
          <ac:cxnSpMkLst>
            <pc:docMk/>
            <pc:sldMk cId="3904300938" sldId="282"/>
            <ac:cxnSpMk id="21" creationId="{0EFDA874-A58F-20BB-A101-64BC159D7B8A}"/>
          </ac:cxnSpMkLst>
        </pc:cxnChg>
        <pc:cxnChg chg="add mod">
          <ac:chgData name="Ashfi Shah" userId="4414e0c9-c483-4652-8869-865ebf3968f3" providerId="ADAL" clId="{8FF6447F-DA10-4C83-ACAB-50DDCC3F94AB}" dt="2026-01-17T19:45:37.262" v="4958" actId="1076"/>
          <ac:cxnSpMkLst>
            <pc:docMk/>
            <pc:sldMk cId="3904300938" sldId="282"/>
            <ac:cxnSpMk id="23" creationId="{F912D753-ABD6-0339-8CC0-0713A0B73B75}"/>
          </ac:cxnSpMkLst>
        </pc:cxnChg>
        <pc:cxnChg chg="add mod">
          <ac:chgData name="Ashfi Shah" userId="4414e0c9-c483-4652-8869-865ebf3968f3" providerId="ADAL" clId="{8FF6447F-DA10-4C83-ACAB-50DDCC3F94AB}" dt="2026-01-15T17:34:00.906" v="849" actId="13822"/>
          <ac:cxnSpMkLst>
            <pc:docMk/>
            <pc:sldMk cId="3904300938" sldId="282"/>
            <ac:cxnSpMk id="25" creationId="{B627DC93-11CB-93E2-9D93-1A3F2BF1F95F}"/>
          </ac:cxnSpMkLst>
        </pc:cxnChg>
        <pc:cxnChg chg="add mod">
          <ac:chgData name="Ashfi Shah" userId="4414e0c9-c483-4652-8869-865ebf3968f3" providerId="ADAL" clId="{8FF6447F-DA10-4C83-ACAB-50DDCC3F94AB}" dt="2026-01-17T19:45:37.262" v="4958" actId="1076"/>
          <ac:cxnSpMkLst>
            <pc:docMk/>
            <pc:sldMk cId="3904300938" sldId="282"/>
            <ac:cxnSpMk id="27" creationId="{20EB06E8-A7A1-7716-6EE7-BB006A1AD9D5}"/>
          </ac:cxnSpMkLst>
        </pc:cxnChg>
        <pc:cxnChg chg="add mod">
          <ac:chgData name="Ashfi Shah" userId="4414e0c9-c483-4652-8869-865ebf3968f3" providerId="ADAL" clId="{8FF6447F-DA10-4C83-ACAB-50DDCC3F94AB}" dt="2026-01-15T17:34:24.419" v="853" actId="13822"/>
          <ac:cxnSpMkLst>
            <pc:docMk/>
            <pc:sldMk cId="3904300938" sldId="282"/>
            <ac:cxnSpMk id="29" creationId="{D95A3935-7062-E40F-7075-19A698896F11}"/>
          </ac:cxnSpMkLst>
        </pc:cxnChg>
        <pc:cxnChg chg="add mod">
          <ac:chgData name="Ashfi Shah" userId="4414e0c9-c483-4652-8869-865ebf3968f3" providerId="ADAL" clId="{8FF6447F-DA10-4C83-ACAB-50DDCC3F94AB}" dt="2026-01-15T17:34:35.307" v="857" actId="13822"/>
          <ac:cxnSpMkLst>
            <pc:docMk/>
            <pc:sldMk cId="3904300938" sldId="282"/>
            <ac:cxnSpMk id="31" creationId="{C250BCD5-4210-F96F-9073-873CA4134B81}"/>
          </ac:cxnSpMkLst>
        </pc:cxnChg>
      </pc:sldChg>
      <pc:sldChg chg="addSp delSp modSp new mod delAnim modAnim">
        <pc:chgData name="Ashfi Shah" userId="4414e0c9-c483-4652-8869-865ebf3968f3" providerId="ADAL" clId="{8FF6447F-DA10-4C83-ACAB-50DDCC3F94AB}" dt="2026-01-17T21:54:20.022" v="5398" actId="20577"/>
        <pc:sldMkLst>
          <pc:docMk/>
          <pc:sldMk cId="3532324677" sldId="283"/>
        </pc:sldMkLst>
        <pc:spChg chg="mod">
          <ac:chgData name="Ashfi Shah" userId="4414e0c9-c483-4652-8869-865ebf3968f3" providerId="ADAL" clId="{8FF6447F-DA10-4C83-ACAB-50DDCC3F94AB}" dt="2026-01-17T19:51:21.496" v="5016" actId="20577"/>
          <ac:spMkLst>
            <pc:docMk/>
            <pc:sldMk cId="3532324677" sldId="283"/>
            <ac:spMk id="2" creationId="{F7E5482E-CB57-E1E8-EBE4-8E7BBCC51D79}"/>
          </ac:spMkLst>
        </pc:spChg>
        <pc:spChg chg="mod">
          <ac:chgData name="Ashfi Shah" userId="4414e0c9-c483-4652-8869-865ebf3968f3" providerId="ADAL" clId="{8FF6447F-DA10-4C83-ACAB-50DDCC3F94AB}" dt="2026-01-17T19:47:57.796" v="4973" actId="255"/>
          <ac:spMkLst>
            <pc:docMk/>
            <pc:sldMk cId="3532324677" sldId="283"/>
            <ac:spMk id="3" creationId="{829F02BC-E693-A44B-3B93-7F9450A6D2BB}"/>
          </ac:spMkLst>
        </pc:spChg>
        <pc:spChg chg="add mod">
          <ac:chgData name="Ashfi Shah" userId="4414e0c9-c483-4652-8869-865ebf3968f3" providerId="ADAL" clId="{8FF6447F-DA10-4C83-ACAB-50DDCC3F94AB}" dt="2026-01-17T21:54:20.022" v="5398" actId="20577"/>
          <ac:spMkLst>
            <pc:docMk/>
            <pc:sldMk cId="3532324677" sldId="283"/>
            <ac:spMk id="4" creationId="{29764F84-79C4-AF07-F121-D2677C45E2ED}"/>
          </ac:spMkLst>
        </pc:spChg>
        <pc:spChg chg="add mod">
          <ac:chgData name="Ashfi Shah" userId="4414e0c9-c483-4652-8869-865ebf3968f3" providerId="ADAL" clId="{8FF6447F-DA10-4C83-ACAB-50DDCC3F94AB}" dt="2026-01-17T19:48:03.046" v="4974" actId="1076"/>
          <ac:spMkLst>
            <pc:docMk/>
            <pc:sldMk cId="3532324677" sldId="283"/>
            <ac:spMk id="10" creationId="{19554F95-B194-7AF3-7767-F0DB90D1279B}"/>
          </ac:spMkLst>
        </pc:spChg>
        <pc:spChg chg="add mod">
          <ac:chgData name="Ashfi Shah" userId="4414e0c9-c483-4652-8869-865ebf3968f3" providerId="ADAL" clId="{8FF6447F-DA10-4C83-ACAB-50DDCC3F94AB}" dt="2026-01-17T19:48:03.046" v="4974" actId="1076"/>
          <ac:spMkLst>
            <pc:docMk/>
            <pc:sldMk cId="3532324677" sldId="283"/>
            <ac:spMk id="11" creationId="{033DC956-072F-2A85-FB6B-B7C528CC18A3}"/>
          </ac:spMkLst>
        </pc:spChg>
        <pc:spChg chg="add mod">
          <ac:chgData name="Ashfi Shah" userId="4414e0c9-c483-4652-8869-865ebf3968f3" providerId="ADAL" clId="{8FF6447F-DA10-4C83-ACAB-50DDCC3F94AB}" dt="2026-01-17T19:48:03.046" v="4974" actId="1076"/>
          <ac:spMkLst>
            <pc:docMk/>
            <pc:sldMk cId="3532324677" sldId="283"/>
            <ac:spMk id="12" creationId="{9140AED0-BB42-FF77-5E81-F98E1095F4FC}"/>
          </ac:spMkLst>
        </pc:spChg>
        <pc:spChg chg="add mod">
          <ac:chgData name="Ashfi Shah" userId="4414e0c9-c483-4652-8869-865ebf3968f3" providerId="ADAL" clId="{8FF6447F-DA10-4C83-ACAB-50DDCC3F94AB}" dt="2026-01-17T19:48:03.046" v="4974" actId="1076"/>
          <ac:spMkLst>
            <pc:docMk/>
            <pc:sldMk cId="3532324677" sldId="283"/>
            <ac:spMk id="13" creationId="{4571D80F-D7B2-904F-488A-E6B7F0A33365}"/>
          </ac:spMkLst>
        </pc:spChg>
        <pc:cxnChg chg="add mod">
          <ac:chgData name="Ashfi Shah" userId="4414e0c9-c483-4652-8869-865ebf3968f3" providerId="ADAL" clId="{8FF6447F-DA10-4C83-ACAB-50DDCC3F94AB}" dt="2026-01-17T19:48:03.046" v="4974" actId="1076"/>
          <ac:cxnSpMkLst>
            <pc:docMk/>
            <pc:sldMk cId="3532324677" sldId="283"/>
            <ac:cxnSpMk id="16" creationId="{D34C07DC-BD38-50A0-E774-346EDA2D2AB0}"/>
          </ac:cxnSpMkLst>
        </pc:cxnChg>
        <pc:cxnChg chg="add mod">
          <ac:chgData name="Ashfi Shah" userId="4414e0c9-c483-4652-8869-865ebf3968f3" providerId="ADAL" clId="{8FF6447F-DA10-4C83-ACAB-50DDCC3F94AB}" dt="2026-01-17T19:48:03.046" v="4974" actId="1076"/>
          <ac:cxnSpMkLst>
            <pc:docMk/>
            <pc:sldMk cId="3532324677" sldId="283"/>
            <ac:cxnSpMk id="18" creationId="{C6B50025-E48C-FCA5-484C-A4CC367BD549}"/>
          </ac:cxnSpMkLst>
        </pc:cxnChg>
        <pc:cxnChg chg="add mod">
          <ac:chgData name="Ashfi Shah" userId="4414e0c9-c483-4652-8869-865ebf3968f3" providerId="ADAL" clId="{8FF6447F-DA10-4C83-ACAB-50DDCC3F94AB}" dt="2026-01-17T19:48:03.046" v="4974" actId="1076"/>
          <ac:cxnSpMkLst>
            <pc:docMk/>
            <pc:sldMk cId="3532324677" sldId="283"/>
            <ac:cxnSpMk id="23" creationId="{D2BC3775-D2C0-5DD0-F46D-C87607ACF63A}"/>
          </ac:cxnSpMkLst>
        </pc:cxnChg>
      </pc:sldChg>
      <pc:sldChg chg="addSp delSp modSp add mod delAnim modAnim">
        <pc:chgData name="Ashfi Shah" userId="4414e0c9-c483-4652-8869-865ebf3968f3" providerId="ADAL" clId="{8FF6447F-DA10-4C83-ACAB-50DDCC3F94AB}" dt="2026-01-19T17:11:55.187" v="5520" actId="1076"/>
        <pc:sldMkLst>
          <pc:docMk/>
          <pc:sldMk cId="3506466547" sldId="285"/>
        </pc:sldMkLst>
        <pc:spChg chg="mod">
          <ac:chgData name="Ashfi Shah" userId="4414e0c9-c483-4652-8869-865ebf3968f3" providerId="ADAL" clId="{8FF6447F-DA10-4C83-ACAB-50DDCC3F94AB}" dt="2026-01-17T19:52:07.866" v="5029" actId="20577"/>
          <ac:spMkLst>
            <pc:docMk/>
            <pc:sldMk cId="3506466547" sldId="285"/>
            <ac:spMk id="2" creationId="{92E274E2-C0B2-6F95-479F-AA99B428CAA4}"/>
          </ac:spMkLst>
        </pc:spChg>
        <pc:spChg chg="add mod">
          <ac:chgData name="Ashfi Shah" userId="4414e0c9-c483-4652-8869-865ebf3968f3" providerId="ADAL" clId="{8FF6447F-DA10-4C83-ACAB-50DDCC3F94AB}" dt="2026-01-17T21:54:35.596" v="5405" actId="20577"/>
          <ac:spMkLst>
            <pc:docMk/>
            <pc:sldMk cId="3506466547" sldId="285"/>
            <ac:spMk id="3" creationId="{FC5D3F6E-86FB-41EA-8196-897002BF3528}"/>
          </ac:spMkLst>
        </pc:spChg>
        <pc:spChg chg="add mod">
          <ac:chgData name="Ashfi Shah" userId="4414e0c9-c483-4652-8869-865ebf3968f3" providerId="ADAL" clId="{8FF6447F-DA10-4C83-ACAB-50DDCC3F94AB}" dt="2026-01-19T17:11:55.187" v="5520" actId="1076"/>
          <ac:spMkLst>
            <pc:docMk/>
            <pc:sldMk cId="3506466547" sldId="285"/>
            <ac:spMk id="4" creationId="{74D1968C-A8E1-F89A-FED0-787A69E52BD9}"/>
          </ac:spMkLst>
        </pc:spChg>
        <pc:spChg chg="add mod">
          <ac:chgData name="Ashfi Shah" userId="4414e0c9-c483-4652-8869-865ebf3968f3" providerId="ADAL" clId="{8FF6447F-DA10-4C83-ACAB-50DDCC3F94AB}" dt="2026-01-17T19:56:10.132" v="5063" actId="1076"/>
          <ac:spMkLst>
            <pc:docMk/>
            <pc:sldMk cId="3506466547" sldId="285"/>
            <ac:spMk id="6" creationId="{B4A1971D-74E3-FD79-D4CE-AC4A45B9988B}"/>
          </ac:spMkLst>
        </pc:spChg>
        <pc:spChg chg="mod">
          <ac:chgData name="Ashfi Shah" userId="4414e0c9-c483-4652-8869-865ebf3968f3" providerId="ADAL" clId="{8FF6447F-DA10-4C83-ACAB-50DDCC3F94AB}" dt="2026-01-17T21:56:46.022" v="5438" actId="20577"/>
          <ac:spMkLst>
            <pc:docMk/>
            <pc:sldMk cId="3506466547" sldId="285"/>
            <ac:spMk id="8" creationId="{DF7AF2D4-1A29-337A-6B58-66B56B176C99}"/>
          </ac:spMkLst>
        </pc:spChg>
        <pc:spChg chg="add mod">
          <ac:chgData name="Ashfi Shah" userId="4414e0c9-c483-4652-8869-865ebf3968f3" providerId="ADAL" clId="{8FF6447F-DA10-4C83-ACAB-50DDCC3F94AB}" dt="2026-01-17T19:56:10.132" v="5063" actId="1076"/>
          <ac:spMkLst>
            <pc:docMk/>
            <pc:sldMk cId="3506466547" sldId="285"/>
            <ac:spMk id="43" creationId="{C8E813FA-FB8B-3AFE-3E09-99FA8E9BF180}"/>
          </ac:spMkLst>
        </pc:spChg>
        <pc:spChg chg="add mod">
          <ac:chgData name="Ashfi Shah" userId="4414e0c9-c483-4652-8869-865ebf3968f3" providerId="ADAL" clId="{8FF6447F-DA10-4C83-ACAB-50DDCC3F94AB}" dt="2026-01-17T19:56:10.132" v="5063" actId="1076"/>
          <ac:spMkLst>
            <pc:docMk/>
            <pc:sldMk cId="3506466547" sldId="285"/>
            <ac:spMk id="44" creationId="{68A4F397-FC8D-00C3-BC75-8C8B0EE6E971}"/>
          </ac:spMkLst>
        </pc:spChg>
        <pc:spChg chg="add mod">
          <ac:chgData name="Ashfi Shah" userId="4414e0c9-c483-4652-8869-865ebf3968f3" providerId="ADAL" clId="{8FF6447F-DA10-4C83-ACAB-50DDCC3F94AB}" dt="2026-01-17T19:56:10.132" v="5063" actId="1076"/>
          <ac:spMkLst>
            <pc:docMk/>
            <pc:sldMk cId="3506466547" sldId="285"/>
            <ac:spMk id="45" creationId="{5BDC3FDE-31F9-BAB1-5974-D65F7B1F458A}"/>
          </ac:spMkLst>
        </pc:spChg>
        <pc:spChg chg="add mod">
          <ac:chgData name="Ashfi Shah" userId="4414e0c9-c483-4652-8869-865ebf3968f3" providerId="ADAL" clId="{8FF6447F-DA10-4C83-ACAB-50DDCC3F94AB}" dt="2026-01-17T19:56:10.132" v="5063" actId="1076"/>
          <ac:spMkLst>
            <pc:docMk/>
            <pc:sldMk cId="3506466547" sldId="285"/>
            <ac:spMk id="46" creationId="{C4DD14C8-28EB-E347-BC38-A6BF757A5526}"/>
          </ac:spMkLst>
        </pc:spChg>
        <pc:spChg chg="add mod">
          <ac:chgData name="Ashfi Shah" userId="4414e0c9-c483-4652-8869-865ebf3968f3" providerId="ADAL" clId="{8FF6447F-DA10-4C83-ACAB-50DDCC3F94AB}" dt="2026-01-17T19:56:10.132" v="5063" actId="1076"/>
          <ac:spMkLst>
            <pc:docMk/>
            <pc:sldMk cId="3506466547" sldId="285"/>
            <ac:spMk id="58" creationId="{DF78F774-AD09-1AFA-8A68-AA311F30079B}"/>
          </ac:spMkLst>
        </pc:spChg>
        <pc:spChg chg="add mod">
          <ac:chgData name="Ashfi Shah" userId="4414e0c9-c483-4652-8869-865ebf3968f3" providerId="ADAL" clId="{8FF6447F-DA10-4C83-ACAB-50DDCC3F94AB}" dt="2026-01-17T19:56:10.132" v="5063" actId="1076"/>
          <ac:spMkLst>
            <pc:docMk/>
            <pc:sldMk cId="3506466547" sldId="285"/>
            <ac:spMk id="59" creationId="{0821B0A7-7976-6EFB-F524-DDCE12F993DF}"/>
          </ac:spMkLst>
        </pc:spChg>
        <pc:spChg chg="add mod">
          <ac:chgData name="Ashfi Shah" userId="4414e0c9-c483-4652-8869-865ebf3968f3" providerId="ADAL" clId="{8FF6447F-DA10-4C83-ACAB-50DDCC3F94AB}" dt="2026-01-17T19:56:10.132" v="5063" actId="1076"/>
          <ac:spMkLst>
            <pc:docMk/>
            <pc:sldMk cId="3506466547" sldId="285"/>
            <ac:spMk id="60" creationId="{F50DA5D1-70A9-C0F7-F9E1-99D70A658211}"/>
          </ac:spMkLst>
        </pc:spChg>
        <pc:cxnChg chg="add mod">
          <ac:chgData name="Ashfi Shah" userId="4414e0c9-c483-4652-8869-865ebf3968f3" providerId="ADAL" clId="{8FF6447F-DA10-4C83-ACAB-50DDCC3F94AB}" dt="2026-01-17T19:56:10.132" v="5063" actId="1076"/>
          <ac:cxnSpMkLst>
            <pc:docMk/>
            <pc:sldMk cId="3506466547" sldId="285"/>
            <ac:cxnSpMk id="48" creationId="{FB3C5597-016B-134F-6EC2-6D691D473DC6}"/>
          </ac:cxnSpMkLst>
        </pc:cxnChg>
        <pc:cxnChg chg="add mod">
          <ac:chgData name="Ashfi Shah" userId="4414e0c9-c483-4652-8869-865ebf3968f3" providerId="ADAL" clId="{8FF6447F-DA10-4C83-ACAB-50DDCC3F94AB}" dt="2026-01-17T19:56:10.132" v="5063" actId="1076"/>
          <ac:cxnSpMkLst>
            <pc:docMk/>
            <pc:sldMk cId="3506466547" sldId="285"/>
            <ac:cxnSpMk id="52" creationId="{6062E3F6-28F2-927F-5AA8-0D3D0ADF7457}"/>
          </ac:cxnSpMkLst>
        </pc:cxnChg>
        <pc:cxnChg chg="add mod">
          <ac:chgData name="Ashfi Shah" userId="4414e0c9-c483-4652-8869-865ebf3968f3" providerId="ADAL" clId="{8FF6447F-DA10-4C83-ACAB-50DDCC3F94AB}" dt="2026-01-15T19:27:04.655" v="2131" actId="692"/>
          <ac:cxnSpMkLst>
            <pc:docMk/>
            <pc:sldMk cId="3506466547" sldId="285"/>
            <ac:cxnSpMk id="55" creationId="{6BA2DDEC-6536-DC91-6E33-AC7AB13913A4}"/>
          </ac:cxnSpMkLst>
        </pc:cxnChg>
        <pc:cxnChg chg="add mod">
          <ac:chgData name="Ashfi Shah" userId="4414e0c9-c483-4652-8869-865ebf3968f3" providerId="ADAL" clId="{8FF6447F-DA10-4C83-ACAB-50DDCC3F94AB}" dt="2026-01-15T19:27:38.538" v="2145" actId="692"/>
          <ac:cxnSpMkLst>
            <pc:docMk/>
            <pc:sldMk cId="3506466547" sldId="285"/>
            <ac:cxnSpMk id="57" creationId="{6D8DF50A-ECF2-23CD-9AB5-7DBDA9FB2758}"/>
          </ac:cxnSpMkLst>
        </pc:cxnChg>
      </pc:sldChg>
      <pc:sldChg chg="addSp delSp modSp new mod delAnim modAnim">
        <pc:chgData name="Ashfi Shah" userId="4414e0c9-c483-4652-8869-865ebf3968f3" providerId="ADAL" clId="{8FF6447F-DA10-4C83-ACAB-50DDCC3F94AB}" dt="2026-01-17T21:54:55.966" v="5411" actId="20577"/>
        <pc:sldMkLst>
          <pc:docMk/>
          <pc:sldMk cId="3341554872" sldId="286"/>
        </pc:sldMkLst>
        <pc:spChg chg="mod">
          <ac:chgData name="Ashfi Shah" userId="4414e0c9-c483-4652-8869-865ebf3968f3" providerId="ADAL" clId="{8FF6447F-DA10-4C83-ACAB-50DDCC3F94AB}" dt="2026-01-17T20:10:25.686" v="5131" actId="20577"/>
          <ac:spMkLst>
            <pc:docMk/>
            <pc:sldMk cId="3341554872" sldId="286"/>
            <ac:spMk id="2" creationId="{E5064740-8D1A-D755-734A-62FE875DCDD1}"/>
          </ac:spMkLst>
        </pc:spChg>
        <pc:spChg chg="mod">
          <ac:chgData name="Ashfi Shah" userId="4414e0c9-c483-4652-8869-865ebf3968f3" providerId="ADAL" clId="{8FF6447F-DA10-4C83-ACAB-50DDCC3F94AB}" dt="2026-01-17T20:08:21.940" v="5109" actId="14100"/>
          <ac:spMkLst>
            <pc:docMk/>
            <pc:sldMk cId="3341554872" sldId="286"/>
            <ac:spMk id="3" creationId="{E11C950B-FEEB-F515-E56E-02AB57F92F85}"/>
          </ac:spMkLst>
        </pc:spChg>
        <pc:spChg chg="add mod">
          <ac:chgData name="Ashfi Shah" userId="4414e0c9-c483-4652-8869-865ebf3968f3" providerId="ADAL" clId="{8FF6447F-DA10-4C83-ACAB-50DDCC3F94AB}" dt="2026-01-17T20:10:09.408" v="5125" actId="1076"/>
          <ac:spMkLst>
            <pc:docMk/>
            <pc:sldMk cId="3341554872" sldId="286"/>
            <ac:spMk id="4" creationId="{2F335D2D-8ED2-E870-CE68-F99523983B52}"/>
          </ac:spMkLst>
        </pc:spChg>
        <pc:spChg chg="add mod">
          <ac:chgData name="Ashfi Shah" userId="4414e0c9-c483-4652-8869-865ebf3968f3" providerId="ADAL" clId="{8FF6447F-DA10-4C83-ACAB-50DDCC3F94AB}" dt="2026-01-17T21:54:55.966" v="5411" actId="20577"/>
          <ac:spMkLst>
            <pc:docMk/>
            <pc:sldMk cId="3341554872" sldId="286"/>
            <ac:spMk id="5" creationId="{54F819A2-D2BB-3956-D60C-17DB0956CADD}"/>
          </ac:spMkLst>
        </pc:spChg>
        <pc:spChg chg="add mod">
          <ac:chgData name="Ashfi Shah" userId="4414e0c9-c483-4652-8869-865ebf3968f3" providerId="ADAL" clId="{8FF6447F-DA10-4C83-ACAB-50DDCC3F94AB}" dt="2026-01-17T20:08:07.026" v="5106" actId="1076"/>
          <ac:spMkLst>
            <pc:docMk/>
            <pc:sldMk cId="3341554872" sldId="286"/>
            <ac:spMk id="8" creationId="{5C32885A-8C35-525E-90E4-038BF4EC7E4C}"/>
          </ac:spMkLst>
        </pc:spChg>
        <pc:spChg chg="add mod">
          <ac:chgData name="Ashfi Shah" userId="4414e0c9-c483-4652-8869-865ebf3968f3" providerId="ADAL" clId="{8FF6447F-DA10-4C83-ACAB-50DDCC3F94AB}" dt="2026-01-17T20:08:07.026" v="5106" actId="1076"/>
          <ac:spMkLst>
            <pc:docMk/>
            <pc:sldMk cId="3341554872" sldId="286"/>
            <ac:spMk id="9" creationId="{2E98234C-D74D-1186-3B3D-6E40BC583E5C}"/>
          </ac:spMkLst>
        </pc:spChg>
        <pc:spChg chg="add mod">
          <ac:chgData name="Ashfi Shah" userId="4414e0c9-c483-4652-8869-865ebf3968f3" providerId="ADAL" clId="{8FF6447F-DA10-4C83-ACAB-50DDCC3F94AB}" dt="2026-01-17T20:08:07.026" v="5106" actId="1076"/>
          <ac:spMkLst>
            <pc:docMk/>
            <pc:sldMk cId="3341554872" sldId="286"/>
            <ac:spMk id="10" creationId="{337586B6-55D1-7FE9-B1D1-DF2934A693F2}"/>
          </ac:spMkLst>
        </pc:spChg>
        <pc:spChg chg="add mod">
          <ac:chgData name="Ashfi Shah" userId="4414e0c9-c483-4652-8869-865ebf3968f3" providerId="ADAL" clId="{8FF6447F-DA10-4C83-ACAB-50DDCC3F94AB}" dt="2026-01-17T20:08:07.026" v="5106" actId="1076"/>
          <ac:spMkLst>
            <pc:docMk/>
            <pc:sldMk cId="3341554872" sldId="286"/>
            <ac:spMk id="13" creationId="{575F359D-4655-D42C-D7EE-71DE8C7B0C4A}"/>
          </ac:spMkLst>
        </pc:spChg>
        <pc:spChg chg="add mod">
          <ac:chgData name="Ashfi Shah" userId="4414e0c9-c483-4652-8869-865ebf3968f3" providerId="ADAL" clId="{8FF6447F-DA10-4C83-ACAB-50DDCC3F94AB}" dt="2026-01-17T20:09:57.113" v="5122" actId="14100"/>
          <ac:spMkLst>
            <pc:docMk/>
            <pc:sldMk cId="3341554872" sldId="286"/>
            <ac:spMk id="14" creationId="{26A58456-129F-D295-0EFC-3CEFABF12E9B}"/>
          </ac:spMkLst>
        </pc:spChg>
        <pc:spChg chg="add mod">
          <ac:chgData name="Ashfi Shah" userId="4414e0c9-c483-4652-8869-865ebf3968f3" providerId="ADAL" clId="{8FF6447F-DA10-4C83-ACAB-50DDCC3F94AB}" dt="2026-01-17T20:08:07.026" v="5106" actId="1076"/>
          <ac:spMkLst>
            <pc:docMk/>
            <pc:sldMk cId="3341554872" sldId="286"/>
            <ac:spMk id="18" creationId="{7B2C15F4-F2A6-32E1-5463-F2658AA9807F}"/>
          </ac:spMkLst>
        </pc:spChg>
        <pc:spChg chg="add mod">
          <ac:chgData name="Ashfi Shah" userId="4414e0c9-c483-4652-8869-865ebf3968f3" providerId="ADAL" clId="{8FF6447F-DA10-4C83-ACAB-50DDCC3F94AB}" dt="2026-01-17T20:08:07.026" v="5106" actId="1076"/>
          <ac:spMkLst>
            <pc:docMk/>
            <pc:sldMk cId="3341554872" sldId="286"/>
            <ac:spMk id="19" creationId="{2EE41651-C9AF-8EAA-4B3C-7DF7C49B087E}"/>
          </ac:spMkLst>
        </pc:spChg>
        <pc:cxnChg chg="add mod">
          <ac:chgData name="Ashfi Shah" userId="4414e0c9-c483-4652-8869-865ebf3968f3" providerId="ADAL" clId="{8FF6447F-DA10-4C83-ACAB-50DDCC3F94AB}" dt="2026-01-17T20:08:07.026" v="5106" actId="1076"/>
          <ac:cxnSpMkLst>
            <pc:docMk/>
            <pc:sldMk cId="3341554872" sldId="286"/>
            <ac:cxnSpMk id="11" creationId="{6680357C-64F5-3062-0D17-A668EC9E15D3}"/>
          </ac:cxnSpMkLst>
        </pc:cxnChg>
        <pc:cxnChg chg="add mod">
          <ac:chgData name="Ashfi Shah" userId="4414e0c9-c483-4652-8869-865ebf3968f3" providerId="ADAL" clId="{8FF6447F-DA10-4C83-ACAB-50DDCC3F94AB}" dt="2026-01-15T19:52:49.512" v="2715" actId="1076"/>
          <ac:cxnSpMkLst>
            <pc:docMk/>
            <pc:sldMk cId="3341554872" sldId="286"/>
            <ac:cxnSpMk id="12" creationId="{AF2A88C3-52BE-E6D9-6AA1-45DDEA22030C}"/>
          </ac:cxnSpMkLst>
        </pc:cxnChg>
        <pc:cxnChg chg="add mod">
          <ac:chgData name="Ashfi Shah" userId="4414e0c9-c483-4652-8869-865ebf3968f3" providerId="ADAL" clId="{8FF6447F-DA10-4C83-ACAB-50DDCC3F94AB}" dt="2026-01-17T20:08:07.026" v="5106" actId="1076"/>
          <ac:cxnSpMkLst>
            <pc:docMk/>
            <pc:sldMk cId="3341554872" sldId="286"/>
            <ac:cxnSpMk id="21" creationId="{CA7E4B30-72C4-4E72-125A-174B0D2943F6}"/>
          </ac:cxnSpMkLst>
        </pc:cxnChg>
        <pc:cxnChg chg="add mod">
          <ac:chgData name="Ashfi Shah" userId="4414e0c9-c483-4652-8869-865ebf3968f3" providerId="ADAL" clId="{8FF6447F-DA10-4C83-ACAB-50DDCC3F94AB}" dt="2026-01-15T19:54:58.289" v="2751" actId="13822"/>
          <ac:cxnSpMkLst>
            <pc:docMk/>
            <pc:sldMk cId="3341554872" sldId="286"/>
            <ac:cxnSpMk id="23" creationId="{749397A5-54D2-A39D-684B-BDCBED046F88}"/>
          </ac:cxnSpMkLst>
        </pc:cxnChg>
      </pc:sldChg>
      <pc:sldChg chg="addSp delSp modSp new mod delAnim modAnim">
        <pc:chgData name="Ashfi Shah" userId="4414e0c9-c483-4652-8869-865ebf3968f3" providerId="ADAL" clId="{8FF6447F-DA10-4C83-ACAB-50DDCC3F94AB}" dt="2026-01-17T21:55:08.391" v="5417" actId="20577"/>
        <pc:sldMkLst>
          <pc:docMk/>
          <pc:sldMk cId="1468439751" sldId="287"/>
        </pc:sldMkLst>
        <pc:spChg chg="mod">
          <ac:chgData name="Ashfi Shah" userId="4414e0c9-c483-4652-8869-865ebf3968f3" providerId="ADAL" clId="{8FF6447F-DA10-4C83-ACAB-50DDCC3F94AB}" dt="2026-01-17T20:17:12.310" v="5213" actId="20577"/>
          <ac:spMkLst>
            <pc:docMk/>
            <pc:sldMk cId="1468439751" sldId="287"/>
            <ac:spMk id="2" creationId="{60397D37-6DC9-22AB-258C-62630ACAD3DB}"/>
          </ac:spMkLst>
        </pc:spChg>
        <pc:spChg chg="mod">
          <ac:chgData name="Ashfi Shah" userId="4414e0c9-c483-4652-8869-865ebf3968f3" providerId="ADAL" clId="{8FF6447F-DA10-4C83-ACAB-50DDCC3F94AB}" dt="2026-01-17T20:15:27.603" v="5193" actId="14100"/>
          <ac:spMkLst>
            <pc:docMk/>
            <pc:sldMk cId="1468439751" sldId="287"/>
            <ac:spMk id="3" creationId="{78B8E26A-F064-F9A6-0BA4-9B35D1BFB381}"/>
          </ac:spMkLst>
        </pc:spChg>
        <pc:spChg chg="add mod">
          <ac:chgData name="Ashfi Shah" userId="4414e0c9-c483-4652-8869-865ebf3968f3" providerId="ADAL" clId="{8FF6447F-DA10-4C83-ACAB-50DDCC3F94AB}" dt="2026-01-17T20:15:32.579" v="5194" actId="1076"/>
          <ac:spMkLst>
            <pc:docMk/>
            <pc:sldMk cId="1468439751" sldId="287"/>
            <ac:spMk id="4" creationId="{1153FA62-93AD-D0FC-2202-3360FA3EDD5E}"/>
          </ac:spMkLst>
        </pc:spChg>
        <pc:spChg chg="add mod">
          <ac:chgData name="Ashfi Shah" userId="4414e0c9-c483-4652-8869-865ebf3968f3" providerId="ADAL" clId="{8FF6447F-DA10-4C83-ACAB-50DDCC3F94AB}" dt="2026-01-17T21:55:08.391" v="5417" actId="20577"/>
          <ac:spMkLst>
            <pc:docMk/>
            <pc:sldMk cId="1468439751" sldId="287"/>
            <ac:spMk id="6" creationId="{3BB564E7-5103-34EB-FAB6-AAC42DC54539}"/>
          </ac:spMkLst>
        </pc:spChg>
        <pc:spChg chg="add mod">
          <ac:chgData name="Ashfi Shah" userId="4414e0c9-c483-4652-8869-865ebf3968f3" providerId="ADAL" clId="{8FF6447F-DA10-4C83-ACAB-50DDCC3F94AB}" dt="2026-01-17T20:15:32.579" v="5194" actId="1076"/>
          <ac:spMkLst>
            <pc:docMk/>
            <pc:sldMk cId="1468439751" sldId="287"/>
            <ac:spMk id="14" creationId="{2F9BC047-A86E-9908-6D45-8A3DC512F46E}"/>
          </ac:spMkLst>
        </pc:spChg>
        <pc:spChg chg="add mod">
          <ac:chgData name="Ashfi Shah" userId="4414e0c9-c483-4652-8869-865ebf3968f3" providerId="ADAL" clId="{8FF6447F-DA10-4C83-ACAB-50DDCC3F94AB}" dt="2026-01-17T20:15:32.579" v="5194" actId="1076"/>
          <ac:spMkLst>
            <pc:docMk/>
            <pc:sldMk cId="1468439751" sldId="287"/>
            <ac:spMk id="15" creationId="{2E172A7F-A93D-636E-EDE7-A3D166C1545A}"/>
          </ac:spMkLst>
        </pc:spChg>
        <pc:spChg chg="add mod">
          <ac:chgData name="Ashfi Shah" userId="4414e0c9-c483-4652-8869-865ebf3968f3" providerId="ADAL" clId="{8FF6447F-DA10-4C83-ACAB-50DDCC3F94AB}" dt="2026-01-17T20:15:32.579" v="5194" actId="1076"/>
          <ac:spMkLst>
            <pc:docMk/>
            <pc:sldMk cId="1468439751" sldId="287"/>
            <ac:spMk id="16" creationId="{BF4B29D9-D7E4-E041-62FE-C2F709A5B26B}"/>
          </ac:spMkLst>
        </pc:spChg>
        <pc:spChg chg="add mod">
          <ac:chgData name="Ashfi Shah" userId="4414e0c9-c483-4652-8869-865ebf3968f3" providerId="ADAL" clId="{8FF6447F-DA10-4C83-ACAB-50DDCC3F94AB}" dt="2026-01-17T20:15:32.579" v="5194" actId="1076"/>
          <ac:spMkLst>
            <pc:docMk/>
            <pc:sldMk cId="1468439751" sldId="287"/>
            <ac:spMk id="17" creationId="{639EF65B-35D0-D5E0-694B-677539AE43F9}"/>
          </ac:spMkLst>
        </pc:spChg>
        <pc:spChg chg="add mod">
          <ac:chgData name="Ashfi Shah" userId="4414e0c9-c483-4652-8869-865ebf3968f3" providerId="ADAL" clId="{8FF6447F-DA10-4C83-ACAB-50DDCC3F94AB}" dt="2026-01-17T20:15:32.579" v="5194" actId="1076"/>
          <ac:spMkLst>
            <pc:docMk/>
            <pc:sldMk cId="1468439751" sldId="287"/>
            <ac:spMk id="20" creationId="{DF48182E-221F-C7FA-D05B-12AF01DFF0F3}"/>
          </ac:spMkLst>
        </pc:spChg>
        <pc:spChg chg="add mod">
          <ac:chgData name="Ashfi Shah" userId="4414e0c9-c483-4652-8869-865ebf3968f3" providerId="ADAL" clId="{8FF6447F-DA10-4C83-ACAB-50DDCC3F94AB}" dt="2026-01-17T20:15:32.579" v="5194" actId="1076"/>
          <ac:spMkLst>
            <pc:docMk/>
            <pc:sldMk cId="1468439751" sldId="287"/>
            <ac:spMk id="49" creationId="{86DB1234-C18F-BAC9-A806-3AB2616D429A}"/>
          </ac:spMkLst>
        </pc:spChg>
        <pc:cxnChg chg="add mod">
          <ac:chgData name="Ashfi Shah" userId="4414e0c9-c483-4652-8869-865ebf3968f3" providerId="ADAL" clId="{8FF6447F-DA10-4C83-ACAB-50DDCC3F94AB}" dt="2026-01-17T20:15:32.579" v="5194" actId="1076"/>
          <ac:cxnSpMkLst>
            <pc:docMk/>
            <pc:sldMk cId="1468439751" sldId="287"/>
            <ac:cxnSpMk id="18" creationId="{EB8147A8-BDE3-77E0-247B-819CAEA7AD2A}"/>
          </ac:cxnSpMkLst>
        </pc:cxnChg>
        <pc:cxnChg chg="add mod">
          <ac:chgData name="Ashfi Shah" userId="4414e0c9-c483-4652-8869-865ebf3968f3" providerId="ADAL" clId="{8FF6447F-DA10-4C83-ACAB-50DDCC3F94AB}" dt="2026-01-17T20:15:32.579" v="5194" actId="1076"/>
          <ac:cxnSpMkLst>
            <pc:docMk/>
            <pc:sldMk cId="1468439751" sldId="287"/>
            <ac:cxnSpMk id="19" creationId="{6DBA27F2-DD70-5DFE-480F-4EF9A8DBD08C}"/>
          </ac:cxnSpMkLst>
        </pc:cxnChg>
        <pc:cxnChg chg="add mod">
          <ac:chgData name="Ashfi Shah" userId="4414e0c9-c483-4652-8869-865ebf3968f3" providerId="ADAL" clId="{8FF6447F-DA10-4C83-ACAB-50DDCC3F94AB}" dt="2026-01-17T20:15:32.579" v="5194" actId="1076"/>
          <ac:cxnSpMkLst>
            <pc:docMk/>
            <pc:sldMk cId="1468439751" sldId="287"/>
            <ac:cxnSpMk id="54" creationId="{E1E02142-B3B3-9CA3-6569-D4CE02AAAEB8}"/>
          </ac:cxnSpMkLst>
        </pc:cxnChg>
      </pc:sldChg>
      <pc:sldChg chg="addSp delSp modSp new mod modAnim">
        <pc:chgData name="Ashfi Shah" userId="4414e0c9-c483-4652-8869-865ebf3968f3" providerId="ADAL" clId="{8FF6447F-DA10-4C83-ACAB-50DDCC3F94AB}" dt="2026-01-17T21:56:07.522" v="5426" actId="20577"/>
        <pc:sldMkLst>
          <pc:docMk/>
          <pc:sldMk cId="1217750926" sldId="288"/>
        </pc:sldMkLst>
        <pc:spChg chg="mod">
          <ac:chgData name="Ashfi Shah" userId="4414e0c9-c483-4652-8869-865ebf3968f3" providerId="ADAL" clId="{8FF6447F-DA10-4C83-ACAB-50DDCC3F94AB}" dt="2026-01-17T20:30:39.966" v="5282" actId="20577"/>
          <ac:spMkLst>
            <pc:docMk/>
            <pc:sldMk cId="1217750926" sldId="288"/>
            <ac:spMk id="2" creationId="{61A1D6BB-607E-0153-1F5F-05E63484CBBB}"/>
          </ac:spMkLst>
        </pc:spChg>
        <pc:spChg chg="mod">
          <ac:chgData name="Ashfi Shah" userId="4414e0c9-c483-4652-8869-865ebf3968f3" providerId="ADAL" clId="{8FF6447F-DA10-4C83-ACAB-50DDCC3F94AB}" dt="2026-01-17T20:30:56.280" v="5284" actId="20577"/>
          <ac:spMkLst>
            <pc:docMk/>
            <pc:sldMk cId="1217750926" sldId="288"/>
            <ac:spMk id="3" creationId="{32485BD2-DCB8-56CD-97EC-7F27CB295CA9}"/>
          </ac:spMkLst>
        </pc:spChg>
        <pc:spChg chg="add mod">
          <ac:chgData name="Ashfi Shah" userId="4414e0c9-c483-4652-8869-865ebf3968f3" providerId="ADAL" clId="{8FF6447F-DA10-4C83-ACAB-50DDCC3F94AB}" dt="2026-01-17T20:30:28.653" v="5275" actId="1076"/>
          <ac:spMkLst>
            <pc:docMk/>
            <pc:sldMk cId="1217750926" sldId="288"/>
            <ac:spMk id="4" creationId="{D29E7AFC-340D-2251-FB11-51F1EE575E93}"/>
          </ac:spMkLst>
        </pc:spChg>
        <pc:spChg chg="add mod">
          <ac:chgData name="Ashfi Shah" userId="4414e0c9-c483-4652-8869-865ebf3968f3" providerId="ADAL" clId="{8FF6447F-DA10-4C83-ACAB-50DDCC3F94AB}" dt="2026-01-17T20:30:15.941" v="5272" actId="1076"/>
          <ac:spMkLst>
            <pc:docMk/>
            <pc:sldMk cId="1217750926" sldId="288"/>
            <ac:spMk id="6" creationId="{06E67F4B-79E4-DC22-EBA4-37CFD31AE566}"/>
          </ac:spMkLst>
        </pc:spChg>
        <pc:spChg chg="add mod">
          <ac:chgData name="Ashfi Shah" userId="4414e0c9-c483-4652-8869-865ebf3968f3" providerId="ADAL" clId="{8FF6447F-DA10-4C83-ACAB-50DDCC3F94AB}" dt="2026-01-17T20:30:15.941" v="5272" actId="1076"/>
          <ac:spMkLst>
            <pc:docMk/>
            <pc:sldMk cId="1217750926" sldId="288"/>
            <ac:spMk id="7" creationId="{5F8FC90F-A660-F0E7-AC90-AE94C3995186}"/>
          </ac:spMkLst>
        </pc:spChg>
        <pc:spChg chg="add mod">
          <ac:chgData name="Ashfi Shah" userId="4414e0c9-c483-4652-8869-865ebf3968f3" providerId="ADAL" clId="{8FF6447F-DA10-4C83-ACAB-50DDCC3F94AB}" dt="2026-01-17T20:30:15.941" v="5272" actId="1076"/>
          <ac:spMkLst>
            <pc:docMk/>
            <pc:sldMk cId="1217750926" sldId="288"/>
            <ac:spMk id="8" creationId="{DCA67451-34F1-BD8A-1B21-88D4D00F5032}"/>
          </ac:spMkLst>
        </pc:spChg>
        <pc:spChg chg="add mod">
          <ac:chgData name="Ashfi Shah" userId="4414e0c9-c483-4652-8869-865ebf3968f3" providerId="ADAL" clId="{8FF6447F-DA10-4C83-ACAB-50DDCC3F94AB}" dt="2026-01-17T20:30:15.941" v="5272" actId="1076"/>
          <ac:spMkLst>
            <pc:docMk/>
            <pc:sldMk cId="1217750926" sldId="288"/>
            <ac:spMk id="11" creationId="{DB7487CD-BE64-C3AA-2407-57E7A9A7717E}"/>
          </ac:spMkLst>
        </pc:spChg>
        <pc:spChg chg="add mod">
          <ac:chgData name="Ashfi Shah" userId="4414e0c9-c483-4652-8869-865ebf3968f3" providerId="ADAL" clId="{8FF6447F-DA10-4C83-ACAB-50DDCC3F94AB}" dt="2026-01-17T21:56:07.522" v="5426" actId="20577"/>
          <ac:spMkLst>
            <pc:docMk/>
            <pc:sldMk cId="1217750926" sldId="288"/>
            <ac:spMk id="12" creationId="{21BAC656-88FC-19CC-32EB-491B1B219162}"/>
          </ac:spMkLst>
        </pc:spChg>
        <pc:spChg chg="add mod">
          <ac:chgData name="Ashfi Shah" userId="4414e0c9-c483-4652-8869-865ebf3968f3" providerId="ADAL" clId="{8FF6447F-DA10-4C83-ACAB-50DDCC3F94AB}" dt="2026-01-17T20:30:15.941" v="5272" actId="1076"/>
          <ac:spMkLst>
            <pc:docMk/>
            <pc:sldMk cId="1217750926" sldId="288"/>
            <ac:spMk id="27" creationId="{9AD1740E-54C4-7C0D-351C-B83465A514CA}"/>
          </ac:spMkLst>
        </pc:spChg>
        <pc:spChg chg="add mod">
          <ac:chgData name="Ashfi Shah" userId="4414e0c9-c483-4652-8869-865ebf3968f3" providerId="ADAL" clId="{8FF6447F-DA10-4C83-ACAB-50DDCC3F94AB}" dt="2026-01-17T20:30:15.941" v="5272" actId="1076"/>
          <ac:spMkLst>
            <pc:docMk/>
            <pc:sldMk cId="1217750926" sldId="288"/>
            <ac:spMk id="28" creationId="{4EC15955-F025-EBB9-F057-699398F6D3AF}"/>
          </ac:spMkLst>
        </pc:spChg>
        <pc:cxnChg chg="add mod">
          <ac:chgData name="Ashfi Shah" userId="4414e0c9-c483-4652-8869-865ebf3968f3" providerId="ADAL" clId="{8FF6447F-DA10-4C83-ACAB-50DDCC3F94AB}" dt="2026-01-17T20:30:15.941" v="5272" actId="1076"/>
          <ac:cxnSpMkLst>
            <pc:docMk/>
            <pc:sldMk cId="1217750926" sldId="288"/>
            <ac:cxnSpMk id="9" creationId="{8A4CD8B2-CD4A-1B86-3145-B1E7C161A9A4}"/>
          </ac:cxnSpMkLst>
        </pc:cxnChg>
        <pc:cxnChg chg="add mod">
          <ac:chgData name="Ashfi Shah" userId="4414e0c9-c483-4652-8869-865ebf3968f3" providerId="ADAL" clId="{8FF6447F-DA10-4C83-ACAB-50DDCC3F94AB}" dt="2026-01-15T20:39:15.186" v="3461" actId="1076"/>
          <ac:cxnSpMkLst>
            <pc:docMk/>
            <pc:sldMk cId="1217750926" sldId="288"/>
            <ac:cxnSpMk id="10" creationId="{11017DBF-F331-22E9-9641-60C891093EED}"/>
          </ac:cxnSpMkLst>
        </pc:cxnChg>
        <pc:cxnChg chg="add mod">
          <ac:chgData name="Ashfi Shah" userId="4414e0c9-c483-4652-8869-865ebf3968f3" providerId="ADAL" clId="{8FF6447F-DA10-4C83-ACAB-50DDCC3F94AB}" dt="2026-01-17T20:30:15.941" v="5272" actId="1076"/>
          <ac:cxnSpMkLst>
            <pc:docMk/>
            <pc:sldMk cId="1217750926" sldId="288"/>
            <ac:cxnSpMk id="29" creationId="{B3C299D3-946F-2206-7963-72828FE41F0A}"/>
          </ac:cxnSpMkLst>
        </pc:cxnChg>
        <pc:cxnChg chg="add mod">
          <ac:chgData name="Ashfi Shah" userId="4414e0c9-c483-4652-8869-865ebf3968f3" providerId="ADAL" clId="{8FF6447F-DA10-4C83-ACAB-50DDCC3F94AB}" dt="2026-01-17T20:30:15.941" v="5272" actId="1076"/>
          <ac:cxnSpMkLst>
            <pc:docMk/>
            <pc:sldMk cId="1217750926" sldId="288"/>
            <ac:cxnSpMk id="30" creationId="{DB4507B2-7EE7-B7EB-D7D5-339B7608B410}"/>
          </ac:cxnSpMkLst>
        </pc:cxnChg>
      </pc:sldChg>
      <pc:sldChg chg="addSp delSp modSp new mod modAnim">
        <pc:chgData name="Ashfi Shah" userId="4414e0c9-c483-4652-8869-865ebf3968f3" providerId="ADAL" clId="{8FF6447F-DA10-4C83-ACAB-50DDCC3F94AB}" dt="2026-01-17T22:09:39.935" v="5439" actId="688"/>
        <pc:sldMkLst>
          <pc:docMk/>
          <pc:sldMk cId="1805004347" sldId="289"/>
        </pc:sldMkLst>
        <pc:spChg chg="mod">
          <ac:chgData name="Ashfi Shah" userId="4414e0c9-c483-4652-8869-865ebf3968f3" providerId="ADAL" clId="{8FF6447F-DA10-4C83-ACAB-50DDCC3F94AB}" dt="2026-01-15T20:51:50.773" v="3626" actId="1076"/>
          <ac:spMkLst>
            <pc:docMk/>
            <pc:sldMk cId="1805004347" sldId="289"/>
            <ac:spMk id="2" creationId="{B51CB719-3E34-55CF-DB00-AFD2592B27D8}"/>
          </ac:spMkLst>
        </pc:spChg>
        <pc:spChg chg="add mod">
          <ac:chgData name="Ashfi Shah" userId="4414e0c9-c483-4652-8869-865ebf3968f3" providerId="ADAL" clId="{8FF6447F-DA10-4C83-ACAB-50DDCC3F94AB}" dt="2026-01-17T21:56:19.526" v="5432" actId="20577"/>
          <ac:spMkLst>
            <pc:docMk/>
            <pc:sldMk cId="1805004347" sldId="289"/>
            <ac:spMk id="3" creationId="{655159E4-414B-03B6-DBD9-E3AC10F4A1B3}"/>
          </ac:spMkLst>
        </pc:spChg>
        <pc:spChg chg="add mod topLvl">
          <ac:chgData name="Ashfi Shah" userId="4414e0c9-c483-4652-8869-865ebf3968f3" providerId="ADAL" clId="{8FF6447F-DA10-4C83-ACAB-50DDCC3F94AB}" dt="2026-01-15T20:49:13.894" v="3603" actId="165"/>
          <ac:spMkLst>
            <pc:docMk/>
            <pc:sldMk cId="1805004347" sldId="289"/>
            <ac:spMk id="32" creationId="{B4BAD06E-E3A9-9C4A-BB60-20D23D6621B6}"/>
          </ac:spMkLst>
        </pc:spChg>
        <pc:spChg chg="add mod topLvl">
          <ac:chgData name="Ashfi Shah" userId="4414e0c9-c483-4652-8869-865ebf3968f3" providerId="ADAL" clId="{8FF6447F-DA10-4C83-ACAB-50DDCC3F94AB}" dt="2026-01-15T20:49:13.894" v="3603" actId="165"/>
          <ac:spMkLst>
            <pc:docMk/>
            <pc:sldMk cId="1805004347" sldId="289"/>
            <ac:spMk id="33" creationId="{3630AF8C-84D9-E1F9-1F0B-C5B7A5411E16}"/>
          </ac:spMkLst>
        </pc:spChg>
        <pc:spChg chg="add mod topLvl">
          <ac:chgData name="Ashfi Shah" userId="4414e0c9-c483-4652-8869-865ebf3968f3" providerId="ADAL" clId="{8FF6447F-DA10-4C83-ACAB-50DDCC3F94AB}" dt="2026-01-15T20:49:13.894" v="3603" actId="165"/>
          <ac:spMkLst>
            <pc:docMk/>
            <pc:sldMk cId="1805004347" sldId="289"/>
            <ac:spMk id="34" creationId="{D5717C6E-A4DF-82F2-D52B-06122489A3E3}"/>
          </ac:spMkLst>
        </pc:spChg>
        <pc:spChg chg="add mod topLvl">
          <ac:chgData name="Ashfi Shah" userId="4414e0c9-c483-4652-8869-865ebf3968f3" providerId="ADAL" clId="{8FF6447F-DA10-4C83-ACAB-50DDCC3F94AB}" dt="2026-01-15T20:49:13.894" v="3603" actId="165"/>
          <ac:spMkLst>
            <pc:docMk/>
            <pc:sldMk cId="1805004347" sldId="289"/>
            <ac:spMk id="35" creationId="{ECC590D6-4902-3290-BE32-EE255F91BC5B}"/>
          </ac:spMkLst>
        </pc:spChg>
        <pc:spChg chg="add mod topLvl">
          <ac:chgData name="Ashfi Shah" userId="4414e0c9-c483-4652-8869-865ebf3968f3" providerId="ADAL" clId="{8FF6447F-DA10-4C83-ACAB-50DDCC3F94AB}" dt="2026-01-15T20:52:24.535" v="3629" actId="1076"/>
          <ac:spMkLst>
            <pc:docMk/>
            <pc:sldMk cId="1805004347" sldId="289"/>
            <ac:spMk id="36" creationId="{C789C2D2-FC50-86C5-9AA4-5D49A7AC5E03}"/>
          </ac:spMkLst>
        </pc:spChg>
        <pc:spChg chg="add mod topLvl">
          <ac:chgData name="Ashfi Shah" userId="4414e0c9-c483-4652-8869-865ebf3968f3" providerId="ADAL" clId="{8FF6447F-DA10-4C83-ACAB-50DDCC3F94AB}" dt="2026-01-15T20:52:24.535" v="3629" actId="1076"/>
          <ac:spMkLst>
            <pc:docMk/>
            <pc:sldMk cId="1805004347" sldId="289"/>
            <ac:spMk id="37" creationId="{C66C12A4-DCDE-5795-BC28-5907A9B246C9}"/>
          </ac:spMkLst>
        </pc:spChg>
        <pc:spChg chg="add mod topLvl">
          <ac:chgData name="Ashfi Shah" userId="4414e0c9-c483-4652-8869-865ebf3968f3" providerId="ADAL" clId="{8FF6447F-DA10-4C83-ACAB-50DDCC3F94AB}" dt="2026-01-15T20:49:13.894" v="3603" actId="165"/>
          <ac:spMkLst>
            <pc:docMk/>
            <pc:sldMk cId="1805004347" sldId="289"/>
            <ac:spMk id="38" creationId="{4457003B-A4C9-5B4A-CE28-DA6CB392A91B}"/>
          </ac:spMkLst>
        </pc:spChg>
        <pc:spChg chg="add mod topLvl">
          <ac:chgData name="Ashfi Shah" userId="4414e0c9-c483-4652-8869-865ebf3968f3" providerId="ADAL" clId="{8FF6447F-DA10-4C83-ACAB-50DDCC3F94AB}" dt="2026-01-15T20:52:24.535" v="3629" actId="1076"/>
          <ac:spMkLst>
            <pc:docMk/>
            <pc:sldMk cId="1805004347" sldId="289"/>
            <ac:spMk id="39" creationId="{D360E9A1-259A-D334-930E-DCC08C509DE0}"/>
          </ac:spMkLst>
        </pc:spChg>
        <pc:spChg chg="add mod topLvl">
          <ac:chgData name="Ashfi Shah" userId="4414e0c9-c483-4652-8869-865ebf3968f3" providerId="ADAL" clId="{8FF6447F-DA10-4C83-ACAB-50DDCC3F94AB}" dt="2026-01-15T20:52:24.535" v="3629" actId="1076"/>
          <ac:spMkLst>
            <pc:docMk/>
            <pc:sldMk cId="1805004347" sldId="289"/>
            <ac:spMk id="40" creationId="{2099F8BC-5286-333D-10DB-9A06074B9242}"/>
          </ac:spMkLst>
        </pc:spChg>
        <pc:spChg chg="mod">
          <ac:chgData name="Ashfi Shah" userId="4414e0c9-c483-4652-8869-865ebf3968f3" providerId="ADAL" clId="{8FF6447F-DA10-4C83-ACAB-50DDCC3F94AB}" dt="2026-01-15T20:52:24.535" v="3629" actId="1076"/>
          <ac:spMkLst>
            <pc:docMk/>
            <pc:sldMk cId="1805004347" sldId="289"/>
            <ac:spMk id="41" creationId="{05CA5B3E-4F79-2FFB-8A27-DBB99672831C}"/>
          </ac:spMkLst>
        </pc:spChg>
        <pc:spChg chg="mod">
          <ac:chgData name="Ashfi Shah" userId="4414e0c9-c483-4652-8869-865ebf3968f3" providerId="ADAL" clId="{8FF6447F-DA10-4C83-ACAB-50DDCC3F94AB}" dt="2026-01-15T20:52:24.535" v="3629" actId="1076"/>
          <ac:spMkLst>
            <pc:docMk/>
            <pc:sldMk cId="1805004347" sldId="289"/>
            <ac:spMk id="43" creationId="{391C9AFD-503E-DAA1-BA70-95A56C87C484}"/>
          </ac:spMkLst>
        </pc:spChg>
        <pc:spChg chg="add mod topLvl">
          <ac:chgData name="Ashfi Shah" userId="4414e0c9-c483-4652-8869-865ebf3968f3" providerId="ADAL" clId="{8FF6447F-DA10-4C83-ACAB-50DDCC3F94AB}" dt="2026-01-15T20:52:24.535" v="3629" actId="1076"/>
          <ac:spMkLst>
            <pc:docMk/>
            <pc:sldMk cId="1805004347" sldId="289"/>
            <ac:spMk id="44" creationId="{306FF8F3-AA2A-EFDB-09F8-B3ED7183E628}"/>
          </ac:spMkLst>
        </pc:spChg>
        <pc:spChg chg="add mod topLvl">
          <ac:chgData name="Ashfi Shah" userId="4414e0c9-c483-4652-8869-865ebf3968f3" providerId="ADAL" clId="{8FF6447F-DA10-4C83-ACAB-50DDCC3F94AB}" dt="2026-01-15T20:52:33.332" v="3630" actId="1076"/>
          <ac:spMkLst>
            <pc:docMk/>
            <pc:sldMk cId="1805004347" sldId="289"/>
            <ac:spMk id="61" creationId="{EDF616A7-035E-B425-5CD6-27510B1062A2}"/>
          </ac:spMkLst>
        </pc:spChg>
        <pc:spChg chg="add mod topLvl">
          <ac:chgData name="Ashfi Shah" userId="4414e0c9-c483-4652-8869-865ebf3968f3" providerId="ADAL" clId="{8FF6447F-DA10-4C83-ACAB-50DDCC3F94AB}" dt="2026-01-15T20:52:33.332" v="3630" actId="1076"/>
          <ac:spMkLst>
            <pc:docMk/>
            <pc:sldMk cId="1805004347" sldId="289"/>
            <ac:spMk id="62" creationId="{20252CA5-4C2B-1A3D-49DA-C8B77055411A}"/>
          </ac:spMkLst>
        </pc:spChg>
        <pc:spChg chg="add mod topLvl">
          <ac:chgData name="Ashfi Shah" userId="4414e0c9-c483-4652-8869-865ebf3968f3" providerId="ADAL" clId="{8FF6447F-DA10-4C83-ACAB-50DDCC3F94AB}" dt="2026-01-15T20:52:33.332" v="3630" actId="1076"/>
          <ac:spMkLst>
            <pc:docMk/>
            <pc:sldMk cId="1805004347" sldId="289"/>
            <ac:spMk id="63" creationId="{829DCC6F-BB29-F473-4FB5-501295273B57}"/>
          </ac:spMkLst>
        </pc:spChg>
        <pc:spChg chg="add mod topLvl">
          <ac:chgData name="Ashfi Shah" userId="4414e0c9-c483-4652-8869-865ebf3968f3" providerId="ADAL" clId="{8FF6447F-DA10-4C83-ACAB-50DDCC3F94AB}" dt="2026-01-15T20:52:33.332" v="3630" actId="1076"/>
          <ac:spMkLst>
            <pc:docMk/>
            <pc:sldMk cId="1805004347" sldId="289"/>
            <ac:spMk id="64" creationId="{6EF7AFEA-E9B0-BDFD-7820-409AD6290BF0}"/>
          </ac:spMkLst>
        </pc:spChg>
        <pc:spChg chg="add mod topLvl">
          <ac:chgData name="Ashfi Shah" userId="4414e0c9-c483-4652-8869-865ebf3968f3" providerId="ADAL" clId="{8FF6447F-DA10-4C83-ACAB-50DDCC3F94AB}" dt="2026-01-15T20:52:33.332" v="3630" actId="1076"/>
          <ac:spMkLst>
            <pc:docMk/>
            <pc:sldMk cId="1805004347" sldId="289"/>
            <ac:spMk id="65" creationId="{0560DDBB-65FD-6FC5-EB33-9ACE26BE1472}"/>
          </ac:spMkLst>
        </pc:spChg>
        <pc:spChg chg="add mod topLvl">
          <ac:chgData name="Ashfi Shah" userId="4414e0c9-c483-4652-8869-865ebf3968f3" providerId="ADAL" clId="{8FF6447F-DA10-4C83-ACAB-50DDCC3F94AB}" dt="2026-01-15T20:52:53.302" v="3632" actId="165"/>
          <ac:spMkLst>
            <pc:docMk/>
            <pc:sldMk cId="1805004347" sldId="289"/>
            <ac:spMk id="86" creationId="{31CBB19C-72BE-09D7-816F-638C813409FB}"/>
          </ac:spMkLst>
        </pc:spChg>
        <pc:spChg chg="add mod topLvl">
          <ac:chgData name="Ashfi Shah" userId="4414e0c9-c483-4652-8869-865ebf3968f3" providerId="ADAL" clId="{8FF6447F-DA10-4C83-ACAB-50DDCC3F94AB}" dt="2026-01-15T20:52:53.302" v="3632" actId="165"/>
          <ac:spMkLst>
            <pc:docMk/>
            <pc:sldMk cId="1805004347" sldId="289"/>
            <ac:spMk id="87" creationId="{11A3A09C-4463-B0F6-70C8-EB394C8B9974}"/>
          </ac:spMkLst>
        </pc:spChg>
        <pc:spChg chg="mod">
          <ac:chgData name="Ashfi Shah" userId="4414e0c9-c483-4652-8869-865ebf3968f3" providerId="ADAL" clId="{8FF6447F-DA10-4C83-ACAB-50DDCC3F94AB}" dt="2026-01-15T20:54:19.291" v="3645" actId="1076"/>
          <ac:spMkLst>
            <pc:docMk/>
            <pc:sldMk cId="1805004347" sldId="289"/>
            <ac:spMk id="88" creationId="{314EC28F-1545-BB33-4B01-1CB7F4DE9CB5}"/>
          </ac:spMkLst>
        </pc:spChg>
        <pc:spChg chg="mod">
          <ac:chgData name="Ashfi Shah" userId="4414e0c9-c483-4652-8869-865ebf3968f3" providerId="ADAL" clId="{8FF6447F-DA10-4C83-ACAB-50DDCC3F94AB}" dt="2026-01-15T20:54:21.460" v="3646" actId="1076"/>
          <ac:spMkLst>
            <pc:docMk/>
            <pc:sldMk cId="1805004347" sldId="289"/>
            <ac:spMk id="89" creationId="{AFBA8CFE-3FDF-EEA2-53B6-2ADA7A675DC4}"/>
          </ac:spMkLst>
        </pc:spChg>
        <pc:spChg chg="add mod topLvl">
          <ac:chgData name="Ashfi Shah" userId="4414e0c9-c483-4652-8869-865ebf3968f3" providerId="ADAL" clId="{8FF6447F-DA10-4C83-ACAB-50DDCC3F94AB}" dt="2026-01-15T20:54:23.532" v="3647" actId="1076"/>
          <ac:spMkLst>
            <pc:docMk/>
            <pc:sldMk cId="1805004347" sldId="289"/>
            <ac:spMk id="90" creationId="{0BA9CB6B-2957-A1E6-C2FF-5E1BAD6D120F}"/>
          </ac:spMkLst>
        </pc:spChg>
        <pc:spChg chg="add mod topLvl">
          <ac:chgData name="Ashfi Shah" userId="4414e0c9-c483-4652-8869-865ebf3968f3" providerId="ADAL" clId="{8FF6447F-DA10-4C83-ACAB-50DDCC3F94AB}" dt="2026-01-15T20:54:42.690" v="3652" actId="1076"/>
          <ac:spMkLst>
            <pc:docMk/>
            <pc:sldMk cId="1805004347" sldId="289"/>
            <ac:spMk id="91" creationId="{94EB0B8E-80D6-D740-7AF8-B3BBC371A5C3}"/>
          </ac:spMkLst>
        </pc:spChg>
        <pc:spChg chg="add mod topLvl">
          <ac:chgData name="Ashfi Shah" userId="4414e0c9-c483-4652-8869-865ebf3968f3" providerId="ADAL" clId="{8FF6447F-DA10-4C83-ACAB-50DDCC3F94AB}" dt="2026-01-15T20:52:53.302" v="3632" actId="165"/>
          <ac:spMkLst>
            <pc:docMk/>
            <pc:sldMk cId="1805004347" sldId="289"/>
            <ac:spMk id="95" creationId="{6482F8F0-7467-E677-AF85-80416F100208}"/>
          </ac:spMkLst>
        </pc:spChg>
        <pc:spChg chg="add mod topLvl">
          <ac:chgData name="Ashfi Shah" userId="4414e0c9-c483-4652-8869-865ebf3968f3" providerId="ADAL" clId="{8FF6447F-DA10-4C83-ACAB-50DDCC3F94AB}" dt="2026-01-15T20:52:53.302" v="3632" actId="165"/>
          <ac:spMkLst>
            <pc:docMk/>
            <pc:sldMk cId="1805004347" sldId="289"/>
            <ac:spMk id="96" creationId="{A66D3DBF-4C89-3F53-F5B2-D531ECB8AE50}"/>
          </ac:spMkLst>
        </pc:spChg>
        <pc:spChg chg="add mod topLvl">
          <ac:chgData name="Ashfi Shah" userId="4414e0c9-c483-4652-8869-865ebf3968f3" providerId="ADAL" clId="{8FF6447F-DA10-4C83-ACAB-50DDCC3F94AB}" dt="2026-01-15T20:52:53.302" v="3632" actId="165"/>
          <ac:spMkLst>
            <pc:docMk/>
            <pc:sldMk cId="1805004347" sldId="289"/>
            <ac:spMk id="107" creationId="{E5261238-C058-4F05-5ECC-3130A23C481C}"/>
          </ac:spMkLst>
        </pc:spChg>
        <pc:spChg chg="add mod topLvl">
          <ac:chgData name="Ashfi Shah" userId="4414e0c9-c483-4652-8869-865ebf3968f3" providerId="ADAL" clId="{8FF6447F-DA10-4C83-ACAB-50DDCC3F94AB}" dt="2026-01-15T20:52:53.302" v="3632" actId="165"/>
          <ac:spMkLst>
            <pc:docMk/>
            <pc:sldMk cId="1805004347" sldId="289"/>
            <ac:spMk id="109" creationId="{92D4946B-402A-D932-15A6-8408EEF65C5C}"/>
          </ac:spMkLst>
        </pc:spChg>
        <pc:spChg chg="add mod topLvl">
          <ac:chgData name="Ashfi Shah" userId="4414e0c9-c483-4652-8869-865ebf3968f3" providerId="ADAL" clId="{8FF6447F-DA10-4C83-ACAB-50DDCC3F94AB}" dt="2026-01-15T20:52:53.302" v="3632" actId="165"/>
          <ac:spMkLst>
            <pc:docMk/>
            <pc:sldMk cId="1805004347" sldId="289"/>
            <ac:spMk id="116" creationId="{223D07D5-2BB4-D86A-8230-96150BDB6AEB}"/>
          </ac:spMkLst>
        </pc:spChg>
        <pc:spChg chg="add mod topLvl">
          <ac:chgData name="Ashfi Shah" userId="4414e0c9-c483-4652-8869-865ebf3968f3" providerId="ADAL" clId="{8FF6447F-DA10-4C83-ACAB-50DDCC3F94AB}" dt="2026-01-15T20:52:53.302" v="3632" actId="165"/>
          <ac:spMkLst>
            <pc:docMk/>
            <pc:sldMk cId="1805004347" sldId="289"/>
            <ac:spMk id="117" creationId="{A23CA583-5587-C27F-4B01-EA9B77830DAD}"/>
          </ac:spMkLst>
        </pc:spChg>
        <pc:spChg chg="add mod">
          <ac:chgData name="Ashfi Shah" userId="4414e0c9-c483-4652-8869-865ebf3968f3" providerId="ADAL" clId="{8FF6447F-DA10-4C83-ACAB-50DDCC3F94AB}" dt="2026-01-15T20:55:04.980" v="3657" actId="1076"/>
          <ac:spMkLst>
            <pc:docMk/>
            <pc:sldMk cId="1805004347" sldId="289"/>
            <ac:spMk id="121" creationId="{D665CB82-590B-1712-EEE6-43EBE43DB36C}"/>
          </ac:spMkLst>
        </pc:spChg>
        <pc:spChg chg="add mod">
          <ac:chgData name="Ashfi Shah" userId="4414e0c9-c483-4652-8869-865ebf3968f3" providerId="ADAL" clId="{8FF6447F-DA10-4C83-ACAB-50DDCC3F94AB}" dt="2026-01-15T20:55:15.907" v="3660" actId="1076"/>
          <ac:spMkLst>
            <pc:docMk/>
            <pc:sldMk cId="1805004347" sldId="289"/>
            <ac:spMk id="122" creationId="{4F128431-DD03-6AEF-CF75-FFD93C9C60C2}"/>
          </ac:spMkLst>
        </pc:spChg>
        <pc:spChg chg="add mod">
          <ac:chgData name="Ashfi Shah" userId="4414e0c9-c483-4652-8869-865ebf3968f3" providerId="ADAL" clId="{8FF6447F-DA10-4C83-ACAB-50DDCC3F94AB}" dt="2026-01-15T20:55:25.634" v="3662" actId="1076"/>
          <ac:spMkLst>
            <pc:docMk/>
            <pc:sldMk cId="1805004347" sldId="289"/>
            <ac:spMk id="125" creationId="{D9A6AA6D-F20E-5B70-5E7B-8443B5EE6D15}"/>
          </ac:spMkLst>
        </pc:spChg>
        <pc:spChg chg="add mod">
          <ac:chgData name="Ashfi Shah" userId="4414e0c9-c483-4652-8869-865ebf3968f3" providerId="ADAL" clId="{8FF6447F-DA10-4C83-ACAB-50DDCC3F94AB}" dt="2026-01-15T20:55:42.410" v="3667" actId="1076"/>
          <ac:spMkLst>
            <pc:docMk/>
            <pc:sldMk cId="1805004347" sldId="289"/>
            <ac:spMk id="126" creationId="{AF540684-C94A-F504-CE0F-CAD19AC24007}"/>
          </ac:spMkLst>
        </pc:spChg>
        <pc:spChg chg="add mod">
          <ac:chgData name="Ashfi Shah" userId="4414e0c9-c483-4652-8869-865ebf3968f3" providerId="ADAL" clId="{8FF6447F-DA10-4C83-ACAB-50DDCC3F94AB}" dt="2026-01-15T20:56:49.179" v="3677" actId="1076"/>
          <ac:spMkLst>
            <pc:docMk/>
            <pc:sldMk cId="1805004347" sldId="289"/>
            <ac:spMk id="159" creationId="{7D89BD09-4CF4-3835-8B92-B9D63D2E2474}"/>
          </ac:spMkLst>
        </pc:spChg>
        <pc:spChg chg="add mod">
          <ac:chgData name="Ashfi Shah" userId="4414e0c9-c483-4652-8869-865ebf3968f3" providerId="ADAL" clId="{8FF6447F-DA10-4C83-ACAB-50DDCC3F94AB}" dt="2026-01-15T20:58:12.460" v="3694" actId="1076"/>
          <ac:spMkLst>
            <pc:docMk/>
            <pc:sldMk cId="1805004347" sldId="289"/>
            <ac:spMk id="165" creationId="{973AD2D7-6292-8DF8-A872-79E4884FEC09}"/>
          </ac:spMkLst>
        </pc:spChg>
        <pc:spChg chg="add mod">
          <ac:chgData name="Ashfi Shah" userId="4414e0c9-c483-4652-8869-865ebf3968f3" providerId="ADAL" clId="{8FF6447F-DA10-4C83-ACAB-50DDCC3F94AB}" dt="2026-01-15T20:57:58.252" v="3690" actId="1076"/>
          <ac:spMkLst>
            <pc:docMk/>
            <pc:sldMk cId="1805004347" sldId="289"/>
            <ac:spMk id="166" creationId="{3B6C0FC7-B971-9108-3CA1-6A9818794430}"/>
          </ac:spMkLst>
        </pc:spChg>
        <pc:spChg chg="add mod">
          <ac:chgData name="Ashfi Shah" userId="4414e0c9-c483-4652-8869-865ebf3968f3" providerId="ADAL" clId="{8FF6447F-DA10-4C83-ACAB-50DDCC3F94AB}" dt="2026-01-15T20:59:12.083" v="3701" actId="1076"/>
          <ac:spMkLst>
            <pc:docMk/>
            <pc:sldMk cId="1805004347" sldId="289"/>
            <ac:spMk id="178" creationId="{6A2A8C5E-1145-0D2C-D106-56DB7010372E}"/>
          </ac:spMkLst>
        </pc:spChg>
        <pc:spChg chg="add mod">
          <ac:chgData name="Ashfi Shah" userId="4414e0c9-c483-4652-8869-865ebf3968f3" providerId="ADAL" clId="{8FF6447F-DA10-4C83-ACAB-50DDCC3F94AB}" dt="2026-01-15T21:01:39.195" v="3723" actId="1076"/>
          <ac:spMkLst>
            <pc:docMk/>
            <pc:sldMk cId="1805004347" sldId="289"/>
            <ac:spMk id="184" creationId="{BAFF10F3-0BF8-A3B5-0C29-D3F052C1DCFC}"/>
          </ac:spMkLst>
        </pc:spChg>
        <pc:spChg chg="add mod">
          <ac:chgData name="Ashfi Shah" userId="4414e0c9-c483-4652-8869-865ebf3968f3" providerId="ADAL" clId="{8FF6447F-DA10-4C83-ACAB-50DDCC3F94AB}" dt="2026-01-17T18:46:29.976" v="4249" actId="20577"/>
          <ac:spMkLst>
            <pc:docMk/>
            <pc:sldMk cId="1805004347" sldId="289"/>
            <ac:spMk id="185" creationId="{FAFE7BF2-0ABD-3AEE-8C61-66522FB0B0D2}"/>
          </ac:spMkLst>
        </pc:spChg>
        <pc:spChg chg="add mod">
          <ac:chgData name="Ashfi Shah" userId="4414e0c9-c483-4652-8869-865ebf3968f3" providerId="ADAL" clId="{8FF6447F-DA10-4C83-ACAB-50DDCC3F94AB}" dt="2026-01-15T21:01:08.267" v="3718" actId="1076"/>
          <ac:spMkLst>
            <pc:docMk/>
            <pc:sldMk cId="1805004347" sldId="289"/>
            <ac:spMk id="186" creationId="{94F6B400-5CCD-5936-51FE-FB39FD840168}"/>
          </ac:spMkLst>
        </pc:spChg>
        <pc:spChg chg="add mod">
          <ac:chgData name="Ashfi Shah" userId="4414e0c9-c483-4652-8869-865ebf3968f3" providerId="ADAL" clId="{8FF6447F-DA10-4C83-ACAB-50DDCC3F94AB}" dt="2026-01-15T21:01:00.675" v="3717" actId="1076"/>
          <ac:spMkLst>
            <pc:docMk/>
            <pc:sldMk cId="1805004347" sldId="289"/>
            <ac:spMk id="187" creationId="{F67C85F7-3D29-859C-5927-95D35E49A119}"/>
          </ac:spMkLst>
        </pc:spChg>
        <pc:spChg chg="add mod">
          <ac:chgData name="Ashfi Shah" userId="4414e0c9-c483-4652-8869-865ebf3968f3" providerId="ADAL" clId="{8FF6447F-DA10-4C83-ACAB-50DDCC3F94AB}" dt="2026-01-15T21:01:12.276" v="3719" actId="1076"/>
          <ac:spMkLst>
            <pc:docMk/>
            <pc:sldMk cId="1805004347" sldId="289"/>
            <ac:spMk id="191" creationId="{61B918DA-FB21-469E-23D4-1AE6929C016E}"/>
          </ac:spMkLst>
        </pc:spChg>
        <pc:spChg chg="add mod">
          <ac:chgData name="Ashfi Shah" userId="4414e0c9-c483-4652-8869-865ebf3968f3" providerId="ADAL" clId="{8FF6447F-DA10-4C83-ACAB-50DDCC3F94AB}" dt="2026-01-15T21:02:41.325" v="3756" actId="122"/>
          <ac:spMkLst>
            <pc:docMk/>
            <pc:sldMk cId="1805004347" sldId="289"/>
            <ac:spMk id="218" creationId="{6651CA68-BEDB-A6E3-8E77-A4704CE73152}"/>
          </ac:spMkLst>
        </pc:spChg>
        <pc:cxnChg chg="mod">
          <ac:chgData name="Ashfi Shah" userId="4414e0c9-c483-4652-8869-865ebf3968f3" providerId="ADAL" clId="{8FF6447F-DA10-4C83-ACAB-50DDCC3F94AB}" dt="2026-01-17T22:09:39.935" v="5439" actId="688"/>
          <ac:cxnSpMkLst>
            <pc:docMk/>
            <pc:sldMk cId="1805004347" sldId="289"/>
            <ac:cxnSpMk id="58" creationId="{164A2F17-8042-549C-2463-8792E63869A8}"/>
          </ac:cxnSpMkLst>
        </pc:cxnChg>
        <pc:cxnChg chg="add mod topLvl">
          <ac:chgData name="Ashfi Shah" userId="4414e0c9-c483-4652-8869-865ebf3968f3" providerId="ADAL" clId="{8FF6447F-DA10-4C83-ACAB-50DDCC3F94AB}" dt="2026-01-15T20:52:33.332" v="3630" actId="1076"/>
          <ac:cxnSpMkLst>
            <pc:docMk/>
            <pc:sldMk cId="1805004347" sldId="289"/>
            <ac:cxnSpMk id="66" creationId="{78462E04-EEB7-3FC5-0CA8-871854C01CDA}"/>
          </ac:cxnSpMkLst>
        </pc:cxnChg>
        <pc:cxnChg chg="add mod topLvl">
          <ac:chgData name="Ashfi Shah" userId="4414e0c9-c483-4652-8869-865ebf3968f3" providerId="ADAL" clId="{8FF6447F-DA10-4C83-ACAB-50DDCC3F94AB}" dt="2026-01-15T20:52:33.332" v="3630" actId="1076"/>
          <ac:cxnSpMkLst>
            <pc:docMk/>
            <pc:sldMk cId="1805004347" sldId="289"/>
            <ac:cxnSpMk id="67" creationId="{4F1F68DF-B7A0-6061-FEBE-8B6F1F86A675}"/>
          </ac:cxnSpMkLst>
        </pc:cxnChg>
        <pc:cxnChg chg="add mod">
          <ac:chgData name="Ashfi Shah" userId="4414e0c9-c483-4652-8869-865ebf3968f3" providerId="ADAL" clId="{8FF6447F-DA10-4C83-ACAB-50DDCC3F94AB}" dt="2026-01-15T20:52:33.332" v="3630" actId="1076"/>
          <ac:cxnSpMkLst>
            <pc:docMk/>
            <pc:sldMk cId="1805004347" sldId="289"/>
            <ac:cxnSpMk id="68" creationId="{9DDB73FA-66C7-5EB3-3491-B7B623440677}"/>
          </ac:cxnSpMkLst>
        </pc:cxnChg>
        <pc:cxnChg chg="add mod topLvl">
          <ac:chgData name="Ashfi Shah" userId="4414e0c9-c483-4652-8869-865ebf3968f3" providerId="ADAL" clId="{8FF6447F-DA10-4C83-ACAB-50DDCC3F94AB}" dt="2026-01-15T20:52:33.332" v="3630" actId="1076"/>
          <ac:cxnSpMkLst>
            <pc:docMk/>
            <pc:sldMk cId="1805004347" sldId="289"/>
            <ac:cxnSpMk id="69" creationId="{2AE89625-FDB9-6B63-7BFB-A274AD19C12D}"/>
          </ac:cxnSpMkLst>
        </pc:cxnChg>
        <pc:cxnChg chg="add mod topLvl">
          <ac:chgData name="Ashfi Shah" userId="4414e0c9-c483-4652-8869-865ebf3968f3" providerId="ADAL" clId="{8FF6447F-DA10-4C83-ACAB-50DDCC3F94AB}" dt="2026-01-15T20:52:33.332" v="3630" actId="1076"/>
          <ac:cxnSpMkLst>
            <pc:docMk/>
            <pc:sldMk cId="1805004347" sldId="289"/>
            <ac:cxnSpMk id="70" creationId="{13C013A3-474D-4786-B956-27FB3F1AB8D2}"/>
          </ac:cxnSpMkLst>
        </pc:cxnChg>
        <pc:cxnChg chg="mod">
          <ac:chgData name="Ashfi Shah" userId="4414e0c9-c483-4652-8869-865ebf3968f3" providerId="ADAL" clId="{8FF6447F-DA10-4C83-ACAB-50DDCC3F94AB}" dt="2026-01-15T20:54:19.291" v="3645" actId="1076"/>
          <ac:cxnSpMkLst>
            <pc:docMk/>
            <pc:sldMk cId="1805004347" sldId="289"/>
            <ac:cxnSpMk id="99" creationId="{FC768C3E-375B-C209-5698-092B367A5B4A}"/>
          </ac:cxnSpMkLst>
        </pc:cxnChg>
        <pc:cxnChg chg="mod">
          <ac:chgData name="Ashfi Shah" userId="4414e0c9-c483-4652-8869-865ebf3968f3" providerId="ADAL" clId="{8FF6447F-DA10-4C83-ACAB-50DDCC3F94AB}" dt="2026-01-15T20:54:32.523" v="3649" actId="14100"/>
          <ac:cxnSpMkLst>
            <pc:docMk/>
            <pc:sldMk cId="1805004347" sldId="289"/>
            <ac:cxnSpMk id="100" creationId="{692BE7C3-A9E9-EAEB-D873-485F340F9BD7}"/>
          </ac:cxnSpMkLst>
        </pc:cxnChg>
        <pc:cxnChg chg="mod">
          <ac:chgData name="Ashfi Shah" userId="4414e0c9-c483-4652-8869-865ebf3968f3" providerId="ADAL" clId="{8FF6447F-DA10-4C83-ACAB-50DDCC3F94AB}" dt="2026-01-15T20:54:28.699" v="3648" actId="14100"/>
          <ac:cxnSpMkLst>
            <pc:docMk/>
            <pc:sldMk cId="1805004347" sldId="289"/>
            <ac:cxnSpMk id="101" creationId="{8C3A82EA-1301-7A9F-E9FA-68CD1A081F29}"/>
          </ac:cxnSpMkLst>
        </pc:cxnChg>
        <pc:cxnChg chg="mod">
          <ac:chgData name="Ashfi Shah" userId="4414e0c9-c483-4652-8869-865ebf3968f3" providerId="ADAL" clId="{8FF6447F-DA10-4C83-ACAB-50DDCC3F94AB}" dt="2026-01-15T20:54:45.106" v="3653" actId="14100"/>
          <ac:cxnSpMkLst>
            <pc:docMk/>
            <pc:sldMk cId="1805004347" sldId="289"/>
            <ac:cxnSpMk id="102" creationId="{840C226F-92C0-F3DF-34E5-44A8E00C0154}"/>
          </ac:cxnSpMkLst>
        </pc:cxnChg>
        <pc:cxnChg chg="add mod">
          <ac:chgData name="Ashfi Shah" userId="4414e0c9-c483-4652-8869-865ebf3968f3" providerId="ADAL" clId="{8FF6447F-DA10-4C83-ACAB-50DDCC3F94AB}" dt="2026-01-15T20:55:11.219" v="3659" actId="14100"/>
          <ac:cxnSpMkLst>
            <pc:docMk/>
            <pc:sldMk cId="1805004347" sldId="289"/>
            <ac:cxnSpMk id="123" creationId="{A8D2289B-102D-AA5D-7388-A0421F0B9FC1}"/>
          </ac:cxnSpMkLst>
        </pc:cxnChg>
        <pc:cxnChg chg="add mod">
          <ac:chgData name="Ashfi Shah" userId="4414e0c9-c483-4652-8869-865ebf3968f3" providerId="ADAL" clId="{8FF6447F-DA10-4C83-ACAB-50DDCC3F94AB}" dt="2026-01-15T20:55:20.843" v="3661" actId="14100"/>
          <ac:cxnSpMkLst>
            <pc:docMk/>
            <pc:sldMk cId="1805004347" sldId="289"/>
            <ac:cxnSpMk id="124" creationId="{9C03FE7B-6658-274B-F87A-D71CBD78630C}"/>
          </ac:cxnSpMkLst>
        </pc:cxnChg>
        <pc:cxnChg chg="mod">
          <ac:chgData name="Ashfi Shah" userId="4414e0c9-c483-4652-8869-865ebf3968f3" providerId="ADAL" clId="{8FF6447F-DA10-4C83-ACAB-50DDCC3F94AB}" dt="2026-01-15T20:55:34.266" v="3665" actId="14100"/>
          <ac:cxnSpMkLst>
            <pc:docMk/>
            <pc:sldMk cId="1805004347" sldId="289"/>
            <ac:cxnSpMk id="127" creationId="{960FD97F-DF62-44DC-7BA7-6B64726B29DB}"/>
          </ac:cxnSpMkLst>
        </pc:cxnChg>
        <pc:cxnChg chg="add mod">
          <ac:chgData name="Ashfi Shah" userId="4414e0c9-c483-4652-8869-865ebf3968f3" providerId="ADAL" clId="{8FF6447F-DA10-4C83-ACAB-50DDCC3F94AB}" dt="2026-01-15T20:55:29.090" v="3663" actId="14100"/>
          <ac:cxnSpMkLst>
            <pc:docMk/>
            <pc:sldMk cId="1805004347" sldId="289"/>
            <ac:cxnSpMk id="128" creationId="{B6531A28-91C4-7C6D-4EFD-4D1CB933AEA9}"/>
          </ac:cxnSpMkLst>
        </pc:cxnChg>
        <pc:cxnChg chg="add mod">
          <ac:chgData name="Ashfi Shah" userId="4414e0c9-c483-4652-8869-865ebf3968f3" providerId="ADAL" clId="{8FF6447F-DA10-4C83-ACAB-50DDCC3F94AB}" dt="2026-01-15T20:56:05.372" v="3673" actId="14100"/>
          <ac:cxnSpMkLst>
            <pc:docMk/>
            <pc:sldMk cId="1805004347" sldId="289"/>
            <ac:cxnSpMk id="129" creationId="{23FA8BAB-499A-399C-6E7E-BF28E7FAF45C}"/>
          </ac:cxnSpMkLst>
        </pc:cxnChg>
        <pc:cxnChg chg="add mod">
          <ac:chgData name="Ashfi Shah" userId="4414e0c9-c483-4652-8869-865ebf3968f3" providerId="ADAL" clId="{8FF6447F-DA10-4C83-ACAB-50DDCC3F94AB}" dt="2026-01-15T20:55:50.659" v="3669" actId="14100"/>
          <ac:cxnSpMkLst>
            <pc:docMk/>
            <pc:sldMk cId="1805004347" sldId="289"/>
            <ac:cxnSpMk id="130" creationId="{2470D835-5ECD-B4B7-3CE6-7A9A3934FBC0}"/>
          </ac:cxnSpMkLst>
        </pc:cxnChg>
        <pc:cxnChg chg="add mod">
          <ac:chgData name="Ashfi Shah" userId="4414e0c9-c483-4652-8869-865ebf3968f3" providerId="ADAL" clId="{8FF6447F-DA10-4C83-ACAB-50DDCC3F94AB}" dt="2026-01-15T20:56:58.779" v="3679" actId="14100"/>
          <ac:cxnSpMkLst>
            <pc:docMk/>
            <pc:sldMk cId="1805004347" sldId="289"/>
            <ac:cxnSpMk id="160" creationId="{38FD0803-9BE5-2255-7C7D-68E8B7433BCE}"/>
          </ac:cxnSpMkLst>
        </pc:cxnChg>
        <pc:cxnChg chg="add mod">
          <ac:chgData name="Ashfi Shah" userId="4414e0c9-c483-4652-8869-865ebf3968f3" providerId="ADAL" clId="{8FF6447F-DA10-4C83-ACAB-50DDCC3F94AB}" dt="2026-01-15T20:57:04.875" v="3680" actId="14100"/>
          <ac:cxnSpMkLst>
            <pc:docMk/>
            <pc:sldMk cId="1805004347" sldId="289"/>
            <ac:cxnSpMk id="161" creationId="{B9412947-7633-50C7-0C73-42BEB7CE778C}"/>
          </ac:cxnSpMkLst>
        </pc:cxnChg>
        <pc:cxnChg chg="add mod">
          <ac:chgData name="Ashfi Shah" userId="4414e0c9-c483-4652-8869-865ebf3968f3" providerId="ADAL" clId="{8FF6447F-DA10-4C83-ACAB-50DDCC3F94AB}" dt="2026-01-15T20:57:58.252" v="3690" actId="1076"/>
          <ac:cxnSpMkLst>
            <pc:docMk/>
            <pc:sldMk cId="1805004347" sldId="289"/>
            <ac:cxnSpMk id="167" creationId="{F0489D93-E5F0-F3C8-1497-2102D7FB88C6}"/>
          </ac:cxnSpMkLst>
        </pc:cxnChg>
        <pc:cxnChg chg="add mod">
          <ac:chgData name="Ashfi Shah" userId="4414e0c9-c483-4652-8869-865ebf3968f3" providerId="ADAL" clId="{8FF6447F-DA10-4C83-ACAB-50DDCC3F94AB}" dt="2026-01-15T20:58:12.460" v="3694" actId="1076"/>
          <ac:cxnSpMkLst>
            <pc:docMk/>
            <pc:sldMk cId="1805004347" sldId="289"/>
            <ac:cxnSpMk id="168" creationId="{26C8EF0E-766D-EA45-6D59-5165121E0304}"/>
          </ac:cxnSpMkLst>
        </pc:cxnChg>
        <pc:cxnChg chg="add mod">
          <ac:chgData name="Ashfi Shah" userId="4414e0c9-c483-4652-8869-865ebf3968f3" providerId="ADAL" clId="{8FF6447F-DA10-4C83-ACAB-50DDCC3F94AB}" dt="2026-01-15T20:59:12.083" v="3701" actId="1076"/>
          <ac:cxnSpMkLst>
            <pc:docMk/>
            <pc:sldMk cId="1805004347" sldId="289"/>
            <ac:cxnSpMk id="179" creationId="{521CAFDD-90FC-1D6A-617F-6BF5771EF018}"/>
          </ac:cxnSpMkLst>
        </pc:cxnChg>
        <pc:cxnChg chg="add mod">
          <ac:chgData name="Ashfi Shah" userId="4414e0c9-c483-4652-8869-865ebf3968f3" providerId="ADAL" clId="{8FF6447F-DA10-4C83-ACAB-50DDCC3F94AB}" dt="2026-01-15T21:01:00.675" v="3717" actId="1076"/>
          <ac:cxnSpMkLst>
            <pc:docMk/>
            <pc:sldMk cId="1805004347" sldId="289"/>
            <ac:cxnSpMk id="188" creationId="{D5460EDB-9823-E776-B5DC-C33A26E03099}"/>
          </ac:cxnSpMkLst>
        </pc:cxnChg>
        <pc:cxnChg chg="add mod">
          <ac:chgData name="Ashfi Shah" userId="4414e0c9-c483-4652-8869-865ebf3968f3" providerId="ADAL" clId="{8FF6447F-DA10-4C83-ACAB-50DDCC3F94AB}" dt="2026-01-15T21:01:08.267" v="3718" actId="1076"/>
          <ac:cxnSpMkLst>
            <pc:docMk/>
            <pc:sldMk cId="1805004347" sldId="289"/>
            <ac:cxnSpMk id="189" creationId="{B346DD19-AD02-B7F5-0B07-7FD71E0841CF}"/>
          </ac:cxnSpMkLst>
        </pc:cxnChg>
        <pc:cxnChg chg="add mod">
          <ac:chgData name="Ashfi Shah" userId="4414e0c9-c483-4652-8869-865ebf3968f3" providerId="ADAL" clId="{8FF6447F-DA10-4C83-ACAB-50DDCC3F94AB}" dt="2026-01-15T21:01:39.195" v="3723" actId="1076"/>
          <ac:cxnSpMkLst>
            <pc:docMk/>
            <pc:sldMk cId="1805004347" sldId="289"/>
            <ac:cxnSpMk id="190" creationId="{31C2E5DC-1A4A-EE1A-70FA-A86496FD5FF1}"/>
          </ac:cxnSpMkLst>
        </pc:cxnChg>
        <pc:cxnChg chg="add mod">
          <ac:chgData name="Ashfi Shah" userId="4414e0c9-c483-4652-8869-865ebf3968f3" providerId="ADAL" clId="{8FF6447F-DA10-4C83-ACAB-50DDCC3F94AB}" dt="2026-01-15T21:01:12.276" v="3719" actId="1076"/>
          <ac:cxnSpMkLst>
            <pc:docMk/>
            <pc:sldMk cId="1805004347" sldId="289"/>
            <ac:cxnSpMk id="192" creationId="{C179DB58-9C3E-E8C6-82EA-55381CCBA21C}"/>
          </ac:cxnSpMkLst>
        </pc:cxnChg>
        <pc:cxnChg chg="add mod">
          <ac:chgData name="Ashfi Shah" userId="4414e0c9-c483-4652-8869-865ebf3968f3" providerId="ADAL" clId="{8FF6447F-DA10-4C83-ACAB-50DDCC3F94AB}" dt="2026-01-15T21:01:39.195" v="3723" actId="1076"/>
          <ac:cxnSpMkLst>
            <pc:docMk/>
            <pc:sldMk cId="1805004347" sldId="289"/>
            <ac:cxnSpMk id="213" creationId="{4F8FCCB1-8ED0-27BA-D90E-49C49DF049A8}"/>
          </ac:cxnSpMkLst>
        </pc:cxnChg>
      </pc:sldChg>
      <pc:sldChg chg="addSp delSp modSp new mod">
        <pc:chgData name="Ashfi Shah" userId="4414e0c9-c483-4652-8869-865ebf3968f3" providerId="ADAL" clId="{8FF6447F-DA10-4C83-ACAB-50DDCC3F94AB}" dt="2026-01-17T21:56:27.080" v="5436" actId="20577"/>
        <pc:sldMkLst>
          <pc:docMk/>
          <pc:sldMk cId="4109197468" sldId="291"/>
        </pc:sldMkLst>
        <pc:spChg chg="mod">
          <ac:chgData name="Ashfi Shah" userId="4414e0c9-c483-4652-8869-865ebf3968f3" providerId="ADAL" clId="{8FF6447F-DA10-4C83-ACAB-50DDCC3F94AB}" dt="2026-01-15T21:07:13.860" v="3975" actId="207"/>
          <ac:spMkLst>
            <pc:docMk/>
            <pc:sldMk cId="4109197468" sldId="291"/>
            <ac:spMk id="2" creationId="{EAA4B785-FF43-72DF-296C-BD29DCABC74C}"/>
          </ac:spMkLst>
        </pc:spChg>
        <pc:spChg chg="mod">
          <ac:chgData name="Ashfi Shah" userId="4414e0c9-c483-4652-8869-865ebf3968f3" providerId="ADAL" clId="{8FF6447F-DA10-4C83-ACAB-50DDCC3F94AB}" dt="2026-01-15T21:10:15.766" v="4242" actId="207"/>
          <ac:spMkLst>
            <pc:docMk/>
            <pc:sldMk cId="4109197468" sldId="291"/>
            <ac:spMk id="3" creationId="{73FA94C4-A4F0-BABD-75C5-9F03890F8124}"/>
          </ac:spMkLst>
        </pc:spChg>
        <pc:spChg chg="add mod">
          <ac:chgData name="Ashfi Shah" userId="4414e0c9-c483-4652-8869-865ebf3968f3" providerId="ADAL" clId="{8FF6447F-DA10-4C83-ACAB-50DDCC3F94AB}" dt="2026-01-17T21:56:27.080" v="5436" actId="20577"/>
          <ac:spMkLst>
            <pc:docMk/>
            <pc:sldMk cId="4109197468" sldId="291"/>
            <ac:spMk id="4" creationId="{A4F35165-B064-82BD-2D2A-88406E445366}"/>
          </ac:spMkLst>
        </pc:spChg>
      </pc:sldChg>
      <pc:sldChg chg="addSp delSp modSp add mod">
        <pc:chgData name="Ashfi Shah" userId="4414e0c9-c483-4652-8869-865ebf3968f3" providerId="ADAL" clId="{8FF6447F-DA10-4C83-ACAB-50DDCC3F94AB}" dt="2026-01-17T21:39:07.140" v="5348" actId="20577"/>
        <pc:sldMkLst>
          <pc:docMk/>
          <pc:sldMk cId="3413008489" sldId="292"/>
        </pc:sldMkLst>
        <pc:spChg chg="mod">
          <ac:chgData name="Ashfi Shah" userId="4414e0c9-c483-4652-8869-865ebf3968f3" providerId="ADAL" clId="{8FF6447F-DA10-4C83-ACAB-50DDCC3F94AB}" dt="2026-01-17T18:54:47.094" v="4553" actId="20577"/>
          <ac:spMkLst>
            <pc:docMk/>
            <pc:sldMk cId="3413008489" sldId="292"/>
            <ac:spMk id="3" creationId="{CF8BED71-B959-BB69-000D-A39B584C08D0}"/>
          </ac:spMkLst>
        </pc:spChg>
        <pc:spChg chg="add mod">
          <ac:chgData name="Ashfi Shah" userId="4414e0c9-c483-4652-8869-865ebf3968f3" providerId="ADAL" clId="{8FF6447F-DA10-4C83-ACAB-50DDCC3F94AB}" dt="2026-01-17T21:39:07.140" v="5348" actId="20577"/>
          <ac:spMkLst>
            <pc:docMk/>
            <pc:sldMk cId="3413008489" sldId="292"/>
            <ac:spMk id="5" creationId="{066FA8D4-5047-7BBE-CF65-88550D3E6318}"/>
          </ac:spMkLst>
        </pc:spChg>
        <pc:picChg chg="mod">
          <ac:chgData name="Ashfi Shah" userId="4414e0c9-c483-4652-8869-865ebf3968f3" providerId="ADAL" clId="{8FF6447F-DA10-4C83-ACAB-50DDCC3F94AB}" dt="2026-01-17T18:54:25.544" v="4495" actId="1076"/>
          <ac:picMkLst>
            <pc:docMk/>
            <pc:sldMk cId="3413008489" sldId="292"/>
            <ac:picMk id="6" creationId="{1196BBCF-D092-B142-4CBE-C2AB6695B110}"/>
          </ac:picMkLst>
        </pc:picChg>
      </pc:sldChg>
      <pc:sldChg chg="addSp delSp modSp add mod delAnim modAnim">
        <pc:chgData name="Ashfi Shah" userId="4414e0c9-c483-4652-8869-865ebf3968f3" providerId="ADAL" clId="{8FF6447F-DA10-4C83-ACAB-50DDCC3F94AB}" dt="2026-01-17T21:53:54.372" v="5389" actId="688"/>
        <pc:sldMkLst>
          <pc:docMk/>
          <pc:sldMk cId="2450471119" sldId="293"/>
        </pc:sldMkLst>
        <pc:spChg chg="mod">
          <ac:chgData name="Ashfi Shah" userId="4414e0c9-c483-4652-8869-865ebf3968f3" providerId="ADAL" clId="{8FF6447F-DA10-4C83-ACAB-50DDCC3F94AB}" dt="2026-01-17T19:44:48.091" v="4938" actId="20577"/>
          <ac:spMkLst>
            <pc:docMk/>
            <pc:sldMk cId="2450471119" sldId="293"/>
            <ac:spMk id="2" creationId="{E134892C-EB98-307B-4C55-F33BC738722B}"/>
          </ac:spMkLst>
        </pc:spChg>
        <pc:spChg chg="mod">
          <ac:chgData name="Ashfi Shah" userId="4414e0c9-c483-4652-8869-865ebf3968f3" providerId="ADAL" clId="{8FF6447F-DA10-4C83-ACAB-50DDCC3F94AB}" dt="2026-01-17T19:45:44.647" v="4959" actId="255"/>
          <ac:spMkLst>
            <pc:docMk/>
            <pc:sldMk cId="2450471119" sldId="293"/>
            <ac:spMk id="3" creationId="{B0D7953F-8AAA-A9D7-4D0A-6CCD0D7EE9D2}"/>
          </ac:spMkLst>
        </pc:spChg>
        <pc:spChg chg="add mod">
          <ac:chgData name="Ashfi Shah" userId="4414e0c9-c483-4652-8869-865ebf3968f3" providerId="ADAL" clId="{8FF6447F-DA10-4C83-ACAB-50DDCC3F94AB}" dt="2026-01-17T21:53:40.027" v="5388" actId="20577"/>
          <ac:spMkLst>
            <pc:docMk/>
            <pc:sldMk cId="2450471119" sldId="293"/>
            <ac:spMk id="4" creationId="{2069CFD4-6A4C-881A-B7BA-EF833108DC4B}"/>
          </ac:spMkLst>
        </pc:spChg>
        <pc:spChg chg="mod">
          <ac:chgData name="Ashfi Shah" userId="4414e0c9-c483-4652-8869-865ebf3968f3" providerId="ADAL" clId="{8FF6447F-DA10-4C83-ACAB-50DDCC3F94AB}" dt="2026-01-17T19:45:49.935" v="4960" actId="1076"/>
          <ac:spMkLst>
            <pc:docMk/>
            <pc:sldMk cId="2450471119" sldId="293"/>
            <ac:spMk id="6" creationId="{B5EF09E7-A2E4-FF20-1E29-A3F10D0F13DD}"/>
          </ac:spMkLst>
        </pc:spChg>
        <pc:spChg chg="mod">
          <ac:chgData name="Ashfi Shah" userId="4414e0c9-c483-4652-8869-865ebf3968f3" providerId="ADAL" clId="{8FF6447F-DA10-4C83-ACAB-50DDCC3F94AB}" dt="2026-01-17T19:45:49.935" v="4960" actId="1076"/>
          <ac:spMkLst>
            <pc:docMk/>
            <pc:sldMk cId="2450471119" sldId="293"/>
            <ac:spMk id="7" creationId="{A4159A94-61B2-259C-0446-6A4686BF823B}"/>
          </ac:spMkLst>
        </pc:spChg>
        <pc:spChg chg="mod">
          <ac:chgData name="Ashfi Shah" userId="4414e0c9-c483-4652-8869-865ebf3968f3" providerId="ADAL" clId="{8FF6447F-DA10-4C83-ACAB-50DDCC3F94AB}" dt="2026-01-17T19:45:49.935" v="4960" actId="1076"/>
          <ac:spMkLst>
            <pc:docMk/>
            <pc:sldMk cId="2450471119" sldId="293"/>
            <ac:spMk id="8" creationId="{123C4AEF-1A2B-560D-FE85-4A67DDC2CE1F}"/>
          </ac:spMkLst>
        </pc:spChg>
        <pc:spChg chg="mod">
          <ac:chgData name="Ashfi Shah" userId="4414e0c9-c483-4652-8869-865ebf3968f3" providerId="ADAL" clId="{8FF6447F-DA10-4C83-ACAB-50DDCC3F94AB}" dt="2026-01-17T19:45:49.935" v="4960" actId="1076"/>
          <ac:spMkLst>
            <pc:docMk/>
            <pc:sldMk cId="2450471119" sldId="293"/>
            <ac:spMk id="9" creationId="{917765D4-BFFF-FEF3-FC5B-424D2924CE23}"/>
          </ac:spMkLst>
        </pc:spChg>
        <pc:spChg chg="mod">
          <ac:chgData name="Ashfi Shah" userId="4414e0c9-c483-4652-8869-865ebf3968f3" providerId="ADAL" clId="{8FF6447F-DA10-4C83-ACAB-50DDCC3F94AB}" dt="2026-01-17T19:45:49.935" v="4960" actId="1076"/>
          <ac:spMkLst>
            <pc:docMk/>
            <pc:sldMk cId="2450471119" sldId="293"/>
            <ac:spMk id="10" creationId="{DF06D962-EE28-0BDD-BE33-CD3B196FC32B}"/>
          </ac:spMkLst>
        </pc:spChg>
        <pc:spChg chg="mod">
          <ac:chgData name="Ashfi Shah" userId="4414e0c9-c483-4652-8869-865ebf3968f3" providerId="ADAL" clId="{8FF6447F-DA10-4C83-ACAB-50DDCC3F94AB}" dt="2026-01-17T19:45:49.935" v="4960" actId="1076"/>
          <ac:spMkLst>
            <pc:docMk/>
            <pc:sldMk cId="2450471119" sldId="293"/>
            <ac:spMk id="11" creationId="{D6F91E68-1FDE-DF62-805E-CA606E8540AC}"/>
          </ac:spMkLst>
        </pc:spChg>
        <pc:spChg chg="mod">
          <ac:chgData name="Ashfi Shah" userId="4414e0c9-c483-4652-8869-865ebf3968f3" providerId="ADAL" clId="{8FF6447F-DA10-4C83-ACAB-50DDCC3F94AB}" dt="2026-01-17T19:45:49.935" v="4960" actId="1076"/>
          <ac:spMkLst>
            <pc:docMk/>
            <pc:sldMk cId="2450471119" sldId="293"/>
            <ac:spMk id="12" creationId="{0B66791F-CF8E-9771-AAD6-D2A359C30FC2}"/>
          </ac:spMkLst>
        </pc:spChg>
        <pc:spChg chg="mod">
          <ac:chgData name="Ashfi Shah" userId="4414e0c9-c483-4652-8869-865ebf3968f3" providerId="ADAL" clId="{8FF6447F-DA10-4C83-ACAB-50DDCC3F94AB}" dt="2026-01-17T19:45:49.935" v="4960" actId="1076"/>
          <ac:spMkLst>
            <pc:docMk/>
            <pc:sldMk cId="2450471119" sldId="293"/>
            <ac:spMk id="13" creationId="{A2BBAA37-1A57-604B-DD43-BB785F9BFD4F}"/>
          </ac:spMkLst>
        </pc:spChg>
        <pc:cxnChg chg="mod">
          <ac:chgData name="Ashfi Shah" userId="4414e0c9-c483-4652-8869-865ebf3968f3" providerId="ADAL" clId="{8FF6447F-DA10-4C83-ACAB-50DDCC3F94AB}" dt="2026-01-17T19:45:49.935" v="4960" actId="1076"/>
          <ac:cxnSpMkLst>
            <pc:docMk/>
            <pc:sldMk cId="2450471119" sldId="293"/>
            <ac:cxnSpMk id="27" creationId="{9114EE43-46A8-0B47-533B-56F2F9C6A199}"/>
          </ac:cxnSpMkLst>
        </pc:cxnChg>
        <pc:cxnChg chg="mod">
          <ac:chgData name="Ashfi Shah" userId="4414e0c9-c483-4652-8869-865ebf3968f3" providerId="ADAL" clId="{8FF6447F-DA10-4C83-ACAB-50DDCC3F94AB}" dt="2026-01-17T21:53:54.372" v="5389" actId="688"/>
          <ac:cxnSpMkLst>
            <pc:docMk/>
            <pc:sldMk cId="2450471119" sldId="293"/>
            <ac:cxnSpMk id="50" creationId="{4EA3C531-285F-7A8B-98A1-83553BA6F253}"/>
          </ac:cxnSpMkLst>
        </pc:cxnChg>
      </pc:sldChg>
      <pc:sldChg chg="addSp delSp modSp add mod delAnim">
        <pc:chgData name="Ashfi Shah" userId="4414e0c9-c483-4652-8869-865ebf3968f3" providerId="ADAL" clId="{8FF6447F-DA10-4C83-ACAB-50DDCC3F94AB}" dt="2026-01-17T21:54:05.009" v="5392" actId="20577"/>
        <pc:sldMkLst>
          <pc:docMk/>
          <pc:sldMk cId="989446338" sldId="294"/>
        </pc:sldMkLst>
        <pc:spChg chg="mod">
          <ac:chgData name="Ashfi Shah" userId="4414e0c9-c483-4652-8869-865ebf3968f3" providerId="ADAL" clId="{8FF6447F-DA10-4C83-ACAB-50DDCC3F94AB}" dt="2026-01-17T19:44:54.463" v="4944" actId="20577"/>
          <ac:spMkLst>
            <pc:docMk/>
            <pc:sldMk cId="989446338" sldId="294"/>
            <ac:spMk id="2" creationId="{063F2031-5360-D50D-5B7D-321114E3237A}"/>
          </ac:spMkLst>
        </pc:spChg>
        <pc:spChg chg="mod">
          <ac:chgData name="Ashfi Shah" userId="4414e0c9-c483-4652-8869-865ebf3968f3" providerId="ADAL" clId="{8FF6447F-DA10-4C83-ACAB-50DDCC3F94AB}" dt="2026-01-17T19:46:00.023" v="4961" actId="255"/>
          <ac:spMkLst>
            <pc:docMk/>
            <pc:sldMk cId="989446338" sldId="294"/>
            <ac:spMk id="3" creationId="{8F79FB51-FEA5-FFC7-D6C5-B97E27ECF5FF}"/>
          </ac:spMkLst>
        </pc:spChg>
        <pc:spChg chg="add mod">
          <ac:chgData name="Ashfi Shah" userId="4414e0c9-c483-4652-8869-865ebf3968f3" providerId="ADAL" clId="{8FF6447F-DA10-4C83-ACAB-50DDCC3F94AB}" dt="2026-01-17T21:54:05.009" v="5392" actId="20577"/>
          <ac:spMkLst>
            <pc:docMk/>
            <pc:sldMk cId="989446338" sldId="294"/>
            <ac:spMk id="4" creationId="{AFD19B9E-3D9B-AF7C-4DDA-1256CC5C3705}"/>
          </ac:spMkLst>
        </pc:spChg>
        <pc:spChg chg="mod">
          <ac:chgData name="Ashfi Shah" userId="4414e0c9-c483-4652-8869-865ebf3968f3" providerId="ADAL" clId="{8FF6447F-DA10-4C83-ACAB-50DDCC3F94AB}" dt="2026-01-17T19:46:06.762" v="4962" actId="1076"/>
          <ac:spMkLst>
            <pc:docMk/>
            <pc:sldMk cId="989446338" sldId="294"/>
            <ac:spMk id="15" creationId="{C8F36EB2-4647-0545-C4BF-2C8E5C05743C}"/>
          </ac:spMkLst>
        </pc:spChg>
        <pc:spChg chg="mod">
          <ac:chgData name="Ashfi Shah" userId="4414e0c9-c483-4652-8869-865ebf3968f3" providerId="ADAL" clId="{8FF6447F-DA10-4C83-ACAB-50DDCC3F94AB}" dt="2026-01-17T19:46:06.762" v="4962" actId="1076"/>
          <ac:spMkLst>
            <pc:docMk/>
            <pc:sldMk cId="989446338" sldId="294"/>
            <ac:spMk id="16" creationId="{98EE4A79-0625-2ABF-5B74-E1ACAB39FF05}"/>
          </ac:spMkLst>
        </pc:spChg>
        <pc:spChg chg="mod">
          <ac:chgData name="Ashfi Shah" userId="4414e0c9-c483-4652-8869-865ebf3968f3" providerId="ADAL" clId="{8FF6447F-DA10-4C83-ACAB-50DDCC3F94AB}" dt="2026-01-17T19:46:06.762" v="4962" actId="1076"/>
          <ac:spMkLst>
            <pc:docMk/>
            <pc:sldMk cId="989446338" sldId="294"/>
            <ac:spMk id="17" creationId="{05A0B1E1-C3C9-241B-9BF2-E1427FAE0EC9}"/>
          </ac:spMkLst>
        </pc:spChg>
        <pc:spChg chg="mod">
          <ac:chgData name="Ashfi Shah" userId="4414e0c9-c483-4652-8869-865ebf3968f3" providerId="ADAL" clId="{8FF6447F-DA10-4C83-ACAB-50DDCC3F94AB}" dt="2026-01-17T19:46:06.762" v="4962" actId="1076"/>
          <ac:spMkLst>
            <pc:docMk/>
            <pc:sldMk cId="989446338" sldId="294"/>
            <ac:spMk id="18" creationId="{F9CE4C95-4544-DD14-D73F-968FD57F354D}"/>
          </ac:spMkLst>
        </pc:spChg>
        <pc:spChg chg="mod">
          <ac:chgData name="Ashfi Shah" userId="4414e0c9-c483-4652-8869-865ebf3968f3" providerId="ADAL" clId="{8FF6447F-DA10-4C83-ACAB-50DDCC3F94AB}" dt="2026-01-17T19:46:06.762" v="4962" actId="1076"/>
          <ac:spMkLst>
            <pc:docMk/>
            <pc:sldMk cId="989446338" sldId="294"/>
            <ac:spMk id="19" creationId="{152419F6-5993-C63F-E64D-25BA34C58814}"/>
          </ac:spMkLst>
        </pc:spChg>
        <pc:cxnChg chg="mod">
          <ac:chgData name="Ashfi Shah" userId="4414e0c9-c483-4652-8869-865ebf3968f3" providerId="ADAL" clId="{8FF6447F-DA10-4C83-ACAB-50DDCC3F94AB}" dt="2026-01-17T19:46:06.762" v="4962" actId="1076"/>
          <ac:cxnSpMkLst>
            <pc:docMk/>
            <pc:sldMk cId="989446338" sldId="294"/>
            <ac:cxnSpMk id="33" creationId="{73D46276-C7A5-C345-0A96-E56B06E8234A}"/>
          </ac:cxnSpMkLst>
        </pc:cxnChg>
        <pc:cxnChg chg="mod">
          <ac:chgData name="Ashfi Shah" userId="4414e0c9-c483-4652-8869-865ebf3968f3" providerId="ADAL" clId="{8FF6447F-DA10-4C83-ACAB-50DDCC3F94AB}" dt="2026-01-17T19:46:06.762" v="4962" actId="1076"/>
          <ac:cxnSpMkLst>
            <pc:docMk/>
            <pc:sldMk cId="989446338" sldId="294"/>
            <ac:cxnSpMk id="35" creationId="{C163F40E-008A-3E4F-203E-8A60DBD1BB33}"/>
          </ac:cxnSpMkLst>
        </pc:cxnChg>
        <pc:cxnChg chg="mod">
          <ac:chgData name="Ashfi Shah" userId="4414e0c9-c483-4652-8869-865ebf3968f3" providerId="ADAL" clId="{8FF6447F-DA10-4C83-ACAB-50DDCC3F94AB}" dt="2026-01-17T19:46:06.762" v="4962" actId="1076"/>
          <ac:cxnSpMkLst>
            <pc:docMk/>
            <pc:sldMk cId="989446338" sldId="294"/>
            <ac:cxnSpMk id="37" creationId="{100DB90F-6782-66CC-D463-212BD6983B20}"/>
          </ac:cxnSpMkLst>
        </pc:cxnChg>
        <pc:cxnChg chg="mod">
          <ac:chgData name="Ashfi Shah" userId="4414e0c9-c483-4652-8869-865ebf3968f3" providerId="ADAL" clId="{8FF6447F-DA10-4C83-ACAB-50DDCC3F94AB}" dt="2026-01-17T19:46:06.762" v="4962" actId="1076"/>
          <ac:cxnSpMkLst>
            <pc:docMk/>
            <pc:sldMk cId="989446338" sldId="294"/>
            <ac:cxnSpMk id="39" creationId="{9A73ECFE-5165-8963-0B3F-10A29D509016}"/>
          </ac:cxnSpMkLst>
        </pc:cxnChg>
      </pc:sldChg>
      <pc:sldChg chg="addSp delSp modSp add mod modAnim">
        <pc:chgData name="Ashfi Shah" userId="4414e0c9-c483-4652-8869-865ebf3968f3" providerId="ADAL" clId="{8FF6447F-DA10-4C83-ACAB-50DDCC3F94AB}" dt="2026-01-19T17:10:25.893" v="5440" actId="688"/>
        <pc:sldMkLst>
          <pc:docMk/>
          <pc:sldMk cId="3707449671" sldId="295"/>
        </pc:sldMkLst>
        <pc:spChg chg="mod">
          <ac:chgData name="Ashfi Shah" userId="4414e0c9-c483-4652-8869-865ebf3968f3" providerId="ADAL" clId="{8FF6447F-DA10-4C83-ACAB-50DDCC3F94AB}" dt="2026-01-17T19:45:09.063" v="4954" actId="20577"/>
          <ac:spMkLst>
            <pc:docMk/>
            <pc:sldMk cId="3707449671" sldId="295"/>
            <ac:spMk id="2" creationId="{0122B604-9F6A-F182-D41D-FC2452B2E39F}"/>
          </ac:spMkLst>
        </pc:spChg>
        <pc:spChg chg="mod">
          <ac:chgData name="Ashfi Shah" userId="4414e0c9-c483-4652-8869-865ebf3968f3" providerId="ADAL" clId="{8FF6447F-DA10-4C83-ACAB-50DDCC3F94AB}" dt="2026-01-17T19:46:31.140" v="4965" actId="14100"/>
          <ac:spMkLst>
            <pc:docMk/>
            <pc:sldMk cId="3707449671" sldId="295"/>
            <ac:spMk id="3" creationId="{87D578ED-FC6E-509E-6926-DB57C6BA74B1}"/>
          </ac:spMkLst>
        </pc:spChg>
        <pc:spChg chg="add mod">
          <ac:chgData name="Ashfi Shah" userId="4414e0c9-c483-4652-8869-865ebf3968f3" providerId="ADAL" clId="{8FF6447F-DA10-4C83-ACAB-50DDCC3F94AB}" dt="2026-01-17T21:54:12.189" v="5395" actId="20577"/>
          <ac:spMkLst>
            <pc:docMk/>
            <pc:sldMk cId="3707449671" sldId="295"/>
            <ac:spMk id="4" creationId="{101822A8-7673-0C68-7120-390CD2738AA2}"/>
          </ac:spMkLst>
        </pc:spChg>
        <pc:cxnChg chg="mod">
          <ac:chgData name="Ashfi Shah" userId="4414e0c9-c483-4652-8869-865ebf3968f3" providerId="ADAL" clId="{8FF6447F-DA10-4C83-ACAB-50DDCC3F94AB}" dt="2026-01-19T17:10:25.893" v="5440" actId="688"/>
          <ac:cxnSpMkLst>
            <pc:docMk/>
            <pc:sldMk cId="3707449671" sldId="295"/>
            <ac:cxnSpMk id="50" creationId="{C30AA9AF-2E76-2E38-1E55-56CB1557B354}"/>
          </ac:cxnSpMkLst>
        </pc:cxnChg>
      </pc:sldChg>
      <pc:sldChg chg="addSp delSp modSp add mod modAnim">
        <pc:chgData name="Ashfi Shah" userId="4414e0c9-c483-4652-8869-865ebf3968f3" providerId="ADAL" clId="{8FF6447F-DA10-4C83-ACAB-50DDCC3F94AB}" dt="2026-01-17T21:54:27.575" v="5401" actId="20577"/>
        <pc:sldMkLst>
          <pc:docMk/>
          <pc:sldMk cId="2601842526" sldId="296"/>
        </pc:sldMkLst>
        <pc:spChg chg="mod">
          <ac:chgData name="Ashfi Shah" userId="4414e0c9-c483-4652-8869-865ebf3968f3" providerId="ADAL" clId="{8FF6447F-DA10-4C83-ACAB-50DDCC3F94AB}" dt="2026-01-17T19:51:26.043" v="5022" actId="20577"/>
          <ac:spMkLst>
            <pc:docMk/>
            <pc:sldMk cId="2601842526" sldId="296"/>
            <ac:spMk id="2" creationId="{835191D6-FEB4-E6F0-25A3-8D467577E8D4}"/>
          </ac:spMkLst>
        </pc:spChg>
        <pc:spChg chg="mod">
          <ac:chgData name="Ashfi Shah" userId="4414e0c9-c483-4652-8869-865ebf3968f3" providerId="ADAL" clId="{8FF6447F-DA10-4C83-ACAB-50DDCC3F94AB}" dt="2026-01-17T19:48:59.800" v="4982" actId="14100"/>
          <ac:spMkLst>
            <pc:docMk/>
            <pc:sldMk cId="2601842526" sldId="296"/>
            <ac:spMk id="3" creationId="{F2E51EC8-890C-254B-4437-B01F13F73DF2}"/>
          </ac:spMkLst>
        </pc:spChg>
        <pc:spChg chg="add mod">
          <ac:chgData name="Ashfi Shah" userId="4414e0c9-c483-4652-8869-865ebf3968f3" providerId="ADAL" clId="{8FF6447F-DA10-4C83-ACAB-50DDCC3F94AB}" dt="2026-01-17T21:54:27.575" v="5401" actId="20577"/>
          <ac:spMkLst>
            <pc:docMk/>
            <pc:sldMk cId="2601842526" sldId="296"/>
            <ac:spMk id="4" creationId="{6A89AF2B-6C18-3BC3-318C-BB277B8F69D8}"/>
          </ac:spMkLst>
        </pc:spChg>
        <pc:spChg chg="mod">
          <ac:chgData name="Ashfi Shah" userId="4414e0c9-c483-4652-8869-865ebf3968f3" providerId="ADAL" clId="{8FF6447F-DA10-4C83-ACAB-50DDCC3F94AB}" dt="2026-01-17T19:49:29.283" v="4985" actId="1076"/>
          <ac:spMkLst>
            <pc:docMk/>
            <pc:sldMk cId="2601842526" sldId="296"/>
            <ac:spMk id="8" creationId="{6560815D-C575-8463-DADB-7F8A06A16C8C}"/>
          </ac:spMkLst>
        </pc:spChg>
        <pc:spChg chg="mod">
          <ac:chgData name="Ashfi Shah" userId="4414e0c9-c483-4652-8869-865ebf3968f3" providerId="ADAL" clId="{8FF6447F-DA10-4C83-ACAB-50DDCC3F94AB}" dt="2026-01-17T19:50:20.164" v="5010" actId="255"/>
          <ac:spMkLst>
            <pc:docMk/>
            <pc:sldMk cId="2601842526" sldId="296"/>
            <ac:spMk id="9" creationId="{84C4B82B-E21E-BFA3-2F6B-CC359FDCCE49}"/>
          </ac:spMkLst>
        </pc:spChg>
        <pc:spChg chg="mod">
          <ac:chgData name="Ashfi Shah" userId="4414e0c9-c483-4652-8869-865ebf3968f3" providerId="ADAL" clId="{8FF6447F-DA10-4C83-ACAB-50DDCC3F94AB}" dt="2026-01-17T19:49:29.283" v="4985" actId="1076"/>
          <ac:spMkLst>
            <pc:docMk/>
            <pc:sldMk cId="2601842526" sldId="296"/>
            <ac:spMk id="10" creationId="{991A4618-4231-5D6E-0663-B5F04E27C612}"/>
          </ac:spMkLst>
        </pc:spChg>
        <pc:spChg chg="mod">
          <ac:chgData name="Ashfi Shah" userId="4414e0c9-c483-4652-8869-865ebf3968f3" providerId="ADAL" clId="{8FF6447F-DA10-4C83-ACAB-50DDCC3F94AB}" dt="2026-01-17T19:49:29.283" v="4985" actId="1076"/>
          <ac:spMkLst>
            <pc:docMk/>
            <pc:sldMk cId="2601842526" sldId="296"/>
            <ac:spMk id="11" creationId="{3F0DC7B9-BF56-7072-941E-803A6CC75553}"/>
          </ac:spMkLst>
        </pc:spChg>
        <pc:spChg chg="mod">
          <ac:chgData name="Ashfi Shah" userId="4414e0c9-c483-4652-8869-865ebf3968f3" providerId="ADAL" clId="{8FF6447F-DA10-4C83-ACAB-50DDCC3F94AB}" dt="2026-01-17T19:49:29.283" v="4985" actId="1076"/>
          <ac:spMkLst>
            <pc:docMk/>
            <pc:sldMk cId="2601842526" sldId="296"/>
            <ac:spMk id="12" creationId="{079124C3-01E3-9110-D093-A917BB061D0B}"/>
          </ac:spMkLst>
        </pc:spChg>
        <pc:spChg chg="mod">
          <ac:chgData name="Ashfi Shah" userId="4414e0c9-c483-4652-8869-865ebf3968f3" providerId="ADAL" clId="{8FF6447F-DA10-4C83-ACAB-50DDCC3F94AB}" dt="2026-01-17T19:49:29.283" v="4985" actId="1076"/>
          <ac:spMkLst>
            <pc:docMk/>
            <pc:sldMk cId="2601842526" sldId="296"/>
            <ac:spMk id="13" creationId="{1138BF43-F801-28CA-011E-76FBD0C68378}"/>
          </ac:spMkLst>
        </pc:spChg>
        <pc:spChg chg="mod">
          <ac:chgData name="Ashfi Shah" userId="4414e0c9-c483-4652-8869-865ebf3968f3" providerId="ADAL" clId="{8FF6447F-DA10-4C83-ACAB-50DDCC3F94AB}" dt="2026-01-17T19:49:29.283" v="4985" actId="1076"/>
          <ac:spMkLst>
            <pc:docMk/>
            <pc:sldMk cId="2601842526" sldId="296"/>
            <ac:spMk id="14" creationId="{8107062D-98B6-F3C7-FC10-135AAA295E24}"/>
          </ac:spMkLst>
        </pc:spChg>
        <pc:cxnChg chg="mod">
          <ac:chgData name="Ashfi Shah" userId="4414e0c9-c483-4652-8869-865ebf3968f3" providerId="ADAL" clId="{8FF6447F-DA10-4C83-ACAB-50DDCC3F94AB}" dt="2026-01-17T19:49:29.283" v="4985" actId="1076"/>
          <ac:cxnSpMkLst>
            <pc:docMk/>
            <pc:sldMk cId="2601842526" sldId="296"/>
            <ac:cxnSpMk id="16" creationId="{9C00A2FF-BD47-C8EB-1030-9FE6BC038CEF}"/>
          </ac:cxnSpMkLst>
        </pc:cxnChg>
        <pc:cxnChg chg="mod">
          <ac:chgData name="Ashfi Shah" userId="4414e0c9-c483-4652-8869-865ebf3968f3" providerId="ADAL" clId="{8FF6447F-DA10-4C83-ACAB-50DDCC3F94AB}" dt="2026-01-17T19:49:29.283" v="4985" actId="1076"/>
          <ac:cxnSpMkLst>
            <pc:docMk/>
            <pc:sldMk cId="2601842526" sldId="296"/>
            <ac:cxnSpMk id="18" creationId="{1495383C-FBFD-586A-A548-0B125CB8245F}"/>
          </ac:cxnSpMkLst>
        </pc:cxnChg>
        <pc:cxnChg chg="mod">
          <ac:chgData name="Ashfi Shah" userId="4414e0c9-c483-4652-8869-865ebf3968f3" providerId="ADAL" clId="{8FF6447F-DA10-4C83-ACAB-50DDCC3F94AB}" dt="2026-01-17T19:49:12.858" v="4984" actId="1076"/>
          <ac:cxnSpMkLst>
            <pc:docMk/>
            <pc:sldMk cId="2601842526" sldId="296"/>
            <ac:cxnSpMk id="23" creationId="{8AE4A3EA-012D-3A82-A287-F6AD06A7D9C9}"/>
          </ac:cxnSpMkLst>
        </pc:cxnChg>
        <pc:cxnChg chg="mod">
          <ac:chgData name="Ashfi Shah" userId="4414e0c9-c483-4652-8869-865ebf3968f3" providerId="ADAL" clId="{8FF6447F-DA10-4C83-ACAB-50DDCC3F94AB}" dt="2026-01-17T19:49:29.283" v="4985" actId="1076"/>
          <ac:cxnSpMkLst>
            <pc:docMk/>
            <pc:sldMk cId="2601842526" sldId="296"/>
            <ac:cxnSpMk id="29" creationId="{C85FD743-55D1-CC61-5B42-F07DA6A452BF}"/>
          </ac:cxnSpMkLst>
        </pc:cxnChg>
        <pc:cxnChg chg="mod">
          <ac:chgData name="Ashfi Shah" userId="4414e0c9-c483-4652-8869-865ebf3968f3" providerId="ADAL" clId="{8FF6447F-DA10-4C83-ACAB-50DDCC3F94AB}" dt="2026-01-17T19:49:12.858" v="4984" actId="1076"/>
          <ac:cxnSpMkLst>
            <pc:docMk/>
            <pc:sldMk cId="2601842526" sldId="296"/>
            <ac:cxnSpMk id="43" creationId="{3ED5D5EA-5EED-14E9-7ABD-83E9E075FD26}"/>
          </ac:cxnSpMkLst>
        </pc:cxnChg>
      </pc:sldChg>
      <pc:sldChg chg="addSp delSp modSp add mod modAnim">
        <pc:chgData name="Ashfi Shah" userId="4414e0c9-c483-4652-8869-865ebf3968f3" providerId="ADAL" clId="{8FF6447F-DA10-4C83-ACAB-50DDCC3F94AB}" dt="2026-01-17T21:54:51.315" v="5408" actId="20577"/>
        <pc:sldMkLst>
          <pc:docMk/>
          <pc:sldMk cId="1268643261" sldId="297"/>
        </pc:sldMkLst>
        <pc:spChg chg="mod">
          <ac:chgData name="Ashfi Shah" userId="4414e0c9-c483-4652-8869-865ebf3968f3" providerId="ADAL" clId="{8FF6447F-DA10-4C83-ACAB-50DDCC3F94AB}" dt="2026-01-17T19:57:52.896" v="5090" actId="20577"/>
          <ac:spMkLst>
            <pc:docMk/>
            <pc:sldMk cId="1268643261" sldId="297"/>
            <ac:spMk id="2" creationId="{9BB9BFD9-A428-BAC4-53C9-9917BC2CEAF5}"/>
          </ac:spMkLst>
        </pc:spChg>
        <pc:spChg chg="add mod">
          <ac:chgData name="Ashfi Shah" userId="4414e0c9-c483-4652-8869-865ebf3968f3" providerId="ADAL" clId="{8FF6447F-DA10-4C83-ACAB-50DDCC3F94AB}" dt="2026-01-17T21:54:51.315" v="5408" actId="20577"/>
          <ac:spMkLst>
            <pc:docMk/>
            <pc:sldMk cId="1268643261" sldId="297"/>
            <ac:spMk id="3" creationId="{F599C512-01E1-EB6C-CF7D-66C3006767CB}"/>
          </ac:spMkLst>
        </pc:spChg>
        <pc:spChg chg="mod">
          <ac:chgData name="Ashfi Shah" userId="4414e0c9-c483-4652-8869-865ebf3968f3" providerId="ADAL" clId="{8FF6447F-DA10-4C83-ACAB-50DDCC3F94AB}" dt="2026-01-17T19:57:17.780" v="5085" actId="255"/>
          <ac:spMkLst>
            <pc:docMk/>
            <pc:sldMk cId="1268643261" sldId="297"/>
            <ac:spMk id="8" creationId="{A6669412-CF53-F66E-285E-A29E80E96884}"/>
          </ac:spMkLst>
        </pc:spChg>
      </pc:sldChg>
      <pc:sldChg chg="addSp delSp modSp add mod modAnim">
        <pc:chgData name="Ashfi Shah" userId="4414e0c9-c483-4652-8869-865ebf3968f3" providerId="ADAL" clId="{8FF6447F-DA10-4C83-ACAB-50DDCC3F94AB}" dt="2026-01-17T21:55:02.329" v="5414" actId="20577"/>
        <pc:sldMkLst>
          <pc:docMk/>
          <pc:sldMk cId="2758128775" sldId="298"/>
        </pc:sldMkLst>
        <pc:spChg chg="mod">
          <ac:chgData name="Ashfi Shah" userId="4414e0c9-c483-4652-8869-865ebf3968f3" providerId="ADAL" clId="{8FF6447F-DA10-4C83-ACAB-50DDCC3F94AB}" dt="2026-01-17T20:10:30.886" v="5137" actId="20577"/>
          <ac:spMkLst>
            <pc:docMk/>
            <pc:sldMk cId="2758128775" sldId="298"/>
            <ac:spMk id="2" creationId="{D3E3D027-BC46-405A-708A-588C1A27FAF4}"/>
          </ac:spMkLst>
        </pc:spChg>
        <pc:spChg chg="mod">
          <ac:chgData name="Ashfi Shah" userId="4414e0c9-c483-4652-8869-865ebf3968f3" providerId="ADAL" clId="{8FF6447F-DA10-4C83-ACAB-50DDCC3F94AB}" dt="2026-01-17T20:08:45.353" v="5115" actId="27636"/>
          <ac:spMkLst>
            <pc:docMk/>
            <pc:sldMk cId="2758128775" sldId="298"/>
            <ac:spMk id="3" creationId="{08CBEDFB-49CD-6BF8-5BC2-DEB397A3770F}"/>
          </ac:spMkLst>
        </pc:spChg>
        <pc:spChg chg="add mod">
          <ac:chgData name="Ashfi Shah" userId="4414e0c9-c483-4652-8869-865ebf3968f3" providerId="ADAL" clId="{8FF6447F-DA10-4C83-ACAB-50DDCC3F94AB}" dt="2026-01-17T20:10:55.889" v="5154" actId="1076"/>
          <ac:spMkLst>
            <pc:docMk/>
            <pc:sldMk cId="2758128775" sldId="298"/>
            <ac:spMk id="4" creationId="{900BD8CD-C07A-282C-6802-B68FDA502CFD}"/>
          </ac:spMkLst>
        </pc:spChg>
        <pc:spChg chg="add mod">
          <ac:chgData name="Ashfi Shah" userId="4414e0c9-c483-4652-8869-865ebf3968f3" providerId="ADAL" clId="{8FF6447F-DA10-4C83-ACAB-50DDCC3F94AB}" dt="2026-01-17T21:55:02.329" v="5414" actId="20577"/>
          <ac:spMkLst>
            <pc:docMk/>
            <pc:sldMk cId="2758128775" sldId="298"/>
            <ac:spMk id="5" creationId="{C9869EB9-9956-67FB-051E-9B579E4E34D4}"/>
          </ac:spMkLst>
        </pc:spChg>
        <pc:spChg chg="add mod">
          <ac:chgData name="Ashfi Shah" userId="4414e0c9-c483-4652-8869-865ebf3968f3" providerId="ADAL" clId="{8FF6447F-DA10-4C83-ACAB-50DDCC3F94AB}" dt="2026-01-17T20:11:22.619" v="5171" actId="20577"/>
          <ac:spMkLst>
            <pc:docMk/>
            <pc:sldMk cId="2758128775" sldId="298"/>
            <ac:spMk id="6" creationId="{B03556CF-2DD1-2321-487C-B583D5AF3CDF}"/>
          </ac:spMkLst>
        </pc:spChg>
      </pc:sldChg>
      <pc:sldChg chg="addSp delSp modSp add mod delAnim modAnim">
        <pc:chgData name="Ashfi Shah" userId="4414e0c9-c483-4652-8869-865ebf3968f3" providerId="ADAL" clId="{8FF6447F-DA10-4C83-ACAB-50DDCC3F94AB}" dt="2026-01-17T21:55:23.262" v="5420" actId="20577"/>
        <pc:sldMkLst>
          <pc:docMk/>
          <pc:sldMk cId="1403986682" sldId="299"/>
        </pc:sldMkLst>
        <pc:spChg chg="mod">
          <ac:chgData name="Ashfi Shah" userId="4414e0c9-c483-4652-8869-865ebf3968f3" providerId="ADAL" clId="{8FF6447F-DA10-4C83-ACAB-50DDCC3F94AB}" dt="2026-01-17T20:24:29.168" v="5242" actId="20577"/>
          <ac:spMkLst>
            <pc:docMk/>
            <pc:sldMk cId="1403986682" sldId="299"/>
            <ac:spMk id="2" creationId="{A1E880FB-2295-4794-8992-CACC3287302A}"/>
          </ac:spMkLst>
        </pc:spChg>
        <pc:spChg chg="mod">
          <ac:chgData name="Ashfi Shah" userId="4414e0c9-c483-4652-8869-865ebf3968f3" providerId="ADAL" clId="{8FF6447F-DA10-4C83-ACAB-50DDCC3F94AB}" dt="2026-01-17T20:23:12.169" v="5226" actId="255"/>
          <ac:spMkLst>
            <pc:docMk/>
            <pc:sldMk cId="1403986682" sldId="299"/>
            <ac:spMk id="3" creationId="{F6A36BEA-BD55-321C-98CD-63213AC10FC3}"/>
          </ac:spMkLst>
        </pc:spChg>
        <pc:spChg chg="add mod">
          <ac:chgData name="Ashfi Shah" userId="4414e0c9-c483-4652-8869-865ebf3968f3" providerId="ADAL" clId="{8FF6447F-DA10-4C83-ACAB-50DDCC3F94AB}" dt="2026-01-17T21:55:23.262" v="5420" actId="20577"/>
          <ac:spMkLst>
            <pc:docMk/>
            <pc:sldMk cId="1403986682" sldId="299"/>
            <ac:spMk id="4" creationId="{009F5736-649F-8F53-5595-FF9F9A15D427}"/>
          </ac:spMkLst>
        </pc:spChg>
        <pc:spChg chg="mod">
          <ac:chgData name="Ashfi Shah" userId="4414e0c9-c483-4652-8869-865ebf3968f3" providerId="ADAL" clId="{8FF6447F-DA10-4C83-ACAB-50DDCC3F94AB}" dt="2026-01-17T20:23:21.315" v="5227" actId="1076"/>
          <ac:spMkLst>
            <pc:docMk/>
            <pc:sldMk cId="1403986682" sldId="299"/>
            <ac:spMk id="7" creationId="{E47658AE-B42D-9360-9F9E-D333C11B26E4}"/>
          </ac:spMkLst>
        </pc:spChg>
        <pc:spChg chg="mod">
          <ac:chgData name="Ashfi Shah" userId="4414e0c9-c483-4652-8869-865ebf3968f3" providerId="ADAL" clId="{8FF6447F-DA10-4C83-ACAB-50DDCC3F94AB}" dt="2026-01-17T20:23:21.315" v="5227" actId="1076"/>
          <ac:spMkLst>
            <pc:docMk/>
            <pc:sldMk cId="1403986682" sldId="299"/>
            <ac:spMk id="8" creationId="{AF2116F9-ED42-7F11-067C-8457B50CA508}"/>
          </ac:spMkLst>
        </pc:spChg>
        <pc:spChg chg="mod">
          <ac:chgData name="Ashfi Shah" userId="4414e0c9-c483-4652-8869-865ebf3968f3" providerId="ADAL" clId="{8FF6447F-DA10-4C83-ACAB-50DDCC3F94AB}" dt="2026-01-17T20:23:21.315" v="5227" actId="1076"/>
          <ac:spMkLst>
            <pc:docMk/>
            <pc:sldMk cId="1403986682" sldId="299"/>
            <ac:spMk id="9" creationId="{D9DB362D-8A96-3CCF-9C1F-E9C815B6ACD7}"/>
          </ac:spMkLst>
        </pc:spChg>
        <pc:spChg chg="mod">
          <ac:chgData name="Ashfi Shah" userId="4414e0c9-c483-4652-8869-865ebf3968f3" providerId="ADAL" clId="{8FF6447F-DA10-4C83-ACAB-50DDCC3F94AB}" dt="2026-01-17T20:23:21.315" v="5227" actId="1076"/>
          <ac:spMkLst>
            <pc:docMk/>
            <pc:sldMk cId="1403986682" sldId="299"/>
            <ac:spMk id="50" creationId="{BA5F00FF-C5F5-557A-1BFE-2244A1F7A439}"/>
          </ac:spMkLst>
        </pc:spChg>
        <pc:cxnChg chg="mod">
          <ac:chgData name="Ashfi Shah" userId="4414e0c9-c483-4652-8869-865ebf3968f3" providerId="ADAL" clId="{8FF6447F-DA10-4C83-ACAB-50DDCC3F94AB}" dt="2026-01-17T20:23:21.315" v="5227" actId="1076"/>
          <ac:cxnSpMkLst>
            <pc:docMk/>
            <pc:sldMk cId="1403986682" sldId="299"/>
            <ac:cxnSpMk id="10" creationId="{9C961217-F3AC-82B5-2EED-040DE7DDA03B}"/>
          </ac:cxnSpMkLst>
        </pc:cxnChg>
        <pc:cxnChg chg="mod">
          <ac:chgData name="Ashfi Shah" userId="4414e0c9-c483-4652-8869-865ebf3968f3" providerId="ADAL" clId="{8FF6447F-DA10-4C83-ACAB-50DDCC3F94AB}" dt="2026-01-17T20:23:21.315" v="5227" actId="1076"/>
          <ac:cxnSpMkLst>
            <pc:docMk/>
            <pc:sldMk cId="1403986682" sldId="299"/>
            <ac:cxnSpMk id="11" creationId="{201C3E01-7E02-F239-DE7F-5BBC1F47A01E}"/>
          </ac:cxnSpMkLst>
        </pc:cxnChg>
        <pc:cxnChg chg="mod">
          <ac:chgData name="Ashfi Shah" userId="4414e0c9-c483-4652-8869-865ebf3968f3" providerId="ADAL" clId="{8FF6447F-DA10-4C83-ACAB-50DDCC3F94AB}" dt="2026-01-17T20:23:21.315" v="5227" actId="1076"/>
          <ac:cxnSpMkLst>
            <pc:docMk/>
            <pc:sldMk cId="1403986682" sldId="299"/>
            <ac:cxnSpMk id="52" creationId="{BB9D9DCD-DD83-631E-CDA3-4B800A35C101}"/>
          </ac:cxnSpMkLst>
        </pc:cxnChg>
      </pc:sldChg>
      <pc:sldChg chg="addSp delSp modSp add mod modAnim">
        <pc:chgData name="Ashfi Shah" userId="4414e0c9-c483-4652-8869-865ebf3968f3" providerId="ADAL" clId="{8FF6447F-DA10-4C83-ACAB-50DDCC3F94AB}" dt="2026-01-17T21:55:30.492" v="5423" actId="20577"/>
        <pc:sldMkLst>
          <pc:docMk/>
          <pc:sldMk cId="1186566062" sldId="300"/>
        </pc:sldMkLst>
        <pc:spChg chg="mod">
          <ac:chgData name="Ashfi Shah" userId="4414e0c9-c483-4652-8869-865ebf3968f3" providerId="ADAL" clId="{8FF6447F-DA10-4C83-ACAB-50DDCC3F94AB}" dt="2026-01-17T20:24:34.196" v="5248" actId="20577"/>
          <ac:spMkLst>
            <pc:docMk/>
            <pc:sldMk cId="1186566062" sldId="300"/>
            <ac:spMk id="2" creationId="{4B48B6AB-7CBC-7802-1350-5FED0FB65910}"/>
          </ac:spMkLst>
        </pc:spChg>
        <pc:spChg chg="mod">
          <ac:chgData name="Ashfi Shah" userId="4414e0c9-c483-4652-8869-865ebf3968f3" providerId="ADAL" clId="{8FF6447F-DA10-4C83-ACAB-50DDCC3F94AB}" dt="2026-01-17T20:24:21.832" v="5236" actId="255"/>
          <ac:spMkLst>
            <pc:docMk/>
            <pc:sldMk cId="1186566062" sldId="300"/>
            <ac:spMk id="3" creationId="{7494691B-6E74-71FE-D2CC-6C638C08E372}"/>
          </ac:spMkLst>
        </pc:spChg>
        <pc:spChg chg="add mod">
          <ac:chgData name="Ashfi Shah" userId="4414e0c9-c483-4652-8869-865ebf3968f3" providerId="ADAL" clId="{8FF6447F-DA10-4C83-ACAB-50DDCC3F94AB}" dt="2026-01-17T20:25:23.911" v="5252" actId="1076"/>
          <ac:spMkLst>
            <pc:docMk/>
            <pc:sldMk cId="1186566062" sldId="300"/>
            <ac:spMk id="4" creationId="{88A9FE93-D5E8-0DDB-8459-DFC316C4BA79}"/>
          </ac:spMkLst>
        </pc:spChg>
        <pc:spChg chg="add mod">
          <ac:chgData name="Ashfi Shah" userId="4414e0c9-c483-4652-8869-865ebf3968f3" providerId="ADAL" clId="{8FF6447F-DA10-4C83-ACAB-50DDCC3F94AB}" dt="2026-01-17T20:25:30.247" v="5254" actId="1076"/>
          <ac:spMkLst>
            <pc:docMk/>
            <pc:sldMk cId="1186566062" sldId="300"/>
            <ac:spMk id="14" creationId="{0AB6848D-7721-582F-17EA-F566BDB46E46}"/>
          </ac:spMkLst>
        </pc:spChg>
        <pc:spChg chg="add mod">
          <ac:chgData name="Ashfi Shah" userId="4414e0c9-c483-4652-8869-865ebf3968f3" providerId="ADAL" clId="{8FF6447F-DA10-4C83-ACAB-50DDCC3F94AB}" dt="2026-01-17T21:55:30.492" v="5423" actId="20577"/>
          <ac:spMkLst>
            <pc:docMk/>
            <pc:sldMk cId="1186566062" sldId="300"/>
            <ac:spMk id="21" creationId="{2410F7AB-3967-5313-065F-60866F201BBE}"/>
          </ac:spMkLst>
        </pc:spChg>
      </pc:sldChg>
      <pc:sldChg chg="addSp delSp modSp add mod modAnim">
        <pc:chgData name="Ashfi Shah" userId="4414e0c9-c483-4652-8869-865ebf3968f3" providerId="ADAL" clId="{8FF6447F-DA10-4C83-ACAB-50DDCC3F94AB}" dt="2026-01-17T21:56:13.233" v="5429" actId="20577"/>
        <pc:sldMkLst>
          <pc:docMk/>
          <pc:sldMk cId="3549911624" sldId="301"/>
        </pc:sldMkLst>
        <pc:spChg chg="mod">
          <ac:chgData name="Ashfi Shah" userId="4414e0c9-c483-4652-8869-865ebf3968f3" providerId="ADAL" clId="{8FF6447F-DA10-4C83-ACAB-50DDCC3F94AB}" dt="2026-01-17T20:35:03.839" v="5322" actId="20577"/>
          <ac:spMkLst>
            <pc:docMk/>
            <pc:sldMk cId="3549911624" sldId="301"/>
            <ac:spMk id="2" creationId="{FC66288B-8685-A7B6-BCEC-E17D6546C0AE}"/>
          </ac:spMkLst>
        </pc:spChg>
        <pc:spChg chg="mod">
          <ac:chgData name="Ashfi Shah" userId="4414e0c9-c483-4652-8869-865ebf3968f3" providerId="ADAL" clId="{8FF6447F-DA10-4C83-ACAB-50DDCC3F94AB}" dt="2026-01-17T20:32:08.483" v="5297" actId="14100"/>
          <ac:spMkLst>
            <pc:docMk/>
            <pc:sldMk cId="3549911624" sldId="301"/>
            <ac:spMk id="3" creationId="{B7EF0C20-36EF-0B80-6FA9-B3231832A6E5}"/>
          </ac:spMkLst>
        </pc:spChg>
        <pc:spChg chg="add mod">
          <ac:chgData name="Ashfi Shah" userId="4414e0c9-c483-4652-8869-865ebf3968f3" providerId="ADAL" clId="{8FF6447F-DA10-4C83-ACAB-50DDCC3F94AB}" dt="2026-01-17T21:56:13.233" v="5429" actId="20577"/>
          <ac:spMkLst>
            <pc:docMk/>
            <pc:sldMk cId="3549911624" sldId="301"/>
            <ac:spMk id="4" creationId="{E04FBF6C-D745-169F-A1F8-4EF230B3EFD4}"/>
          </ac:spMkLst>
        </pc:spChg>
        <pc:spChg chg="mod">
          <ac:chgData name="Ashfi Shah" userId="4414e0c9-c483-4652-8869-865ebf3968f3" providerId="ADAL" clId="{8FF6447F-DA10-4C83-ACAB-50DDCC3F94AB}" dt="2026-01-17T20:33:31.756" v="5300" actId="1076"/>
          <ac:spMkLst>
            <pc:docMk/>
            <pc:sldMk cId="3549911624" sldId="301"/>
            <ac:spMk id="6" creationId="{29EB5B14-79D8-F1D3-B810-BDC9DA4E47AA}"/>
          </ac:spMkLst>
        </pc:spChg>
        <pc:spChg chg="mod">
          <ac:chgData name="Ashfi Shah" userId="4414e0c9-c483-4652-8869-865ebf3968f3" providerId="ADAL" clId="{8FF6447F-DA10-4C83-ACAB-50DDCC3F94AB}" dt="2026-01-17T20:33:31.756" v="5300" actId="1076"/>
          <ac:spMkLst>
            <pc:docMk/>
            <pc:sldMk cId="3549911624" sldId="301"/>
            <ac:spMk id="7" creationId="{28572411-883B-40EF-F2DD-18EA6D28F3B9}"/>
          </ac:spMkLst>
        </pc:spChg>
        <pc:spChg chg="mod">
          <ac:chgData name="Ashfi Shah" userId="4414e0c9-c483-4652-8869-865ebf3968f3" providerId="ADAL" clId="{8FF6447F-DA10-4C83-ACAB-50DDCC3F94AB}" dt="2026-01-17T20:33:31.756" v="5300" actId="1076"/>
          <ac:spMkLst>
            <pc:docMk/>
            <pc:sldMk cId="3549911624" sldId="301"/>
            <ac:spMk id="8" creationId="{BAAEAE89-5EBF-1440-CF7B-222C66C3CDA2}"/>
          </ac:spMkLst>
        </pc:spChg>
        <pc:spChg chg="mod">
          <ac:chgData name="Ashfi Shah" userId="4414e0c9-c483-4652-8869-865ebf3968f3" providerId="ADAL" clId="{8FF6447F-DA10-4C83-ACAB-50DDCC3F94AB}" dt="2026-01-17T20:33:31.756" v="5300" actId="1076"/>
          <ac:spMkLst>
            <pc:docMk/>
            <pc:sldMk cId="3549911624" sldId="301"/>
            <ac:spMk id="11" creationId="{5A4135D1-FAC9-C716-0E55-A1C9228454D1}"/>
          </ac:spMkLst>
        </pc:spChg>
        <pc:spChg chg="add mod">
          <ac:chgData name="Ashfi Shah" userId="4414e0c9-c483-4652-8869-865ebf3968f3" providerId="ADAL" clId="{8FF6447F-DA10-4C83-ACAB-50DDCC3F94AB}" dt="2026-01-17T20:34:24.067" v="5309" actId="1076"/>
          <ac:spMkLst>
            <pc:docMk/>
            <pc:sldMk cId="3549911624" sldId="301"/>
            <ac:spMk id="13" creationId="{4F9AA858-9133-AE04-A8CB-9147F96370A7}"/>
          </ac:spMkLst>
        </pc:spChg>
        <pc:spChg chg="add mod">
          <ac:chgData name="Ashfi Shah" userId="4414e0c9-c483-4652-8869-865ebf3968f3" providerId="ADAL" clId="{8FF6447F-DA10-4C83-ACAB-50DDCC3F94AB}" dt="2026-01-17T20:34:51.317" v="5313" actId="1076"/>
          <ac:spMkLst>
            <pc:docMk/>
            <pc:sldMk cId="3549911624" sldId="301"/>
            <ac:spMk id="14" creationId="{F38F02C4-E807-8D95-9B8D-FC09908A02A4}"/>
          </ac:spMkLst>
        </pc:spChg>
        <pc:spChg chg="mod">
          <ac:chgData name="Ashfi Shah" userId="4414e0c9-c483-4652-8869-865ebf3968f3" providerId="ADAL" clId="{8FF6447F-DA10-4C83-ACAB-50DDCC3F94AB}" dt="2026-01-17T20:33:40.331" v="5302" actId="1076"/>
          <ac:spMkLst>
            <pc:docMk/>
            <pc:sldMk cId="3549911624" sldId="301"/>
            <ac:spMk id="16" creationId="{B5EECD8D-C502-8499-5C61-C22D351E2FDE}"/>
          </ac:spMkLst>
        </pc:spChg>
        <pc:spChg chg="mod">
          <ac:chgData name="Ashfi Shah" userId="4414e0c9-c483-4652-8869-865ebf3968f3" providerId="ADAL" clId="{8FF6447F-DA10-4C83-ACAB-50DDCC3F94AB}" dt="2026-01-17T20:33:31.756" v="5300" actId="1076"/>
          <ac:spMkLst>
            <pc:docMk/>
            <pc:sldMk cId="3549911624" sldId="301"/>
            <ac:spMk id="17" creationId="{BFF490A9-38AA-1588-A721-092764F20DB7}"/>
          </ac:spMkLst>
        </pc:spChg>
        <pc:spChg chg="mod">
          <ac:chgData name="Ashfi Shah" userId="4414e0c9-c483-4652-8869-865ebf3968f3" providerId="ADAL" clId="{8FF6447F-DA10-4C83-ACAB-50DDCC3F94AB}" dt="2026-01-17T20:33:55.208" v="5306" actId="1076"/>
          <ac:spMkLst>
            <pc:docMk/>
            <pc:sldMk cId="3549911624" sldId="301"/>
            <ac:spMk id="27" creationId="{53DC3939-2DC1-55B5-D7E2-AE756E2C6054}"/>
          </ac:spMkLst>
        </pc:spChg>
        <pc:spChg chg="mod">
          <ac:chgData name="Ashfi Shah" userId="4414e0c9-c483-4652-8869-865ebf3968f3" providerId="ADAL" clId="{8FF6447F-DA10-4C83-ACAB-50DDCC3F94AB}" dt="2026-01-17T20:33:31.756" v="5300" actId="1076"/>
          <ac:spMkLst>
            <pc:docMk/>
            <pc:sldMk cId="3549911624" sldId="301"/>
            <ac:spMk id="28" creationId="{C48EF878-916A-B9C2-D829-63884329B365}"/>
          </ac:spMkLst>
        </pc:spChg>
        <pc:cxnChg chg="mod">
          <ac:chgData name="Ashfi Shah" userId="4414e0c9-c483-4652-8869-865ebf3968f3" providerId="ADAL" clId="{8FF6447F-DA10-4C83-ACAB-50DDCC3F94AB}" dt="2026-01-17T20:33:40.331" v="5302" actId="1076"/>
          <ac:cxnSpMkLst>
            <pc:docMk/>
            <pc:sldMk cId="3549911624" sldId="301"/>
            <ac:cxnSpMk id="19" creationId="{504A0F57-585A-66A4-2881-100B3F7E341F}"/>
          </ac:cxnSpMkLst>
        </pc:cxnChg>
        <pc:cxnChg chg="mod">
          <ac:chgData name="Ashfi Shah" userId="4414e0c9-c483-4652-8869-865ebf3968f3" providerId="ADAL" clId="{8FF6447F-DA10-4C83-ACAB-50DDCC3F94AB}" dt="2026-01-17T20:33:55.208" v="5306" actId="1076"/>
          <ac:cxnSpMkLst>
            <pc:docMk/>
            <pc:sldMk cId="3549911624" sldId="301"/>
            <ac:cxnSpMk id="30" creationId="{351E41B6-7F52-1722-8DCA-35316257B1A4}"/>
          </ac:cxnSpMkLst>
        </pc:cxnChg>
      </pc:sldChg>
    </pc:docChg>
  </pc:docChgLst>
  <pc:docChgLst>
    <pc:chgData name="Ashfi Shah" userId="4414e0c9-c483-4652-8869-865ebf3968f3" providerId="ADAL" clId="{6A2EAF75-B3E3-4E79-820A-A3FB85158097}"/>
    <pc:docChg chg="undo custSel addSld delSld modSld sldOrd">
      <pc:chgData name="Ashfi Shah" userId="4414e0c9-c483-4652-8869-865ebf3968f3" providerId="ADAL" clId="{6A2EAF75-B3E3-4E79-820A-A3FB85158097}" dt="2026-01-16T14:35:51.158" v="58" actId="47"/>
      <pc:docMkLst>
        <pc:docMk/>
      </pc:docMkLst>
      <pc:sldChg chg="modSp mod">
        <pc:chgData name="Ashfi Shah" userId="4414e0c9-c483-4652-8869-865ebf3968f3" providerId="ADAL" clId="{6A2EAF75-B3E3-4E79-820A-A3FB85158097}" dt="2026-01-16T14:29:59.573" v="44" actId="20577"/>
        <pc:sldMkLst>
          <pc:docMk/>
          <pc:sldMk cId="1508518087" sldId="260"/>
        </pc:sldMkLst>
        <pc:spChg chg="mod">
          <ac:chgData name="Ashfi Shah" userId="4414e0c9-c483-4652-8869-865ebf3968f3" providerId="ADAL" clId="{6A2EAF75-B3E3-4E79-820A-A3FB85158097}" dt="2026-01-16T14:29:59.573" v="44" actId="20577"/>
          <ac:spMkLst>
            <pc:docMk/>
            <pc:sldMk cId="1508518087" sldId="260"/>
            <ac:spMk id="3" creationId="{4E11C2E4-26FE-34D5-A296-E23D53EBB8BF}"/>
          </ac:spMkLst>
        </pc:spChg>
      </pc:sldChg>
      <pc:sldChg chg="modSp mod">
        <pc:chgData name="Ashfi Shah" userId="4414e0c9-c483-4652-8869-865ebf3968f3" providerId="ADAL" clId="{6A2EAF75-B3E3-4E79-820A-A3FB85158097}" dt="2026-01-16T14:30:31.042" v="46" actId="20577"/>
        <pc:sldMkLst>
          <pc:docMk/>
          <pc:sldMk cId="2658138851" sldId="262"/>
        </pc:sldMkLst>
        <pc:spChg chg="mod">
          <ac:chgData name="Ashfi Shah" userId="4414e0c9-c483-4652-8869-865ebf3968f3" providerId="ADAL" clId="{6A2EAF75-B3E3-4E79-820A-A3FB85158097}" dt="2026-01-16T14:30:31.042" v="46" actId="20577"/>
          <ac:spMkLst>
            <pc:docMk/>
            <pc:sldMk cId="2658138851" sldId="262"/>
            <ac:spMk id="3" creationId="{770AF70C-90F6-15C4-519D-EE17D327450F}"/>
          </ac:spMkLst>
        </pc:spChg>
      </pc:sldChg>
      <pc:sldChg chg="addSp modSp add mod modAnim">
        <pc:chgData name="Ashfi Shah" userId="4414e0c9-c483-4652-8869-865ebf3968f3" providerId="ADAL" clId="{6A2EAF75-B3E3-4E79-820A-A3FB85158097}" dt="2026-01-15T03:33:37.674" v="41"/>
        <pc:sldMkLst>
          <pc:docMk/>
          <pc:sldMk cId="2430544233" sldId="281"/>
        </pc:sldMkLst>
        <pc:spChg chg="add mod">
          <ac:chgData name="Ashfi Shah" userId="4414e0c9-c483-4652-8869-865ebf3968f3" providerId="ADAL" clId="{6A2EAF75-B3E3-4E79-820A-A3FB85158097}" dt="2026-01-15T03:32:32.445" v="32" actId="208"/>
          <ac:spMkLst>
            <pc:docMk/>
            <pc:sldMk cId="2430544233" sldId="281"/>
            <ac:spMk id="5" creationId="{80040890-4A91-0396-CCEB-E053148D9C26}"/>
          </ac:spMkLst>
        </pc:spChg>
        <pc:spChg chg="add mod">
          <ac:chgData name="Ashfi Shah" userId="4414e0c9-c483-4652-8869-865ebf3968f3" providerId="ADAL" clId="{6A2EAF75-B3E3-4E79-820A-A3FB85158097}" dt="2026-01-15T03:32:36.232" v="33" actId="208"/>
          <ac:spMkLst>
            <pc:docMk/>
            <pc:sldMk cId="2430544233" sldId="281"/>
            <ac:spMk id="6" creationId="{B2B437D0-274D-9B53-1F03-D6C8AD779E44}"/>
          </ac:spMkLst>
        </pc:spChg>
        <pc:spChg chg="add mod">
          <ac:chgData name="Ashfi Shah" userId="4414e0c9-c483-4652-8869-865ebf3968f3" providerId="ADAL" clId="{6A2EAF75-B3E3-4E79-820A-A3FB85158097}" dt="2026-01-15T03:32:39.572" v="34" actId="208"/>
          <ac:spMkLst>
            <pc:docMk/>
            <pc:sldMk cId="2430544233" sldId="281"/>
            <ac:spMk id="7" creationId="{82C61E36-DDEA-804A-7818-0489A7374406}"/>
          </ac:spMkLst>
        </pc:spChg>
        <pc:spChg chg="add mod">
          <ac:chgData name="Ashfi Shah" userId="4414e0c9-c483-4652-8869-865ebf3968f3" providerId="ADAL" clId="{6A2EAF75-B3E3-4E79-820A-A3FB85158097}" dt="2026-01-15T03:32:42.270" v="35" actId="208"/>
          <ac:spMkLst>
            <pc:docMk/>
            <pc:sldMk cId="2430544233" sldId="281"/>
            <ac:spMk id="8" creationId="{6926EA7C-A9FC-67AF-557F-F0B105DE8FBB}"/>
          </ac:spMkLst>
        </pc:spChg>
        <pc:spChg chg="add mod">
          <ac:chgData name="Ashfi Shah" userId="4414e0c9-c483-4652-8869-865ebf3968f3" providerId="ADAL" clId="{6A2EAF75-B3E3-4E79-820A-A3FB85158097}" dt="2026-01-15T03:32:45.732" v="36" actId="208"/>
          <ac:spMkLst>
            <pc:docMk/>
            <pc:sldMk cId="2430544233" sldId="281"/>
            <ac:spMk id="9" creationId="{4382F30E-B403-533D-D95C-4666247CDE83}"/>
          </ac:spMkLst>
        </pc:spChg>
        <pc:spChg chg="add mod">
          <ac:chgData name="Ashfi Shah" userId="4414e0c9-c483-4652-8869-865ebf3968f3" providerId="ADAL" clId="{6A2EAF75-B3E3-4E79-820A-A3FB85158097}" dt="2026-01-15T03:32:49.018" v="37" actId="208"/>
          <ac:spMkLst>
            <pc:docMk/>
            <pc:sldMk cId="2430544233" sldId="281"/>
            <ac:spMk id="10" creationId="{684C4A09-0FE2-0B77-4ABA-2F40E287D90C}"/>
          </ac:spMkLst>
        </pc:spChg>
        <pc:spChg chg="add mod">
          <ac:chgData name="Ashfi Shah" userId="4414e0c9-c483-4652-8869-865ebf3968f3" providerId="ADAL" clId="{6A2EAF75-B3E3-4E79-820A-A3FB85158097}" dt="2026-01-15T03:32:51.481" v="38" actId="208"/>
          <ac:spMkLst>
            <pc:docMk/>
            <pc:sldMk cId="2430544233" sldId="281"/>
            <ac:spMk id="11" creationId="{12932E6F-F2F2-3128-482E-538D0052293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28DE1C-CBBC-47D8-B382-249B2789331D}" type="datetimeFigureOut">
              <a:rPr lang="en-CA" smtClean="0"/>
              <a:t>19-Jan-26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448D77-C22B-4470-8470-613B4A77D1D6}" type="slidenum">
              <a:rPr lang="en-CA" smtClean="0"/>
              <a:t>‹#›</a:t>
            </a:fld>
            <a:endParaRPr lang="en-CA"/>
          </a:p>
        </p:txBody>
      </p:sp>
    </p:spTree>
    <p:extLst>
      <p:ext uri="{BB962C8B-B14F-4D97-AF65-F5344CB8AC3E}">
        <p14:creationId xmlns:p14="http://schemas.microsoft.com/office/powerpoint/2010/main" val="1150360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D448D77-C22B-4470-8470-613B4A77D1D6}" type="slidenum">
              <a:rPr lang="en-CA" smtClean="0"/>
              <a:t>29</a:t>
            </a:fld>
            <a:endParaRPr lang="en-CA"/>
          </a:p>
        </p:txBody>
      </p:sp>
    </p:spTree>
    <p:extLst>
      <p:ext uri="{BB962C8B-B14F-4D97-AF65-F5344CB8AC3E}">
        <p14:creationId xmlns:p14="http://schemas.microsoft.com/office/powerpoint/2010/main" val="3527694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D611-DAA0-4699-BE25-6D8BF70590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2AC4CE4-8263-E133-8B9A-FEE18D4CB2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B2E352C-6B26-533E-D7B1-A578C3613E0B}"/>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5" name="Footer Placeholder 4">
            <a:extLst>
              <a:ext uri="{FF2B5EF4-FFF2-40B4-BE49-F238E27FC236}">
                <a16:creationId xmlns:a16="http://schemas.microsoft.com/office/drawing/2014/main" id="{55A82F95-E2C0-AD37-D781-0EE9324C05A9}"/>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F222E65B-2349-52A9-6E9B-7AB91C8F640B}"/>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343278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23BF3-E6C1-F533-5D77-65230995E32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0333816-5BB4-51AF-1737-AEB7AC106B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4CEAC97-6C3A-0205-ACC8-3CBCB75638B8}"/>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5" name="Footer Placeholder 4">
            <a:extLst>
              <a:ext uri="{FF2B5EF4-FFF2-40B4-BE49-F238E27FC236}">
                <a16:creationId xmlns:a16="http://schemas.microsoft.com/office/drawing/2014/main" id="{C47A7871-9669-5096-B157-6E1D05282895}"/>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1592027D-D12A-9BA5-C18F-AC4C27612CA6}"/>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4243271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E8A97-3D79-5AD7-A4F9-E61A7C7CA0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C7ADD58-DA56-BA10-7876-A4A6F28172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97996C-EB11-822D-8E6D-2A342CA938FC}"/>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5" name="Footer Placeholder 4">
            <a:extLst>
              <a:ext uri="{FF2B5EF4-FFF2-40B4-BE49-F238E27FC236}">
                <a16:creationId xmlns:a16="http://schemas.microsoft.com/office/drawing/2014/main" id="{7279E3B0-9355-B5DE-2A43-959578A3D146}"/>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21852759-745F-7525-2A14-11C37A6C5F21}"/>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3232727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D9189-3F6E-C3F8-1F31-2D55DCAD4C4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B8289E4-80DB-C70A-6BCA-31D349A462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C0D3234-D6EB-AAA1-9EF6-8F2555FB42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B916F084-26E2-E295-1CD7-C84375307BE0}"/>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6" name="Footer Placeholder 5">
            <a:extLst>
              <a:ext uri="{FF2B5EF4-FFF2-40B4-BE49-F238E27FC236}">
                <a16:creationId xmlns:a16="http://schemas.microsoft.com/office/drawing/2014/main" id="{798E3802-B8D5-6CF7-2872-E83E6929BA8F}"/>
              </a:ext>
            </a:extLst>
          </p:cNvPr>
          <p:cNvSpPr>
            <a:spLocks noGrp="1"/>
          </p:cNvSpPr>
          <p:nvPr>
            <p:ph type="ftr" sz="quarter" idx="11"/>
          </p:nvPr>
        </p:nvSpPr>
        <p:spPr/>
        <p:txBody>
          <a:bodyPr/>
          <a:lstStyle/>
          <a:p>
            <a:endParaRPr lang="en-CA" dirty="0"/>
          </a:p>
        </p:txBody>
      </p:sp>
      <p:sp>
        <p:nvSpPr>
          <p:cNvPr id="7" name="Slide Number Placeholder 6">
            <a:extLst>
              <a:ext uri="{FF2B5EF4-FFF2-40B4-BE49-F238E27FC236}">
                <a16:creationId xmlns:a16="http://schemas.microsoft.com/office/drawing/2014/main" id="{1C7BD797-E951-F683-F710-353321D3E0CF}"/>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373155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4773-A9F9-70CC-7601-62E1A4E12AB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2A46685-6540-90A2-B231-8630F20F84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5519F3-F9D5-8F55-4E2A-931965A88A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F876AA5-B832-7286-70D7-3DC20D05D1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574814-D5A4-8134-1D0D-8AB2A3D01C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081D396-22E3-E4F9-1CF8-B9C6001AB904}"/>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8" name="Footer Placeholder 7">
            <a:extLst>
              <a:ext uri="{FF2B5EF4-FFF2-40B4-BE49-F238E27FC236}">
                <a16:creationId xmlns:a16="http://schemas.microsoft.com/office/drawing/2014/main" id="{3E0C12C9-DCBB-9C50-3D16-B375C2F909C0}"/>
              </a:ext>
            </a:extLst>
          </p:cNvPr>
          <p:cNvSpPr>
            <a:spLocks noGrp="1"/>
          </p:cNvSpPr>
          <p:nvPr>
            <p:ph type="ftr" sz="quarter" idx="11"/>
          </p:nvPr>
        </p:nvSpPr>
        <p:spPr/>
        <p:txBody>
          <a:bodyPr/>
          <a:lstStyle/>
          <a:p>
            <a:endParaRPr lang="en-CA" dirty="0"/>
          </a:p>
        </p:txBody>
      </p:sp>
      <p:sp>
        <p:nvSpPr>
          <p:cNvPr id="9" name="Slide Number Placeholder 8">
            <a:extLst>
              <a:ext uri="{FF2B5EF4-FFF2-40B4-BE49-F238E27FC236}">
                <a16:creationId xmlns:a16="http://schemas.microsoft.com/office/drawing/2014/main" id="{D0FA0AD5-8377-BD80-3772-FB24B6E6051A}"/>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3274296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7D3E4-5399-C6BE-8E01-9BE8A2BDC80D}"/>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3D567D42-C9AD-00D5-1ABE-CCA57AB781B3}"/>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4" name="Footer Placeholder 3">
            <a:extLst>
              <a:ext uri="{FF2B5EF4-FFF2-40B4-BE49-F238E27FC236}">
                <a16:creationId xmlns:a16="http://schemas.microsoft.com/office/drawing/2014/main" id="{393DF464-98BD-2EF0-D0E7-17BD6EE07A99}"/>
              </a:ext>
            </a:extLst>
          </p:cNvPr>
          <p:cNvSpPr>
            <a:spLocks noGrp="1"/>
          </p:cNvSpPr>
          <p:nvPr>
            <p:ph type="ftr" sz="quarter" idx="11"/>
          </p:nvPr>
        </p:nvSpPr>
        <p:spPr/>
        <p:txBody>
          <a:bodyPr/>
          <a:lstStyle/>
          <a:p>
            <a:endParaRPr lang="en-CA" dirty="0"/>
          </a:p>
        </p:txBody>
      </p:sp>
      <p:sp>
        <p:nvSpPr>
          <p:cNvPr id="5" name="Slide Number Placeholder 4">
            <a:extLst>
              <a:ext uri="{FF2B5EF4-FFF2-40B4-BE49-F238E27FC236}">
                <a16:creationId xmlns:a16="http://schemas.microsoft.com/office/drawing/2014/main" id="{6277F3B4-2517-FF7C-E667-23A54F51787F}"/>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151269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2963F2-9F95-6CC4-8A31-16488769C899}"/>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3" name="Footer Placeholder 2">
            <a:extLst>
              <a:ext uri="{FF2B5EF4-FFF2-40B4-BE49-F238E27FC236}">
                <a16:creationId xmlns:a16="http://schemas.microsoft.com/office/drawing/2014/main" id="{B85E79DB-6FD8-56EF-76BA-466259B0C908}"/>
              </a:ext>
            </a:extLst>
          </p:cNvPr>
          <p:cNvSpPr>
            <a:spLocks noGrp="1"/>
          </p:cNvSpPr>
          <p:nvPr>
            <p:ph type="ftr" sz="quarter" idx="11"/>
          </p:nvPr>
        </p:nvSpPr>
        <p:spPr/>
        <p:txBody>
          <a:bodyPr/>
          <a:lstStyle/>
          <a:p>
            <a:endParaRPr lang="en-CA" dirty="0"/>
          </a:p>
        </p:txBody>
      </p:sp>
      <p:sp>
        <p:nvSpPr>
          <p:cNvPr id="4" name="Slide Number Placeholder 3">
            <a:extLst>
              <a:ext uri="{FF2B5EF4-FFF2-40B4-BE49-F238E27FC236}">
                <a16:creationId xmlns:a16="http://schemas.microsoft.com/office/drawing/2014/main" id="{1F934A59-276D-1A13-5494-767394EB7328}"/>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1246516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B6C2B-F7CB-BEA3-370D-9E8E5CFD4F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48DBDB7-EB8D-E1ED-2AE6-A3E83F401F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8F0843E-04E8-9254-3B77-1E29316EA0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B71CD1-F430-75AD-EC33-14AF09D6C628}"/>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6" name="Footer Placeholder 5">
            <a:extLst>
              <a:ext uri="{FF2B5EF4-FFF2-40B4-BE49-F238E27FC236}">
                <a16:creationId xmlns:a16="http://schemas.microsoft.com/office/drawing/2014/main" id="{E00ECF2F-122A-968F-5863-A3E6BBAF659B}"/>
              </a:ext>
            </a:extLst>
          </p:cNvPr>
          <p:cNvSpPr>
            <a:spLocks noGrp="1"/>
          </p:cNvSpPr>
          <p:nvPr>
            <p:ph type="ftr" sz="quarter" idx="11"/>
          </p:nvPr>
        </p:nvSpPr>
        <p:spPr/>
        <p:txBody>
          <a:bodyPr/>
          <a:lstStyle/>
          <a:p>
            <a:endParaRPr lang="en-CA" dirty="0"/>
          </a:p>
        </p:txBody>
      </p:sp>
      <p:sp>
        <p:nvSpPr>
          <p:cNvPr id="7" name="Slide Number Placeholder 6">
            <a:extLst>
              <a:ext uri="{FF2B5EF4-FFF2-40B4-BE49-F238E27FC236}">
                <a16:creationId xmlns:a16="http://schemas.microsoft.com/office/drawing/2014/main" id="{CCC920FC-18AE-3E7E-1520-D3854D03C07A}"/>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2272123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1BD6F-EC51-245F-B802-A76D95343A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205297C-6B78-DB6F-8D5A-900A744C23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dirty="0"/>
          </a:p>
        </p:txBody>
      </p:sp>
      <p:sp>
        <p:nvSpPr>
          <p:cNvPr id="4" name="Text Placeholder 3">
            <a:extLst>
              <a:ext uri="{FF2B5EF4-FFF2-40B4-BE49-F238E27FC236}">
                <a16:creationId xmlns:a16="http://schemas.microsoft.com/office/drawing/2014/main" id="{5164FEF0-E14A-86C9-633D-29F069D3DA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09CD5E-FA7B-0733-BCAD-C35C954E0B13}"/>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6" name="Footer Placeholder 5">
            <a:extLst>
              <a:ext uri="{FF2B5EF4-FFF2-40B4-BE49-F238E27FC236}">
                <a16:creationId xmlns:a16="http://schemas.microsoft.com/office/drawing/2014/main" id="{D6CCB034-B311-CD5C-F793-ECEDB9569007}"/>
              </a:ext>
            </a:extLst>
          </p:cNvPr>
          <p:cNvSpPr>
            <a:spLocks noGrp="1"/>
          </p:cNvSpPr>
          <p:nvPr>
            <p:ph type="ftr" sz="quarter" idx="11"/>
          </p:nvPr>
        </p:nvSpPr>
        <p:spPr/>
        <p:txBody>
          <a:bodyPr/>
          <a:lstStyle/>
          <a:p>
            <a:endParaRPr lang="en-CA" dirty="0"/>
          </a:p>
        </p:txBody>
      </p:sp>
      <p:sp>
        <p:nvSpPr>
          <p:cNvPr id="7" name="Slide Number Placeholder 6">
            <a:extLst>
              <a:ext uri="{FF2B5EF4-FFF2-40B4-BE49-F238E27FC236}">
                <a16:creationId xmlns:a16="http://schemas.microsoft.com/office/drawing/2014/main" id="{CC8A3F03-81C9-BCB4-563F-5B33EB2B58E3}"/>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76952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F0DB7-A45D-56A2-B857-D6348617ABD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58ABE79-FBDC-D892-4DD2-3C4BB0B51E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5925489-E292-0BA9-9A7E-5E5E50A8D16B}"/>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5" name="Footer Placeholder 4">
            <a:extLst>
              <a:ext uri="{FF2B5EF4-FFF2-40B4-BE49-F238E27FC236}">
                <a16:creationId xmlns:a16="http://schemas.microsoft.com/office/drawing/2014/main" id="{87DC0700-F401-7B3A-2605-00691B1EDD63}"/>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0D6ED651-12A0-A497-457D-9E2E3C60316F}"/>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1222217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23E8C8-19EA-B52F-3EAA-17FBD8CEF5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16FDE74-5599-1D19-A1A8-6FBEA965CE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567F6C4-5D8F-5DE8-6698-E8FF3BD5186D}"/>
              </a:ext>
            </a:extLst>
          </p:cNvPr>
          <p:cNvSpPr>
            <a:spLocks noGrp="1"/>
          </p:cNvSpPr>
          <p:nvPr>
            <p:ph type="dt" sz="half" idx="10"/>
          </p:nvPr>
        </p:nvSpPr>
        <p:spPr/>
        <p:txBody>
          <a:bodyPr/>
          <a:lstStyle/>
          <a:p>
            <a:fld id="{D1DF337F-0072-4353-AB48-C9ABE5500DB4}" type="datetimeFigureOut">
              <a:rPr lang="en-CA" smtClean="0"/>
              <a:t>19-Jan-26</a:t>
            </a:fld>
            <a:endParaRPr lang="en-CA" dirty="0"/>
          </a:p>
        </p:txBody>
      </p:sp>
      <p:sp>
        <p:nvSpPr>
          <p:cNvPr id="5" name="Footer Placeholder 4">
            <a:extLst>
              <a:ext uri="{FF2B5EF4-FFF2-40B4-BE49-F238E27FC236}">
                <a16:creationId xmlns:a16="http://schemas.microsoft.com/office/drawing/2014/main" id="{E177ADB5-B4FD-4F35-0886-B84975F5AFA8}"/>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66721AFF-56B8-3027-102E-7EED51698C48}"/>
              </a:ext>
            </a:extLst>
          </p:cNvPr>
          <p:cNvSpPr>
            <a:spLocks noGrp="1"/>
          </p:cNvSpPr>
          <p:nvPr>
            <p:ph type="sldNum" sz="quarter" idx="12"/>
          </p:nvPr>
        </p:nvSpPr>
        <p:spPr/>
        <p:txBody>
          <a:bodyPr/>
          <a:lstStyle/>
          <a:p>
            <a:fld id="{B4B5D0B4-A6B9-4F3C-9FA3-1F41728EDCEE}" type="slidenum">
              <a:rPr lang="en-CA" smtClean="0"/>
              <a:t>‹#›</a:t>
            </a:fld>
            <a:endParaRPr lang="en-CA" dirty="0"/>
          </a:p>
        </p:txBody>
      </p:sp>
    </p:spTree>
    <p:extLst>
      <p:ext uri="{BB962C8B-B14F-4D97-AF65-F5344CB8AC3E}">
        <p14:creationId xmlns:p14="http://schemas.microsoft.com/office/powerpoint/2010/main" val="3683271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12BAC2-7912-2581-BBC9-9A4BF279D0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FCD8861-D43F-78C1-1FBB-0067E25163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2AE73D6-F372-0221-BC90-27E8B80E98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DF337F-0072-4353-AB48-C9ABE5500DB4}" type="datetimeFigureOut">
              <a:rPr lang="en-CA" smtClean="0"/>
              <a:t>19-Jan-26</a:t>
            </a:fld>
            <a:endParaRPr lang="en-CA" dirty="0"/>
          </a:p>
        </p:txBody>
      </p:sp>
      <p:sp>
        <p:nvSpPr>
          <p:cNvPr id="5" name="Footer Placeholder 4">
            <a:extLst>
              <a:ext uri="{FF2B5EF4-FFF2-40B4-BE49-F238E27FC236}">
                <a16:creationId xmlns:a16="http://schemas.microsoft.com/office/drawing/2014/main" id="{7256137B-30EB-9E8E-14CB-99A3010D82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dirty="0"/>
          </a:p>
        </p:txBody>
      </p:sp>
      <p:sp>
        <p:nvSpPr>
          <p:cNvPr id="6" name="Slide Number Placeholder 5">
            <a:extLst>
              <a:ext uri="{FF2B5EF4-FFF2-40B4-BE49-F238E27FC236}">
                <a16:creationId xmlns:a16="http://schemas.microsoft.com/office/drawing/2014/main" id="{6CEAFD46-6D2C-A07C-26A9-FC2C5DA3F3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B5D0B4-A6B9-4F3C-9FA3-1F41728EDCEE}" type="slidenum">
              <a:rPr lang="en-CA" smtClean="0"/>
              <a:t>‹#›</a:t>
            </a:fld>
            <a:endParaRPr lang="en-CA" dirty="0"/>
          </a:p>
        </p:txBody>
      </p:sp>
    </p:spTree>
    <p:extLst>
      <p:ext uri="{BB962C8B-B14F-4D97-AF65-F5344CB8AC3E}">
        <p14:creationId xmlns:p14="http://schemas.microsoft.com/office/powerpoint/2010/main" val="832985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3C63-249E-5D31-DFD2-5C8879BCA163}"/>
              </a:ext>
            </a:extLst>
          </p:cNvPr>
          <p:cNvSpPr>
            <a:spLocks noGrp="1"/>
          </p:cNvSpPr>
          <p:nvPr>
            <p:ph type="ctrTitle"/>
          </p:nvPr>
        </p:nvSpPr>
        <p:spPr/>
        <p:txBody>
          <a:bodyPr/>
          <a:lstStyle/>
          <a:p>
            <a:r>
              <a:rPr lang="en-CA" noProof="0" dirty="0">
                <a:solidFill>
                  <a:srgbClr val="002060"/>
                </a:solidFill>
              </a:rPr>
              <a:t>ER DIAGRAMS - PRACTICE</a:t>
            </a:r>
          </a:p>
        </p:txBody>
      </p:sp>
      <p:sp>
        <p:nvSpPr>
          <p:cNvPr id="3" name="Subtitle 2">
            <a:extLst>
              <a:ext uri="{FF2B5EF4-FFF2-40B4-BE49-F238E27FC236}">
                <a16:creationId xmlns:a16="http://schemas.microsoft.com/office/drawing/2014/main" id="{137DCDBA-545E-AD28-7DD5-FB9031E204CF}"/>
              </a:ext>
            </a:extLst>
          </p:cNvPr>
          <p:cNvSpPr>
            <a:spLocks noGrp="1"/>
          </p:cNvSpPr>
          <p:nvPr>
            <p:ph type="subTitle" idx="1"/>
          </p:nvPr>
        </p:nvSpPr>
        <p:spPr/>
        <p:txBody>
          <a:bodyPr>
            <a:normAutofit lnSpcReduction="10000"/>
          </a:bodyPr>
          <a:lstStyle/>
          <a:p>
            <a:r>
              <a:rPr lang="en-CA" b="1" noProof="0" dirty="0"/>
              <a:t>ASHFI SHAH (TA)</a:t>
            </a:r>
          </a:p>
          <a:p>
            <a:r>
              <a:rPr lang="en-CA" noProof="0" dirty="0"/>
              <a:t>ON BEHALF OF MR. KAZI AMIT HASAN</a:t>
            </a:r>
          </a:p>
          <a:p>
            <a:r>
              <a:rPr lang="en-CA" noProof="0" dirty="0"/>
              <a:t>19 January 2026</a:t>
            </a:r>
          </a:p>
          <a:p>
            <a:r>
              <a:rPr lang="en-CA" noProof="0" dirty="0"/>
              <a:t>You can reach me at </a:t>
            </a:r>
            <a:r>
              <a:rPr lang="en-CA" noProof="0" dirty="0">
                <a:solidFill>
                  <a:srgbClr val="0070C0"/>
                </a:solidFill>
              </a:rPr>
              <a:t>ashfi.shah@queensu.ca</a:t>
            </a:r>
          </a:p>
        </p:txBody>
      </p:sp>
    </p:spTree>
    <p:extLst>
      <p:ext uri="{BB962C8B-B14F-4D97-AF65-F5344CB8AC3E}">
        <p14:creationId xmlns:p14="http://schemas.microsoft.com/office/powerpoint/2010/main" val="1291652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8326-ACAE-BE7D-A8CB-59DC8128B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A5ADC-110A-3645-9135-B4635FB3475C}"/>
              </a:ext>
            </a:extLst>
          </p:cNvPr>
          <p:cNvSpPr>
            <a:spLocks noGrp="1"/>
          </p:cNvSpPr>
          <p:nvPr>
            <p:ph type="title"/>
          </p:nvPr>
        </p:nvSpPr>
        <p:spPr/>
        <p:txBody>
          <a:bodyPr/>
          <a:lstStyle/>
          <a:p>
            <a:r>
              <a:rPr lang="en-CA" noProof="0" dirty="0">
                <a:solidFill>
                  <a:srgbClr val="002060"/>
                </a:solidFill>
              </a:rPr>
              <a:t>REVIEW OF ER DIAGRAMS (1/3)</a:t>
            </a:r>
          </a:p>
        </p:txBody>
      </p:sp>
      <p:sp>
        <p:nvSpPr>
          <p:cNvPr id="3" name="Content Placeholder 2">
            <a:extLst>
              <a:ext uri="{FF2B5EF4-FFF2-40B4-BE49-F238E27FC236}">
                <a16:creationId xmlns:a16="http://schemas.microsoft.com/office/drawing/2014/main" id="{4E11C2E4-26FE-34D5-A296-E23D53EBB8BF}"/>
              </a:ext>
            </a:extLst>
          </p:cNvPr>
          <p:cNvSpPr>
            <a:spLocks noGrp="1"/>
          </p:cNvSpPr>
          <p:nvPr>
            <p:ph idx="1"/>
          </p:nvPr>
        </p:nvSpPr>
        <p:spPr/>
        <p:txBody>
          <a:bodyPr/>
          <a:lstStyle/>
          <a:p>
            <a:r>
              <a:rPr lang="en-CA" noProof="0" dirty="0">
                <a:solidFill>
                  <a:srgbClr val="0070C0"/>
                </a:solidFill>
              </a:rPr>
              <a:t>Total Participation </a:t>
            </a:r>
            <a:r>
              <a:rPr lang="en-CA" noProof="0" dirty="0"/>
              <a:t>(opposed to </a:t>
            </a:r>
            <a:r>
              <a:rPr lang="en-CA" noProof="0" dirty="0">
                <a:solidFill>
                  <a:srgbClr val="0070C0"/>
                </a:solidFill>
              </a:rPr>
              <a:t>Partial Participation</a:t>
            </a:r>
            <a:r>
              <a:rPr lang="en-CA" noProof="0" dirty="0"/>
              <a:t>) is represented using </a:t>
            </a:r>
            <a:r>
              <a:rPr lang="en-CA" noProof="0" dirty="0">
                <a:solidFill>
                  <a:srgbClr val="C00000"/>
                </a:solidFill>
              </a:rPr>
              <a:t>double lines</a:t>
            </a:r>
          </a:p>
          <a:p>
            <a:pPr lvl="1"/>
            <a:r>
              <a:rPr lang="en-CA" noProof="0" dirty="0"/>
              <a:t>Total Participation implies it is required</a:t>
            </a:r>
          </a:p>
          <a:p>
            <a:r>
              <a:rPr lang="en-CA" dirty="0"/>
              <a:t>Example: For a purchase to occur, there must be a customer</a:t>
            </a:r>
            <a:endParaRPr lang="en-CA" noProof="0" dirty="0"/>
          </a:p>
        </p:txBody>
      </p:sp>
      <p:sp>
        <p:nvSpPr>
          <p:cNvPr id="4" name="TextBox 3">
            <a:extLst>
              <a:ext uri="{FF2B5EF4-FFF2-40B4-BE49-F238E27FC236}">
                <a16:creationId xmlns:a16="http://schemas.microsoft.com/office/drawing/2014/main" id="{A1CE15DA-F06F-516A-FA97-2D46ABF98DAB}"/>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 of 30</a:t>
            </a:r>
          </a:p>
          <a:p>
            <a:pPr algn="r"/>
            <a:r>
              <a:rPr lang="en-CA" noProof="0" dirty="0">
                <a:solidFill>
                  <a:srgbClr val="002060"/>
                </a:solidFill>
              </a:rPr>
              <a:t>19 January 2026</a:t>
            </a:r>
          </a:p>
        </p:txBody>
      </p:sp>
      <p:sp>
        <p:nvSpPr>
          <p:cNvPr id="5" name="Rectangle 4">
            <a:extLst>
              <a:ext uri="{FF2B5EF4-FFF2-40B4-BE49-F238E27FC236}">
                <a16:creationId xmlns:a16="http://schemas.microsoft.com/office/drawing/2014/main" id="{09CE6999-B632-B5D5-F40B-082118EB1E07}"/>
              </a:ext>
            </a:extLst>
          </p:cNvPr>
          <p:cNvSpPr/>
          <p:nvPr/>
        </p:nvSpPr>
        <p:spPr>
          <a:xfrm>
            <a:off x="1286256" y="5148073"/>
            <a:ext cx="2359152" cy="8503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Customer</a:t>
            </a:r>
            <a:endParaRPr lang="en-CA" sz="3200" dirty="0">
              <a:solidFill>
                <a:schemeClr val="tx1"/>
              </a:solidFill>
            </a:endParaRPr>
          </a:p>
        </p:txBody>
      </p:sp>
      <p:sp>
        <p:nvSpPr>
          <p:cNvPr id="6" name="Rectangle 5">
            <a:extLst>
              <a:ext uri="{FF2B5EF4-FFF2-40B4-BE49-F238E27FC236}">
                <a16:creationId xmlns:a16="http://schemas.microsoft.com/office/drawing/2014/main" id="{B940C6BA-A084-6D7F-E319-6DFD0FC3AABB}"/>
              </a:ext>
            </a:extLst>
          </p:cNvPr>
          <p:cNvSpPr/>
          <p:nvPr/>
        </p:nvSpPr>
        <p:spPr>
          <a:xfrm>
            <a:off x="7949184" y="5148073"/>
            <a:ext cx="2359152" cy="8503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Value ($)</a:t>
            </a:r>
            <a:endParaRPr lang="en-CA" sz="3200" dirty="0">
              <a:solidFill>
                <a:schemeClr val="tx1"/>
              </a:solidFill>
            </a:endParaRPr>
          </a:p>
        </p:txBody>
      </p:sp>
      <p:sp>
        <p:nvSpPr>
          <p:cNvPr id="7" name="Flowchart: Decision 6">
            <a:extLst>
              <a:ext uri="{FF2B5EF4-FFF2-40B4-BE49-F238E27FC236}">
                <a16:creationId xmlns:a16="http://schemas.microsoft.com/office/drawing/2014/main" id="{F46EB6A5-3C7F-60A9-32A0-1190ACF4AE59}"/>
              </a:ext>
            </a:extLst>
          </p:cNvPr>
          <p:cNvSpPr/>
          <p:nvPr/>
        </p:nvSpPr>
        <p:spPr>
          <a:xfrm>
            <a:off x="3867912" y="4059937"/>
            <a:ext cx="3858768" cy="1088136"/>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Purchase</a:t>
            </a:r>
            <a:endParaRPr lang="en-CA" sz="3200" dirty="0">
              <a:solidFill>
                <a:schemeClr val="tx1"/>
              </a:solidFill>
            </a:endParaRPr>
          </a:p>
        </p:txBody>
      </p:sp>
      <p:cxnSp>
        <p:nvCxnSpPr>
          <p:cNvPr id="9" name="Straight Connector 8">
            <a:extLst>
              <a:ext uri="{FF2B5EF4-FFF2-40B4-BE49-F238E27FC236}">
                <a16:creationId xmlns:a16="http://schemas.microsoft.com/office/drawing/2014/main" id="{D724C657-A75B-4F63-E011-045487DE6652}"/>
              </a:ext>
            </a:extLst>
          </p:cNvPr>
          <p:cNvCxnSpPr>
            <a:stCxn id="7" idx="1"/>
            <a:endCxn id="5" idx="0"/>
          </p:cNvCxnSpPr>
          <p:nvPr/>
        </p:nvCxnSpPr>
        <p:spPr>
          <a:xfrm flipH="1">
            <a:off x="2465832" y="4604005"/>
            <a:ext cx="1402080" cy="544068"/>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49C72A65-C207-7691-760C-2BCDCC1DB8C8}"/>
              </a:ext>
            </a:extLst>
          </p:cNvPr>
          <p:cNvCxnSpPr>
            <a:stCxn id="7" idx="3"/>
            <a:endCxn id="6" idx="0"/>
          </p:cNvCxnSpPr>
          <p:nvPr/>
        </p:nvCxnSpPr>
        <p:spPr>
          <a:xfrm>
            <a:off x="7726680" y="4604005"/>
            <a:ext cx="1402080" cy="54406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8518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89ABE-571C-8AE8-D2FB-A06519412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30489-460F-EE8F-38C3-DE2F914F6831}"/>
              </a:ext>
            </a:extLst>
          </p:cNvPr>
          <p:cNvSpPr>
            <a:spLocks noGrp="1"/>
          </p:cNvSpPr>
          <p:nvPr>
            <p:ph type="title"/>
          </p:nvPr>
        </p:nvSpPr>
        <p:spPr/>
        <p:txBody>
          <a:bodyPr/>
          <a:lstStyle/>
          <a:p>
            <a:r>
              <a:rPr lang="en-CA" noProof="0" dirty="0">
                <a:solidFill>
                  <a:srgbClr val="002060"/>
                </a:solidFill>
              </a:rPr>
              <a:t>REVIEW OF ER DIAGRAMS (2/3)</a:t>
            </a:r>
          </a:p>
        </p:txBody>
      </p:sp>
      <p:sp>
        <p:nvSpPr>
          <p:cNvPr id="3" name="Content Placeholder 2">
            <a:extLst>
              <a:ext uri="{FF2B5EF4-FFF2-40B4-BE49-F238E27FC236}">
                <a16:creationId xmlns:a16="http://schemas.microsoft.com/office/drawing/2014/main" id="{7FA20E0B-0427-7E88-1DD0-B797431A927C}"/>
              </a:ext>
            </a:extLst>
          </p:cNvPr>
          <p:cNvSpPr>
            <a:spLocks noGrp="1"/>
          </p:cNvSpPr>
          <p:nvPr>
            <p:ph idx="1"/>
          </p:nvPr>
        </p:nvSpPr>
        <p:spPr/>
        <p:txBody>
          <a:bodyPr/>
          <a:lstStyle/>
          <a:p>
            <a:r>
              <a:rPr lang="en-CA" noProof="0" dirty="0">
                <a:solidFill>
                  <a:srgbClr val="0070C0"/>
                </a:solidFill>
              </a:rPr>
              <a:t>Weak entities </a:t>
            </a:r>
            <a:r>
              <a:rPr lang="en-CA" noProof="0" dirty="0"/>
              <a:t>are those that are dependent on an association with a stronger entity (called </a:t>
            </a:r>
            <a:r>
              <a:rPr lang="en-CA" noProof="0" dirty="0">
                <a:solidFill>
                  <a:srgbClr val="0070C0"/>
                </a:solidFill>
              </a:rPr>
              <a:t>owner entity</a:t>
            </a:r>
            <a:r>
              <a:rPr lang="en-CA" noProof="0" dirty="0"/>
              <a:t>)</a:t>
            </a:r>
          </a:p>
          <a:p>
            <a:pPr lvl="1"/>
            <a:r>
              <a:rPr lang="en-CA" noProof="0" dirty="0"/>
              <a:t>They are represented by </a:t>
            </a:r>
            <a:r>
              <a:rPr lang="en-CA" noProof="0" dirty="0">
                <a:solidFill>
                  <a:srgbClr val="C00000"/>
                </a:solidFill>
              </a:rPr>
              <a:t>double rectangles</a:t>
            </a:r>
          </a:p>
          <a:p>
            <a:pPr lvl="1"/>
            <a:r>
              <a:rPr lang="en-CA" noProof="0" dirty="0"/>
              <a:t>Relationships that connect weak entities and owner entities are called </a:t>
            </a:r>
            <a:r>
              <a:rPr lang="en-CA" noProof="0" dirty="0">
                <a:solidFill>
                  <a:srgbClr val="0070C0"/>
                </a:solidFill>
              </a:rPr>
              <a:t>weak relations </a:t>
            </a:r>
            <a:r>
              <a:rPr lang="en-CA" noProof="0" dirty="0"/>
              <a:t>and are represented using </a:t>
            </a:r>
            <a:r>
              <a:rPr lang="en-CA" noProof="0" dirty="0">
                <a:solidFill>
                  <a:srgbClr val="C00000"/>
                </a:solidFill>
              </a:rPr>
              <a:t>double diamonds</a:t>
            </a:r>
          </a:p>
          <a:p>
            <a:r>
              <a:rPr lang="en-CA" dirty="0"/>
              <a:t>Example: A student’s accomplishments cannot exist if the student does not exist</a:t>
            </a:r>
            <a:endParaRPr lang="en-CA" noProof="0" dirty="0"/>
          </a:p>
          <a:p>
            <a:pPr lvl="1"/>
            <a:endParaRPr lang="en-CA" noProof="0" dirty="0"/>
          </a:p>
        </p:txBody>
      </p:sp>
      <p:sp>
        <p:nvSpPr>
          <p:cNvPr id="8" name="Rectangle 7">
            <a:extLst>
              <a:ext uri="{FF2B5EF4-FFF2-40B4-BE49-F238E27FC236}">
                <a16:creationId xmlns:a16="http://schemas.microsoft.com/office/drawing/2014/main" id="{83FE2C54-9EE1-A5AD-017D-A0457C1C9E6F}"/>
              </a:ext>
            </a:extLst>
          </p:cNvPr>
          <p:cNvSpPr/>
          <p:nvPr/>
        </p:nvSpPr>
        <p:spPr>
          <a:xfrm>
            <a:off x="838200" y="5461508"/>
            <a:ext cx="2359152" cy="8503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Student</a:t>
            </a:r>
            <a:endParaRPr lang="en-CA" sz="3200" dirty="0">
              <a:solidFill>
                <a:schemeClr val="tx1"/>
              </a:solidFill>
            </a:endParaRPr>
          </a:p>
        </p:txBody>
      </p:sp>
      <p:sp>
        <p:nvSpPr>
          <p:cNvPr id="9" name="Rectangle 8">
            <a:extLst>
              <a:ext uri="{FF2B5EF4-FFF2-40B4-BE49-F238E27FC236}">
                <a16:creationId xmlns:a16="http://schemas.microsoft.com/office/drawing/2014/main" id="{6816C1E6-0D7A-B4BB-4E65-F65DF99CCB3F}"/>
              </a:ext>
            </a:extLst>
          </p:cNvPr>
          <p:cNvSpPr/>
          <p:nvPr/>
        </p:nvSpPr>
        <p:spPr>
          <a:xfrm>
            <a:off x="9336024" y="5417091"/>
            <a:ext cx="2502408" cy="850392"/>
          </a:xfrm>
          <a:prstGeom prst="rect">
            <a:avLst/>
          </a:prstGeom>
          <a:solidFill>
            <a:schemeClr val="bg1"/>
          </a:solidFill>
          <a:ln w="38100" cmpd="db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Achievement</a:t>
            </a:r>
            <a:endParaRPr lang="en-CA" sz="3200" dirty="0">
              <a:solidFill>
                <a:schemeClr val="tx1"/>
              </a:solidFill>
            </a:endParaRPr>
          </a:p>
        </p:txBody>
      </p:sp>
      <p:sp>
        <p:nvSpPr>
          <p:cNvPr id="10" name="Flowchart: Decision 9">
            <a:extLst>
              <a:ext uri="{FF2B5EF4-FFF2-40B4-BE49-F238E27FC236}">
                <a16:creationId xmlns:a16="http://schemas.microsoft.com/office/drawing/2014/main" id="{AE44F1E6-B762-8710-75BA-05A21207DCF5}"/>
              </a:ext>
            </a:extLst>
          </p:cNvPr>
          <p:cNvSpPr/>
          <p:nvPr/>
        </p:nvSpPr>
        <p:spPr>
          <a:xfrm>
            <a:off x="3473196" y="4373372"/>
            <a:ext cx="5586984" cy="1088136"/>
          </a:xfrm>
          <a:prstGeom prst="flowChartDecision">
            <a:avLst/>
          </a:prstGeom>
          <a:solidFill>
            <a:schemeClr val="bg1"/>
          </a:solidFill>
          <a:ln w="38100" cmpd="db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Accomplished</a:t>
            </a:r>
            <a:endParaRPr lang="en-CA" sz="3200" dirty="0">
              <a:solidFill>
                <a:schemeClr val="tx1"/>
              </a:solidFill>
            </a:endParaRPr>
          </a:p>
        </p:txBody>
      </p:sp>
      <p:cxnSp>
        <p:nvCxnSpPr>
          <p:cNvPr id="12" name="Straight Connector 11">
            <a:extLst>
              <a:ext uri="{FF2B5EF4-FFF2-40B4-BE49-F238E27FC236}">
                <a16:creationId xmlns:a16="http://schemas.microsoft.com/office/drawing/2014/main" id="{93A0F2F4-E496-32EF-34FA-F895C6A1B121}"/>
              </a:ext>
            </a:extLst>
          </p:cNvPr>
          <p:cNvCxnSpPr>
            <a:cxnSpLocks/>
            <a:stCxn id="10" idx="3"/>
            <a:endCxn id="9" idx="0"/>
          </p:cNvCxnSpPr>
          <p:nvPr/>
        </p:nvCxnSpPr>
        <p:spPr>
          <a:xfrm>
            <a:off x="9060180" y="4917440"/>
            <a:ext cx="1527048" cy="499651"/>
          </a:xfrm>
          <a:prstGeom prst="line">
            <a:avLst/>
          </a:prstGeom>
          <a:ln w="38100" cmpd="dbl">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C246767-846A-E4CC-CF51-DC163EA145E5}"/>
              </a:ext>
            </a:extLst>
          </p:cNvPr>
          <p:cNvCxnSpPr>
            <a:stCxn id="10" idx="1"/>
            <a:endCxn id="8" idx="0"/>
          </p:cNvCxnSpPr>
          <p:nvPr/>
        </p:nvCxnSpPr>
        <p:spPr>
          <a:xfrm flipH="1">
            <a:off x="2017776" y="4917440"/>
            <a:ext cx="1455420" cy="544068"/>
          </a:xfrm>
          <a:prstGeom prst="line">
            <a:avLst/>
          </a:prstGeom>
        </p:spPr>
        <p:style>
          <a:lnRef idx="2">
            <a:schemeClr val="dk1"/>
          </a:lnRef>
          <a:fillRef idx="0">
            <a:schemeClr val="dk1"/>
          </a:fillRef>
          <a:effectRef idx="1">
            <a:schemeClr val="dk1"/>
          </a:effectRef>
          <a:fontRef idx="minor">
            <a:schemeClr val="tx1"/>
          </a:fontRef>
        </p:style>
      </p:cxnSp>
      <p:sp>
        <p:nvSpPr>
          <p:cNvPr id="5" name="TextBox 4">
            <a:extLst>
              <a:ext uri="{FF2B5EF4-FFF2-40B4-BE49-F238E27FC236}">
                <a16:creationId xmlns:a16="http://schemas.microsoft.com/office/drawing/2014/main" id="{39E54480-618E-2D26-3E8C-05C22A616B1C}"/>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3 of 30</a:t>
            </a:r>
          </a:p>
          <a:p>
            <a:pPr algn="r"/>
            <a:r>
              <a:rPr lang="en-CA" noProof="0" dirty="0">
                <a:solidFill>
                  <a:srgbClr val="002060"/>
                </a:solidFill>
              </a:rPr>
              <a:t>19 January 2026</a:t>
            </a:r>
          </a:p>
        </p:txBody>
      </p:sp>
    </p:spTree>
    <p:extLst>
      <p:ext uri="{BB962C8B-B14F-4D97-AF65-F5344CB8AC3E}">
        <p14:creationId xmlns:p14="http://schemas.microsoft.com/office/powerpoint/2010/main" val="3527471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7ED41-7F30-7C68-F9C4-2CD0BFEFD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62139-4190-616F-FE65-3C58EA59BFC4}"/>
              </a:ext>
            </a:extLst>
          </p:cNvPr>
          <p:cNvSpPr>
            <a:spLocks noGrp="1"/>
          </p:cNvSpPr>
          <p:nvPr>
            <p:ph type="title"/>
          </p:nvPr>
        </p:nvSpPr>
        <p:spPr/>
        <p:txBody>
          <a:bodyPr/>
          <a:lstStyle/>
          <a:p>
            <a:r>
              <a:rPr lang="en-CA" noProof="0" dirty="0">
                <a:solidFill>
                  <a:srgbClr val="002060"/>
                </a:solidFill>
              </a:rPr>
              <a:t>REVIEW OF ER DIAGRAMS (3/3)</a:t>
            </a:r>
          </a:p>
        </p:txBody>
      </p:sp>
      <p:sp>
        <p:nvSpPr>
          <p:cNvPr id="3" name="Content Placeholder 2">
            <a:extLst>
              <a:ext uri="{FF2B5EF4-FFF2-40B4-BE49-F238E27FC236}">
                <a16:creationId xmlns:a16="http://schemas.microsoft.com/office/drawing/2014/main" id="{CF8BED71-B959-BB69-000D-A39B584C08D0}"/>
              </a:ext>
            </a:extLst>
          </p:cNvPr>
          <p:cNvSpPr>
            <a:spLocks noGrp="1"/>
          </p:cNvSpPr>
          <p:nvPr>
            <p:ph idx="1"/>
          </p:nvPr>
        </p:nvSpPr>
        <p:spPr/>
        <p:txBody>
          <a:bodyPr/>
          <a:lstStyle/>
          <a:p>
            <a:r>
              <a:rPr lang="en-CA" noProof="0" dirty="0"/>
              <a:t>Entities may have </a:t>
            </a:r>
            <a:r>
              <a:rPr lang="en-CA" noProof="0" dirty="0">
                <a:solidFill>
                  <a:srgbClr val="0070C0"/>
                </a:solidFill>
              </a:rPr>
              <a:t>specialisation</a:t>
            </a:r>
            <a:r>
              <a:rPr lang="en-CA" noProof="0" dirty="0"/>
              <a:t> where an entity (</a:t>
            </a:r>
            <a:r>
              <a:rPr lang="en-CA" noProof="0" dirty="0">
                <a:solidFill>
                  <a:srgbClr val="0070C0"/>
                </a:solidFill>
              </a:rPr>
              <a:t>superclass</a:t>
            </a:r>
            <a:r>
              <a:rPr lang="en-CA" noProof="0" dirty="0"/>
              <a:t>) is divided into </a:t>
            </a:r>
            <a:r>
              <a:rPr lang="en-CA" noProof="0" dirty="0">
                <a:solidFill>
                  <a:srgbClr val="0070C0"/>
                </a:solidFill>
              </a:rPr>
              <a:t>subclasses </a:t>
            </a:r>
            <a:r>
              <a:rPr lang="en-CA" noProof="0" dirty="0"/>
              <a:t>entities</a:t>
            </a:r>
          </a:p>
          <a:p>
            <a:pPr lvl="1"/>
            <a:r>
              <a:rPr lang="en-CA" noProof="0" dirty="0"/>
              <a:t>Represented with a </a:t>
            </a:r>
            <a:r>
              <a:rPr lang="en-CA" noProof="0" dirty="0">
                <a:solidFill>
                  <a:srgbClr val="C00000"/>
                </a:solidFill>
              </a:rPr>
              <a:t>smaller shape and an U</a:t>
            </a:r>
          </a:p>
          <a:p>
            <a:pPr lvl="1"/>
            <a:r>
              <a:rPr lang="en-CA" noProof="0" dirty="0"/>
              <a:t>Example: Secretaries, Technicians, and Engineers are all employees</a:t>
            </a:r>
          </a:p>
          <a:p>
            <a:pPr lvl="1"/>
            <a:endParaRPr lang="en-CA" noProof="0" dirty="0"/>
          </a:p>
        </p:txBody>
      </p:sp>
      <p:pic>
        <p:nvPicPr>
          <p:cNvPr id="6" name="Picture 5">
            <a:extLst>
              <a:ext uri="{FF2B5EF4-FFF2-40B4-BE49-F238E27FC236}">
                <a16:creationId xmlns:a16="http://schemas.microsoft.com/office/drawing/2014/main" id="{1196BBCF-D092-B142-4CBE-C2AB6695B110}"/>
              </a:ext>
            </a:extLst>
          </p:cNvPr>
          <p:cNvPicPr>
            <a:picLocks noChangeAspect="1"/>
          </p:cNvPicPr>
          <p:nvPr/>
        </p:nvPicPr>
        <p:blipFill>
          <a:blip r:embed="rId2"/>
          <a:srcRect t="6793"/>
          <a:stretch>
            <a:fillRect/>
          </a:stretch>
        </p:blipFill>
        <p:spPr>
          <a:xfrm>
            <a:off x="3217567" y="3729774"/>
            <a:ext cx="5756866" cy="2447189"/>
          </a:xfrm>
          <a:prstGeom prst="rect">
            <a:avLst/>
          </a:prstGeom>
        </p:spPr>
      </p:pic>
      <p:sp>
        <p:nvSpPr>
          <p:cNvPr id="5" name="TextBox 4">
            <a:extLst>
              <a:ext uri="{FF2B5EF4-FFF2-40B4-BE49-F238E27FC236}">
                <a16:creationId xmlns:a16="http://schemas.microsoft.com/office/drawing/2014/main" id="{066FA8D4-5047-7BBE-CF65-88550D3E6318}"/>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4 of 30</a:t>
            </a:r>
          </a:p>
          <a:p>
            <a:pPr algn="r"/>
            <a:r>
              <a:rPr lang="en-CA" noProof="0" dirty="0">
                <a:solidFill>
                  <a:srgbClr val="002060"/>
                </a:solidFill>
              </a:rPr>
              <a:t>19 January 2026</a:t>
            </a:r>
          </a:p>
        </p:txBody>
      </p:sp>
    </p:spTree>
    <p:extLst>
      <p:ext uri="{BB962C8B-B14F-4D97-AF65-F5344CB8AC3E}">
        <p14:creationId xmlns:p14="http://schemas.microsoft.com/office/powerpoint/2010/main" val="3413008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99408-1C5D-11F7-A748-F293BE6753BD}"/>
              </a:ext>
            </a:extLst>
          </p:cNvPr>
          <p:cNvSpPr>
            <a:spLocks noGrp="1"/>
          </p:cNvSpPr>
          <p:nvPr>
            <p:ph type="title"/>
          </p:nvPr>
        </p:nvSpPr>
        <p:spPr/>
        <p:txBody>
          <a:bodyPr/>
          <a:lstStyle/>
          <a:p>
            <a:r>
              <a:rPr lang="en-CA" noProof="0" dirty="0">
                <a:solidFill>
                  <a:srgbClr val="002060"/>
                </a:solidFill>
              </a:rPr>
              <a:t>ER DIAGRAM STEPS</a:t>
            </a:r>
          </a:p>
        </p:txBody>
      </p:sp>
      <p:sp>
        <p:nvSpPr>
          <p:cNvPr id="3" name="Content Placeholder 2">
            <a:extLst>
              <a:ext uri="{FF2B5EF4-FFF2-40B4-BE49-F238E27FC236}">
                <a16:creationId xmlns:a16="http://schemas.microsoft.com/office/drawing/2014/main" id="{770AF70C-90F6-15C4-519D-EE17D327450F}"/>
              </a:ext>
            </a:extLst>
          </p:cNvPr>
          <p:cNvSpPr>
            <a:spLocks noGrp="1"/>
          </p:cNvSpPr>
          <p:nvPr>
            <p:ph idx="1"/>
          </p:nvPr>
        </p:nvSpPr>
        <p:spPr/>
        <p:txBody>
          <a:bodyPr/>
          <a:lstStyle/>
          <a:p>
            <a:pPr marL="0" indent="0">
              <a:buNone/>
            </a:pPr>
            <a:r>
              <a:rPr lang="en-CA" noProof="0" dirty="0"/>
              <a:t>Recall the method for making ER Diagrams:</a:t>
            </a:r>
          </a:p>
          <a:p>
            <a:pPr marL="514350" indent="-514350">
              <a:buFont typeface="+mj-lt"/>
              <a:buAutoNum type="arabicPeriod"/>
            </a:pPr>
            <a:r>
              <a:rPr lang="en-CA" noProof="0" dirty="0"/>
              <a:t>Read the problem</a:t>
            </a:r>
          </a:p>
          <a:p>
            <a:pPr marL="514350" indent="-514350">
              <a:buFont typeface="+mj-lt"/>
              <a:buAutoNum type="arabicPeriod"/>
            </a:pPr>
            <a:r>
              <a:rPr lang="en-CA" noProof="0" dirty="0">
                <a:solidFill>
                  <a:srgbClr val="0070C0"/>
                </a:solidFill>
              </a:rPr>
              <a:t>Identify the entity sets</a:t>
            </a:r>
          </a:p>
          <a:p>
            <a:pPr marL="514350" indent="-514350">
              <a:buFont typeface="+mj-lt"/>
              <a:buAutoNum type="arabicPeriod"/>
            </a:pPr>
            <a:r>
              <a:rPr lang="en-CA" noProof="0" dirty="0">
                <a:solidFill>
                  <a:srgbClr val="C00000"/>
                </a:solidFill>
              </a:rPr>
              <a:t>Identify the relevant attributes</a:t>
            </a:r>
          </a:p>
          <a:p>
            <a:pPr marL="514350" indent="-514350">
              <a:buFont typeface="+mj-lt"/>
              <a:buAutoNum type="arabicPeriod"/>
            </a:pPr>
            <a:r>
              <a:rPr lang="en-CA" noProof="0" dirty="0">
                <a:solidFill>
                  <a:schemeClr val="accent3"/>
                </a:solidFill>
              </a:rPr>
              <a:t>Identify the primary keys (and any other keys)</a:t>
            </a:r>
          </a:p>
          <a:p>
            <a:pPr marL="514350" indent="-514350">
              <a:buFont typeface="+mj-lt"/>
              <a:buAutoNum type="arabicPeriod"/>
            </a:pPr>
            <a:r>
              <a:rPr lang="en-CA" noProof="0" dirty="0">
                <a:solidFill>
                  <a:srgbClr val="7030A0"/>
                </a:solidFill>
              </a:rPr>
              <a:t>Identify the relationships</a:t>
            </a:r>
          </a:p>
          <a:p>
            <a:pPr marL="514350" indent="-514350">
              <a:buFont typeface="+mj-lt"/>
              <a:buAutoNum type="arabicPeriod"/>
            </a:pPr>
            <a:r>
              <a:rPr lang="en-CA" noProof="0" dirty="0">
                <a:solidFill>
                  <a:srgbClr val="002060"/>
                </a:solidFill>
              </a:rPr>
              <a:t>Complete the diagram</a:t>
            </a:r>
          </a:p>
        </p:txBody>
      </p:sp>
      <p:sp>
        <p:nvSpPr>
          <p:cNvPr id="5" name="TextBox 4">
            <a:extLst>
              <a:ext uri="{FF2B5EF4-FFF2-40B4-BE49-F238E27FC236}">
                <a16:creationId xmlns:a16="http://schemas.microsoft.com/office/drawing/2014/main" id="{DCECE083-072C-EF89-B3D8-21FB4898AC45}"/>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5 of 30</a:t>
            </a:r>
          </a:p>
          <a:p>
            <a:pPr algn="r"/>
            <a:r>
              <a:rPr lang="en-CA" noProof="0" dirty="0">
                <a:solidFill>
                  <a:srgbClr val="002060"/>
                </a:solidFill>
              </a:rPr>
              <a:t>19 January 2026</a:t>
            </a:r>
          </a:p>
        </p:txBody>
      </p:sp>
    </p:spTree>
    <p:extLst>
      <p:ext uri="{BB962C8B-B14F-4D97-AF65-F5344CB8AC3E}">
        <p14:creationId xmlns:p14="http://schemas.microsoft.com/office/powerpoint/2010/main" val="2658138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8CACF-B680-16BA-BEA4-B1C1D050B05E}"/>
              </a:ext>
            </a:extLst>
          </p:cNvPr>
          <p:cNvSpPr>
            <a:spLocks noGrp="1"/>
          </p:cNvSpPr>
          <p:nvPr>
            <p:ph type="title"/>
          </p:nvPr>
        </p:nvSpPr>
        <p:spPr/>
        <p:txBody>
          <a:bodyPr/>
          <a:lstStyle/>
          <a:p>
            <a:r>
              <a:rPr lang="en-CA" noProof="0" dirty="0">
                <a:solidFill>
                  <a:srgbClr val="002060"/>
                </a:solidFill>
              </a:rPr>
              <a:t>TODAY’S PROBLEM</a:t>
            </a:r>
          </a:p>
        </p:txBody>
      </p:sp>
      <p:sp>
        <p:nvSpPr>
          <p:cNvPr id="3" name="Content Placeholder 2">
            <a:extLst>
              <a:ext uri="{FF2B5EF4-FFF2-40B4-BE49-F238E27FC236}">
                <a16:creationId xmlns:a16="http://schemas.microsoft.com/office/drawing/2014/main" id="{72B57939-4746-EE98-01AC-6CCC161795D2}"/>
              </a:ext>
            </a:extLst>
          </p:cNvPr>
          <p:cNvSpPr>
            <a:spLocks noGrp="1"/>
          </p:cNvSpPr>
          <p:nvPr>
            <p:ph idx="1"/>
          </p:nvPr>
        </p:nvSpPr>
        <p:spPr>
          <a:xfrm>
            <a:off x="838200" y="1428108"/>
            <a:ext cx="10515600" cy="5429891"/>
          </a:xfrm>
        </p:spPr>
        <p:txBody>
          <a:bodyPr>
            <a:normAutofit lnSpcReduction="10000"/>
          </a:bodyPr>
          <a:lstStyle/>
          <a:p>
            <a:r>
              <a:rPr lang="en-CA" sz="2000" noProof="0" dirty="0"/>
              <a:t>The Eldercare Retirement home wishes to store information about their residents including their names, ages, date of birth, OHIP numbers and the names and the relationship to the resident of their emergency contacts. Many of the residents in Eldercare are married couples. We should note these relationships in the database.  Rooms are numbered 1-35. Each room is one of single, double or triple occupancy.  Each room has a unique phone number. All residents are assigned to a room.</a:t>
            </a:r>
          </a:p>
          <a:p>
            <a:r>
              <a:rPr lang="en-CA" sz="2000" noProof="0" dirty="0"/>
              <a:t>A number of people work at Eldercare.  Nurses are identified by a unique ID and have a single rank (RN, RNA etc.), a name and an address.  Nurses also have a work schedule that indicates the date of their shift, the start time and the end time.  A nurse would not be assigned two shifts on the same date.</a:t>
            </a:r>
          </a:p>
          <a:p>
            <a:r>
              <a:rPr lang="en-CA" sz="2000" noProof="0" dirty="0"/>
              <a:t>Eldercare employs a number of doctors each with different types of specialties (a doctor may be more than one type of specialist).  A doctor has an employee ID, a name and an address and one or more phone numbers where they can be reached.</a:t>
            </a:r>
          </a:p>
          <a:p>
            <a:r>
              <a:rPr lang="en-CA" sz="2000" noProof="0" dirty="0"/>
              <a:t>Residents are treated by one or more Eldercare doctors but all residents have a single primary care doctor.</a:t>
            </a:r>
          </a:p>
          <a:p>
            <a:r>
              <a:rPr lang="en-CA" sz="2000" noProof="0" dirty="0"/>
              <a:t>Eldercare has a staff of "helpers" and each has an employee ID, a name and an address.  We'd also like to keep track of how long the helper has been working at Eldercare.  Helpers are assigned to help specific patients and each resident is assigned exactly one helper.</a:t>
            </a:r>
          </a:p>
        </p:txBody>
      </p:sp>
      <p:sp>
        <p:nvSpPr>
          <p:cNvPr id="5" name="TextBox 4">
            <a:extLst>
              <a:ext uri="{FF2B5EF4-FFF2-40B4-BE49-F238E27FC236}">
                <a16:creationId xmlns:a16="http://schemas.microsoft.com/office/drawing/2014/main" id="{6B022AE2-2C20-F96E-B8C6-FB8CD6547131}"/>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6 of 30</a:t>
            </a:r>
          </a:p>
          <a:p>
            <a:pPr algn="r"/>
            <a:r>
              <a:rPr lang="en-CA" noProof="0" dirty="0">
                <a:solidFill>
                  <a:srgbClr val="002060"/>
                </a:solidFill>
              </a:rPr>
              <a:t>19 January 2026</a:t>
            </a:r>
          </a:p>
        </p:txBody>
      </p:sp>
    </p:spTree>
    <p:extLst>
      <p:ext uri="{BB962C8B-B14F-4D97-AF65-F5344CB8AC3E}">
        <p14:creationId xmlns:p14="http://schemas.microsoft.com/office/powerpoint/2010/main" val="778437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D2277-DB37-8878-3742-95A485861428}"/>
              </a:ext>
            </a:extLst>
          </p:cNvPr>
          <p:cNvSpPr>
            <a:spLocks noGrp="1"/>
          </p:cNvSpPr>
          <p:nvPr>
            <p:ph type="title"/>
          </p:nvPr>
        </p:nvSpPr>
        <p:spPr/>
        <p:txBody>
          <a:bodyPr/>
          <a:lstStyle/>
          <a:p>
            <a:r>
              <a:rPr lang="en-CA" noProof="0" dirty="0">
                <a:solidFill>
                  <a:srgbClr val="0070C0"/>
                </a:solidFill>
              </a:rPr>
              <a:t>LET’S LOOK FOR ENTITIES</a:t>
            </a:r>
          </a:p>
        </p:txBody>
      </p:sp>
      <p:sp>
        <p:nvSpPr>
          <p:cNvPr id="3" name="Content Placeholder 2">
            <a:extLst>
              <a:ext uri="{FF2B5EF4-FFF2-40B4-BE49-F238E27FC236}">
                <a16:creationId xmlns:a16="http://schemas.microsoft.com/office/drawing/2014/main" id="{D35AA534-89B8-74AF-3A68-21EC84561D12}"/>
              </a:ext>
            </a:extLst>
          </p:cNvPr>
          <p:cNvSpPr>
            <a:spLocks noGrp="1"/>
          </p:cNvSpPr>
          <p:nvPr>
            <p:ph idx="1"/>
          </p:nvPr>
        </p:nvSpPr>
        <p:spPr/>
        <p:txBody>
          <a:bodyPr/>
          <a:lstStyle/>
          <a:p>
            <a:r>
              <a:rPr lang="en-CA" noProof="0" dirty="0"/>
              <a:t>Residents</a:t>
            </a:r>
          </a:p>
          <a:p>
            <a:r>
              <a:rPr lang="en-CA" noProof="0" dirty="0"/>
              <a:t>Emergency Contacts</a:t>
            </a:r>
          </a:p>
          <a:p>
            <a:r>
              <a:rPr lang="en-CA" noProof="0" dirty="0"/>
              <a:t>Rooms</a:t>
            </a:r>
          </a:p>
          <a:p>
            <a:r>
              <a:rPr lang="en-CA" noProof="0" dirty="0"/>
              <a:t>Nurses</a:t>
            </a:r>
          </a:p>
          <a:p>
            <a:r>
              <a:rPr lang="en-CA" noProof="0" dirty="0"/>
              <a:t>Shifts (“Work Schedules”)</a:t>
            </a:r>
          </a:p>
          <a:p>
            <a:r>
              <a:rPr lang="en-CA" noProof="0" dirty="0"/>
              <a:t>Doctors</a:t>
            </a:r>
          </a:p>
          <a:p>
            <a:r>
              <a:rPr lang="en-CA" noProof="0" dirty="0"/>
              <a:t>Assistants (“Helpers”)</a:t>
            </a:r>
          </a:p>
          <a:p>
            <a:endParaRPr lang="en-CA" noProof="0" dirty="0"/>
          </a:p>
          <a:p>
            <a:endParaRPr lang="en-CA" noProof="0" dirty="0"/>
          </a:p>
        </p:txBody>
      </p:sp>
      <p:sp>
        <p:nvSpPr>
          <p:cNvPr id="5" name="TextBox 4">
            <a:extLst>
              <a:ext uri="{FF2B5EF4-FFF2-40B4-BE49-F238E27FC236}">
                <a16:creationId xmlns:a16="http://schemas.microsoft.com/office/drawing/2014/main" id="{07BEE2C3-EB36-67D3-8F54-91E203450586}"/>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7 of 30</a:t>
            </a:r>
          </a:p>
          <a:p>
            <a:pPr algn="r"/>
            <a:r>
              <a:rPr lang="en-CA" noProof="0" dirty="0">
                <a:solidFill>
                  <a:srgbClr val="002060"/>
                </a:solidFill>
              </a:rPr>
              <a:t>19 January 2026</a:t>
            </a:r>
          </a:p>
        </p:txBody>
      </p:sp>
    </p:spTree>
    <p:extLst>
      <p:ext uri="{BB962C8B-B14F-4D97-AF65-F5344CB8AC3E}">
        <p14:creationId xmlns:p14="http://schemas.microsoft.com/office/powerpoint/2010/main" val="397043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42CF0-BE37-3F5A-D3BC-1741D577C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E52F7-FC1E-F40E-E42A-FE34FD6181B1}"/>
              </a:ext>
            </a:extLst>
          </p:cNvPr>
          <p:cNvSpPr>
            <a:spLocks noGrp="1"/>
          </p:cNvSpPr>
          <p:nvPr>
            <p:ph type="title"/>
          </p:nvPr>
        </p:nvSpPr>
        <p:spPr/>
        <p:txBody>
          <a:bodyPr/>
          <a:lstStyle/>
          <a:p>
            <a:r>
              <a:rPr lang="en-CA" noProof="0" dirty="0">
                <a:solidFill>
                  <a:srgbClr val="C00000"/>
                </a:solidFill>
              </a:rPr>
              <a:t>NOW LOOK FOR ATTRIBUTES</a:t>
            </a:r>
          </a:p>
        </p:txBody>
      </p:sp>
      <p:sp>
        <p:nvSpPr>
          <p:cNvPr id="3" name="Content Placeholder 2">
            <a:extLst>
              <a:ext uri="{FF2B5EF4-FFF2-40B4-BE49-F238E27FC236}">
                <a16:creationId xmlns:a16="http://schemas.microsoft.com/office/drawing/2014/main" id="{A72B619A-B372-812B-E869-2DCB2D9C5915}"/>
              </a:ext>
            </a:extLst>
          </p:cNvPr>
          <p:cNvSpPr>
            <a:spLocks noGrp="1"/>
          </p:cNvSpPr>
          <p:nvPr>
            <p:ph idx="1"/>
          </p:nvPr>
        </p:nvSpPr>
        <p:spPr>
          <a:xfrm>
            <a:off x="838200" y="1428108"/>
            <a:ext cx="10515600" cy="5429891"/>
          </a:xfrm>
        </p:spPr>
        <p:txBody>
          <a:bodyPr>
            <a:normAutofit lnSpcReduction="10000"/>
          </a:bodyPr>
          <a:lstStyle/>
          <a:p>
            <a:r>
              <a:rPr lang="en-CA" sz="2000" noProof="0" dirty="0"/>
              <a:t>The Eldercare Retirement home wishes to store information about their </a:t>
            </a:r>
            <a:r>
              <a:rPr lang="en-CA" sz="2000" b="1" noProof="0" dirty="0">
                <a:solidFill>
                  <a:srgbClr val="0070C0"/>
                </a:solidFill>
              </a:rPr>
              <a:t>residents</a:t>
            </a:r>
            <a:r>
              <a:rPr lang="en-CA" sz="2000" noProof="0" dirty="0"/>
              <a:t> including their </a:t>
            </a:r>
            <a:r>
              <a:rPr lang="en-CA" sz="2000" b="1" noProof="0" dirty="0">
                <a:solidFill>
                  <a:srgbClr val="C00000"/>
                </a:solidFill>
              </a:rPr>
              <a:t>names</a:t>
            </a:r>
            <a:r>
              <a:rPr lang="en-CA" sz="2000" noProof="0" dirty="0">
                <a:solidFill>
                  <a:srgbClr val="C00000"/>
                </a:solidFill>
              </a:rPr>
              <a:t>, </a:t>
            </a:r>
            <a:r>
              <a:rPr lang="en-CA" sz="2000" b="1" noProof="0" dirty="0">
                <a:solidFill>
                  <a:srgbClr val="C00000"/>
                </a:solidFill>
              </a:rPr>
              <a:t>ages</a:t>
            </a:r>
            <a:r>
              <a:rPr lang="en-CA" sz="2000" noProof="0" dirty="0">
                <a:solidFill>
                  <a:srgbClr val="C00000"/>
                </a:solidFill>
              </a:rPr>
              <a:t>, </a:t>
            </a:r>
            <a:r>
              <a:rPr lang="en-CA" sz="2000" b="1" noProof="0" dirty="0">
                <a:solidFill>
                  <a:srgbClr val="C00000"/>
                </a:solidFill>
              </a:rPr>
              <a:t>date of birth</a:t>
            </a:r>
            <a:r>
              <a:rPr lang="en-CA" sz="2000" noProof="0" dirty="0">
                <a:solidFill>
                  <a:srgbClr val="C00000"/>
                </a:solidFill>
              </a:rPr>
              <a:t>, </a:t>
            </a:r>
            <a:r>
              <a:rPr lang="en-CA" sz="2000" b="1" noProof="0" dirty="0">
                <a:solidFill>
                  <a:srgbClr val="C00000"/>
                </a:solidFill>
              </a:rPr>
              <a:t>OHIP numbers </a:t>
            </a:r>
            <a:r>
              <a:rPr lang="en-CA" sz="2000" noProof="0" dirty="0"/>
              <a:t>and the </a:t>
            </a:r>
            <a:r>
              <a:rPr lang="en-CA" sz="2000" b="1" noProof="0" dirty="0">
                <a:solidFill>
                  <a:srgbClr val="C00000"/>
                </a:solidFill>
              </a:rPr>
              <a:t>names</a:t>
            </a:r>
            <a:r>
              <a:rPr lang="en-CA" sz="2000" noProof="0" dirty="0">
                <a:solidFill>
                  <a:srgbClr val="C00000"/>
                </a:solidFill>
              </a:rPr>
              <a:t> </a:t>
            </a:r>
            <a:r>
              <a:rPr lang="en-CA" sz="2000" noProof="0" dirty="0"/>
              <a:t>and the </a:t>
            </a:r>
            <a:r>
              <a:rPr lang="en-CA" sz="2000" b="1" noProof="0" dirty="0">
                <a:solidFill>
                  <a:srgbClr val="C00000"/>
                </a:solidFill>
              </a:rPr>
              <a:t>relationship</a:t>
            </a:r>
            <a:r>
              <a:rPr lang="en-CA" sz="2000" noProof="0" dirty="0"/>
              <a:t> to the resident of their </a:t>
            </a:r>
            <a:r>
              <a:rPr lang="en-CA" sz="2000" b="1" noProof="0" dirty="0">
                <a:solidFill>
                  <a:srgbClr val="0070C0"/>
                </a:solidFill>
              </a:rPr>
              <a:t>emergency contacts</a:t>
            </a:r>
            <a:r>
              <a:rPr lang="en-CA" sz="2000" noProof="0" dirty="0"/>
              <a:t>. Many of the residents in Eldercare are </a:t>
            </a:r>
            <a:r>
              <a:rPr lang="en-CA" sz="2000" b="1" noProof="0" dirty="0"/>
              <a:t>married couples</a:t>
            </a:r>
            <a:r>
              <a:rPr lang="en-CA" sz="2000" noProof="0" dirty="0"/>
              <a:t>. We should note these relationships in the database.  </a:t>
            </a:r>
            <a:r>
              <a:rPr lang="en-CA" sz="2000" b="1" noProof="0" dirty="0">
                <a:solidFill>
                  <a:srgbClr val="0070C0"/>
                </a:solidFill>
              </a:rPr>
              <a:t>Rooms</a:t>
            </a:r>
            <a:r>
              <a:rPr lang="en-CA" sz="2000" b="1" noProof="0" dirty="0"/>
              <a:t> </a:t>
            </a:r>
            <a:r>
              <a:rPr lang="en-CA" sz="2000" noProof="0" dirty="0"/>
              <a:t>are </a:t>
            </a:r>
            <a:r>
              <a:rPr lang="en-CA" sz="2000" b="1" noProof="0" dirty="0">
                <a:solidFill>
                  <a:srgbClr val="C00000"/>
                </a:solidFill>
              </a:rPr>
              <a:t>numbered</a:t>
            </a:r>
            <a:r>
              <a:rPr lang="en-CA" sz="2000" b="1" noProof="0" dirty="0"/>
              <a:t> </a:t>
            </a:r>
            <a:r>
              <a:rPr lang="en-CA" sz="2000" noProof="0" dirty="0"/>
              <a:t>1-35. Each room is one of single, double or triple </a:t>
            </a:r>
            <a:r>
              <a:rPr lang="en-CA" sz="2000" b="1" noProof="0" dirty="0">
                <a:solidFill>
                  <a:srgbClr val="C00000"/>
                </a:solidFill>
              </a:rPr>
              <a:t>occupancy</a:t>
            </a:r>
            <a:r>
              <a:rPr lang="en-CA" sz="2000" noProof="0" dirty="0"/>
              <a:t>.  Each room has a </a:t>
            </a:r>
            <a:r>
              <a:rPr lang="en-CA" sz="2000" b="1" noProof="0" dirty="0">
                <a:solidFill>
                  <a:srgbClr val="C00000"/>
                </a:solidFill>
              </a:rPr>
              <a:t>unique phone number</a:t>
            </a:r>
            <a:r>
              <a:rPr lang="en-CA" sz="2000" noProof="0" dirty="0"/>
              <a:t>. All </a:t>
            </a:r>
            <a:r>
              <a:rPr lang="en-CA" sz="2000" b="1" noProof="0" dirty="0"/>
              <a:t>residents are assigned to a room</a:t>
            </a:r>
            <a:r>
              <a:rPr lang="en-CA" sz="2000" noProof="0" dirty="0"/>
              <a:t>.</a:t>
            </a:r>
          </a:p>
          <a:p>
            <a:r>
              <a:rPr lang="en-CA" sz="2000" noProof="0" dirty="0"/>
              <a:t>A number of people work at Eldercare.  </a:t>
            </a:r>
            <a:r>
              <a:rPr lang="en-CA" sz="2000" b="1" noProof="0" dirty="0">
                <a:solidFill>
                  <a:srgbClr val="0070C0"/>
                </a:solidFill>
              </a:rPr>
              <a:t>Nurses</a:t>
            </a:r>
            <a:r>
              <a:rPr lang="en-CA" sz="2000" noProof="0" dirty="0"/>
              <a:t> are identified by a unique </a:t>
            </a:r>
            <a:r>
              <a:rPr lang="en-CA" sz="2000" b="1" noProof="0" dirty="0">
                <a:solidFill>
                  <a:srgbClr val="C00000"/>
                </a:solidFill>
              </a:rPr>
              <a:t>ID</a:t>
            </a:r>
            <a:r>
              <a:rPr lang="en-CA" sz="2000" noProof="0" dirty="0"/>
              <a:t> and have a single </a:t>
            </a:r>
            <a:r>
              <a:rPr lang="en-CA" sz="2000" b="1" noProof="0" dirty="0">
                <a:solidFill>
                  <a:srgbClr val="C00000"/>
                </a:solidFill>
              </a:rPr>
              <a:t>rank</a:t>
            </a:r>
            <a:r>
              <a:rPr lang="en-CA" sz="2000" noProof="0" dirty="0"/>
              <a:t> (RN, RNA etc.), a </a:t>
            </a:r>
            <a:r>
              <a:rPr lang="en-CA" sz="2000" b="1" noProof="0" dirty="0">
                <a:solidFill>
                  <a:srgbClr val="C00000"/>
                </a:solidFill>
              </a:rPr>
              <a:t>name</a:t>
            </a:r>
            <a:r>
              <a:rPr lang="en-CA" sz="2000" b="1" noProof="0" dirty="0"/>
              <a:t> </a:t>
            </a:r>
            <a:r>
              <a:rPr lang="en-CA" sz="2000" noProof="0" dirty="0"/>
              <a:t>and an </a:t>
            </a:r>
            <a:r>
              <a:rPr lang="en-CA" sz="2000" b="1" noProof="0" dirty="0">
                <a:solidFill>
                  <a:srgbClr val="C00000"/>
                </a:solidFill>
              </a:rPr>
              <a:t>address</a:t>
            </a:r>
            <a:r>
              <a:rPr lang="en-CA" sz="2000" noProof="0" dirty="0"/>
              <a:t>.  Nurses also </a:t>
            </a:r>
            <a:r>
              <a:rPr lang="en-CA" sz="2000" b="1" noProof="0" dirty="0"/>
              <a:t>have</a:t>
            </a:r>
            <a:r>
              <a:rPr lang="en-CA" sz="2000" noProof="0" dirty="0"/>
              <a:t> a </a:t>
            </a:r>
            <a:r>
              <a:rPr lang="en-CA" sz="2000" b="1" noProof="0" dirty="0">
                <a:solidFill>
                  <a:srgbClr val="0070C0"/>
                </a:solidFill>
              </a:rPr>
              <a:t>work schedule </a:t>
            </a:r>
            <a:r>
              <a:rPr lang="en-CA" sz="2000" noProof="0" dirty="0"/>
              <a:t>that indicates the </a:t>
            </a:r>
            <a:r>
              <a:rPr lang="en-CA" sz="2000" b="1" noProof="0" dirty="0">
                <a:solidFill>
                  <a:srgbClr val="C00000"/>
                </a:solidFill>
              </a:rPr>
              <a:t>date of their shift</a:t>
            </a:r>
            <a:r>
              <a:rPr lang="en-CA" sz="2000" noProof="0" dirty="0"/>
              <a:t>, the </a:t>
            </a:r>
            <a:r>
              <a:rPr lang="en-CA" sz="2000" b="1" noProof="0" dirty="0">
                <a:solidFill>
                  <a:srgbClr val="C00000"/>
                </a:solidFill>
              </a:rPr>
              <a:t>start time </a:t>
            </a:r>
            <a:r>
              <a:rPr lang="en-CA" sz="2000" noProof="0" dirty="0"/>
              <a:t>and the </a:t>
            </a:r>
            <a:r>
              <a:rPr lang="en-CA" sz="2000" b="1" noProof="0" dirty="0">
                <a:solidFill>
                  <a:srgbClr val="C00000"/>
                </a:solidFill>
              </a:rPr>
              <a:t>end time</a:t>
            </a:r>
            <a:r>
              <a:rPr lang="en-CA" sz="2000" noProof="0" dirty="0"/>
              <a:t>.  A nurse would not be assigned two shifts on the same date.</a:t>
            </a:r>
          </a:p>
          <a:p>
            <a:r>
              <a:rPr lang="en-CA" sz="2000" noProof="0" dirty="0"/>
              <a:t>Eldercare employs a number of </a:t>
            </a:r>
            <a:r>
              <a:rPr lang="en-CA" sz="2000" b="1" noProof="0" dirty="0">
                <a:solidFill>
                  <a:srgbClr val="0070C0"/>
                </a:solidFill>
              </a:rPr>
              <a:t>doctors</a:t>
            </a:r>
            <a:r>
              <a:rPr lang="en-CA" sz="2000" b="1" noProof="0" dirty="0"/>
              <a:t> </a:t>
            </a:r>
            <a:r>
              <a:rPr lang="en-CA" sz="2000" noProof="0" dirty="0"/>
              <a:t>each with different types of </a:t>
            </a:r>
            <a:r>
              <a:rPr lang="en-CA" sz="2000" b="1" noProof="0" dirty="0">
                <a:solidFill>
                  <a:srgbClr val="C00000"/>
                </a:solidFill>
              </a:rPr>
              <a:t>specialties</a:t>
            </a:r>
            <a:r>
              <a:rPr lang="en-CA" sz="2000" noProof="0" dirty="0">
                <a:solidFill>
                  <a:srgbClr val="C00000"/>
                </a:solidFill>
              </a:rPr>
              <a:t> </a:t>
            </a:r>
            <a:r>
              <a:rPr lang="en-CA" sz="2000" noProof="0" dirty="0"/>
              <a:t>(a doctor may be more than one type of specialist).  A doctor has an </a:t>
            </a:r>
            <a:r>
              <a:rPr lang="en-CA" sz="2000" b="1" noProof="0" dirty="0">
                <a:solidFill>
                  <a:srgbClr val="C00000"/>
                </a:solidFill>
              </a:rPr>
              <a:t>employee ID</a:t>
            </a:r>
            <a:r>
              <a:rPr lang="en-CA" sz="2000" noProof="0" dirty="0"/>
              <a:t>, a </a:t>
            </a:r>
            <a:r>
              <a:rPr lang="en-CA" sz="2000" b="1" noProof="0" dirty="0">
                <a:solidFill>
                  <a:srgbClr val="C00000"/>
                </a:solidFill>
              </a:rPr>
              <a:t>name</a:t>
            </a:r>
            <a:r>
              <a:rPr lang="en-CA" sz="2000" noProof="0" dirty="0"/>
              <a:t> and an </a:t>
            </a:r>
            <a:r>
              <a:rPr lang="en-CA" sz="2000" b="1" noProof="0" dirty="0">
                <a:solidFill>
                  <a:srgbClr val="C00000"/>
                </a:solidFill>
              </a:rPr>
              <a:t>address</a:t>
            </a:r>
            <a:r>
              <a:rPr lang="en-CA" sz="2000" noProof="0" dirty="0"/>
              <a:t> and one or more </a:t>
            </a:r>
            <a:r>
              <a:rPr lang="en-CA" sz="2000" b="1" noProof="0" dirty="0">
                <a:solidFill>
                  <a:srgbClr val="C00000"/>
                </a:solidFill>
              </a:rPr>
              <a:t>phone numbers </a:t>
            </a:r>
            <a:r>
              <a:rPr lang="en-CA" sz="2000" noProof="0" dirty="0"/>
              <a:t>where they can be reached.</a:t>
            </a:r>
          </a:p>
          <a:p>
            <a:r>
              <a:rPr lang="en-CA" sz="2000" noProof="0" dirty="0"/>
              <a:t>Residents are </a:t>
            </a:r>
            <a:r>
              <a:rPr lang="en-CA" sz="2000" b="1" noProof="0" dirty="0"/>
              <a:t>treated by </a:t>
            </a:r>
            <a:r>
              <a:rPr lang="en-CA" sz="2000" noProof="0" dirty="0"/>
              <a:t>one or more Eldercare doctors but all residents have a single </a:t>
            </a:r>
            <a:r>
              <a:rPr lang="en-CA" sz="2000" b="1" noProof="0" dirty="0"/>
              <a:t>primary care doctor</a:t>
            </a:r>
            <a:r>
              <a:rPr lang="en-CA" sz="2000" noProof="0" dirty="0"/>
              <a:t>.</a:t>
            </a:r>
          </a:p>
          <a:p>
            <a:r>
              <a:rPr lang="en-CA" sz="2000" noProof="0" dirty="0"/>
              <a:t>Eldercare has a staff of "</a:t>
            </a:r>
            <a:r>
              <a:rPr lang="en-CA" sz="2000" b="1" noProof="0" dirty="0">
                <a:solidFill>
                  <a:srgbClr val="0070C0"/>
                </a:solidFill>
              </a:rPr>
              <a:t>helpers</a:t>
            </a:r>
            <a:r>
              <a:rPr lang="en-CA" sz="2000" noProof="0" dirty="0"/>
              <a:t>" and each has an </a:t>
            </a:r>
            <a:r>
              <a:rPr lang="en-CA" sz="2000" b="1" noProof="0" dirty="0">
                <a:solidFill>
                  <a:srgbClr val="C00000"/>
                </a:solidFill>
              </a:rPr>
              <a:t>employee ID</a:t>
            </a:r>
            <a:r>
              <a:rPr lang="en-CA" sz="2000" noProof="0" dirty="0"/>
              <a:t>, a </a:t>
            </a:r>
            <a:r>
              <a:rPr lang="en-CA" sz="2000" b="1" noProof="0" dirty="0">
                <a:solidFill>
                  <a:srgbClr val="C00000"/>
                </a:solidFill>
              </a:rPr>
              <a:t>name</a:t>
            </a:r>
            <a:r>
              <a:rPr lang="en-CA" sz="2000" noProof="0" dirty="0"/>
              <a:t> and an </a:t>
            </a:r>
            <a:r>
              <a:rPr lang="en-CA" sz="2000" b="1" noProof="0" dirty="0">
                <a:solidFill>
                  <a:srgbClr val="C00000"/>
                </a:solidFill>
              </a:rPr>
              <a:t>address</a:t>
            </a:r>
            <a:r>
              <a:rPr lang="en-CA" sz="2000" noProof="0" dirty="0"/>
              <a:t>.  We'd also like to keep track </a:t>
            </a:r>
            <a:r>
              <a:rPr lang="en-CA" sz="2000" b="1" noProof="0" dirty="0">
                <a:solidFill>
                  <a:srgbClr val="C00000"/>
                </a:solidFill>
              </a:rPr>
              <a:t>of how long the helper has been working </a:t>
            </a:r>
            <a:r>
              <a:rPr lang="en-CA" sz="2000" noProof="0" dirty="0"/>
              <a:t>at Eldercare.  Helpers are </a:t>
            </a:r>
            <a:r>
              <a:rPr lang="en-CA" sz="2000" b="1" noProof="0" dirty="0"/>
              <a:t>assigned to help specific patients and each resident is assigned exactly one helper</a:t>
            </a:r>
            <a:r>
              <a:rPr lang="en-CA" sz="2000" noProof="0" dirty="0"/>
              <a:t>.</a:t>
            </a:r>
          </a:p>
        </p:txBody>
      </p:sp>
      <p:sp>
        <p:nvSpPr>
          <p:cNvPr id="5" name="TextBox 4">
            <a:extLst>
              <a:ext uri="{FF2B5EF4-FFF2-40B4-BE49-F238E27FC236}">
                <a16:creationId xmlns:a16="http://schemas.microsoft.com/office/drawing/2014/main" id="{96B7D0D2-D60E-D972-E485-C8985DF35BBA}"/>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8 of 30</a:t>
            </a:r>
          </a:p>
          <a:p>
            <a:pPr algn="r"/>
            <a:r>
              <a:rPr lang="en-CA" noProof="0" dirty="0">
                <a:solidFill>
                  <a:srgbClr val="002060"/>
                </a:solidFill>
              </a:rPr>
              <a:t>19 January 2026</a:t>
            </a:r>
          </a:p>
        </p:txBody>
      </p:sp>
    </p:spTree>
    <p:extLst>
      <p:ext uri="{BB962C8B-B14F-4D97-AF65-F5344CB8AC3E}">
        <p14:creationId xmlns:p14="http://schemas.microsoft.com/office/powerpoint/2010/main" val="189047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1DC2-BBE7-3D0D-9A9E-F64D2791BF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2CDB6-30D3-57CD-5D21-55395E181A85}"/>
              </a:ext>
            </a:extLst>
          </p:cNvPr>
          <p:cNvSpPr>
            <a:spLocks noGrp="1"/>
          </p:cNvSpPr>
          <p:nvPr>
            <p:ph type="title"/>
          </p:nvPr>
        </p:nvSpPr>
        <p:spPr/>
        <p:txBody>
          <a:bodyPr/>
          <a:lstStyle/>
          <a:p>
            <a:r>
              <a:rPr lang="en-US" dirty="0">
                <a:solidFill>
                  <a:schemeClr val="accent3"/>
                </a:solidFill>
              </a:rPr>
              <a:t>P</a:t>
            </a:r>
            <a:r>
              <a:rPr lang="en-CA" dirty="0">
                <a:solidFill>
                  <a:schemeClr val="accent3"/>
                </a:solidFill>
              </a:rPr>
              <a:t>RIMARY KEYS </a:t>
            </a:r>
            <a:r>
              <a:rPr lang="en-CA" dirty="0">
                <a:solidFill>
                  <a:srgbClr val="002060"/>
                </a:solidFill>
              </a:rPr>
              <a:t>AND</a:t>
            </a:r>
            <a:r>
              <a:rPr lang="en-CA" dirty="0">
                <a:solidFill>
                  <a:srgbClr val="7030A0"/>
                </a:solidFill>
              </a:rPr>
              <a:t> RELATIONS</a:t>
            </a:r>
            <a:endParaRPr lang="en-CA" noProof="0" dirty="0">
              <a:solidFill>
                <a:schemeClr val="accent3"/>
              </a:solidFill>
            </a:endParaRPr>
          </a:p>
        </p:txBody>
      </p:sp>
      <p:sp>
        <p:nvSpPr>
          <p:cNvPr id="3" name="Content Placeholder 2">
            <a:extLst>
              <a:ext uri="{FF2B5EF4-FFF2-40B4-BE49-F238E27FC236}">
                <a16:creationId xmlns:a16="http://schemas.microsoft.com/office/drawing/2014/main" id="{C2072481-3DDA-DB36-CAEC-187EA367E7FC}"/>
              </a:ext>
            </a:extLst>
          </p:cNvPr>
          <p:cNvSpPr>
            <a:spLocks noGrp="1"/>
          </p:cNvSpPr>
          <p:nvPr>
            <p:ph idx="1"/>
          </p:nvPr>
        </p:nvSpPr>
        <p:spPr>
          <a:xfrm>
            <a:off x="838200" y="1428108"/>
            <a:ext cx="10515600" cy="5429891"/>
          </a:xfrm>
        </p:spPr>
        <p:txBody>
          <a:bodyPr>
            <a:normAutofit lnSpcReduction="10000"/>
          </a:bodyPr>
          <a:lstStyle/>
          <a:p>
            <a:r>
              <a:rPr lang="en-CA" sz="2000" noProof="0" dirty="0"/>
              <a:t>The Eldercare Retirement home wishes to store information about their </a:t>
            </a:r>
            <a:r>
              <a:rPr lang="en-CA" sz="2000" b="1" noProof="0" dirty="0">
                <a:solidFill>
                  <a:srgbClr val="0070C0"/>
                </a:solidFill>
              </a:rPr>
              <a:t>residents</a:t>
            </a:r>
            <a:r>
              <a:rPr lang="en-CA" sz="2000" noProof="0" dirty="0"/>
              <a:t> including their </a:t>
            </a:r>
            <a:r>
              <a:rPr lang="en-CA" sz="2000" b="1" noProof="0" dirty="0">
                <a:solidFill>
                  <a:srgbClr val="C00000"/>
                </a:solidFill>
              </a:rPr>
              <a:t>names</a:t>
            </a:r>
            <a:r>
              <a:rPr lang="en-CA" sz="2000" noProof="0" dirty="0"/>
              <a:t>, </a:t>
            </a:r>
            <a:r>
              <a:rPr lang="en-CA" sz="2000" b="1" noProof="0" dirty="0">
                <a:solidFill>
                  <a:srgbClr val="C00000"/>
                </a:solidFill>
              </a:rPr>
              <a:t>ages</a:t>
            </a:r>
            <a:r>
              <a:rPr lang="en-CA" sz="2000" noProof="0" dirty="0"/>
              <a:t>, </a:t>
            </a:r>
            <a:r>
              <a:rPr lang="en-CA" sz="2000" b="1" noProof="0" dirty="0">
                <a:solidFill>
                  <a:srgbClr val="C00000"/>
                </a:solidFill>
              </a:rPr>
              <a:t>date of birth</a:t>
            </a:r>
            <a:r>
              <a:rPr lang="en-CA" sz="2000" noProof="0" dirty="0"/>
              <a:t>, </a:t>
            </a:r>
            <a:r>
              <a:rPr lang="en-CA" sz="2000" b="1" noProof="0" dirty="0">
                <a:solidFill>
                  <a:schemeClr val="accent3"/>
                </a:solidFill>
              </a:rPr>
              <a:t>OHIP numbers </a:t>
            </a:r>
            <a:r>
              <a:rPr lang="en-CA" sz="2000" noProof="0" dirty="0"/>
              <a:t>and the </a:t>
            </a:r>
            <a:r>
              <a:rPr lang="en-CA" sz="2000" b="1" noProof="0" dirty="0">
                <a:solidFill>
                  <a:srgbClr val="C00000"/>
                </a:solidFill>
              </a:rPr>
              <a:t>names</a:t>
            </a:r>
            <a:r>
              <a:rPr lang="en-CA" sz="2000" noProof="0" dirty="0"/>
              <a:t> and the </a:t>
            </a:r>
            <a:r>
              <a:rPr lang="en-CA" sz="2000" b="1" noProof="0" dirty="0">
                <a:solidFill>
                  <a:srgbClr val="C00000"/>
                </a:solidFill>
              </a:rPr>
              <a:t>relationship</a:t>
            </a:r>
            <a:r>
              <a:rPr lang="en-CA" sz="2000" noProof="0" dirty="0"/>
              <a:t> to the resident of their </a:t>
            </a:r>
            <a:r>
              <a:rPr lang="en-CA" sz="2000" b="1" noProof="0" dirty="0">
                <a:solidFill>
                  <a:srgbClr val="0070C0"/>
                </a:solidFill>
              </a:rPr>
              <a:t>emergency contacts</a:t>
            </a:r>
            <a:r>
              <a:rPr lang="en-CA" sz="2000" noProof="0" dirty="0"/>
              <a:t>. Many of the residents in Eldercare are </a:t>
            </a:r>
            <a:r>
              <a:rPr lang="en-CA" sz="2000" b="1" noProof="0" dirty="0">
                <a:solidFill>
                  <a:srgbClr val="7030A0"/>
                </a:solidFill>
              </a:rPr>
              <a:t>married couples</a:t>
            </a:r>
            <a:r>
              <a:rPr lang="en-CA" sz="2000" noProof="0" dirty="0"/>
              <a:t>. We should note these relationships in the database.  </a:t>
            </a:r>
            <a:r>
              <a:rPr lang="en-CA" sz="2000" b="1" noProof="0" dirty="0">
                <a:solidFill>
                  <a:srgbClr val="0070C0"/>
                </a:solidFill>
              </a:rPr>
              <a:t>Rooms</a:t>
            </a:r>
            <a:r>
              <a:rPr lang="en-CA" sz="2000" b="1" noProof="0" dirty="0"/>
              <a:t> </a:t>
            </a:r>
            <a:r>
              <a:rPr lang="en-CA" sz="2000" noProof="0" dirty="0"/>
              <a:t>are </a:t>
            </a:r>
            <a:r>
              <a:rPr lang="en-CA" sz="2000" b="1" noProof="0" dirty="0">
                <a:solidFill>
                  <a:schemeClr val="accent3"/>
                </a:solidFill>
              </a:rPr>
              <a:t>numbered</a:t>
            </a:r>
            <a:r>
              <a:rPr lang="en-CA" sz="2000" b="1" noProof="0" dirty="0"/>
              <a:t> </a:t>
            </a:r>
            <a:r>
              <a:rPr lang="en-CA" sz="2000" noProof="0" dirty="0"/>
              <a:t>1-35. Each room is one of single, double or triple </a:t>
            </a:r>
            <a:r>
              <a:rPr lang="en-CA" sz="2000" b="1" noProof="0" dirty="0">
                <a:solidFill>
                  <a:srgbClr val="C00000"/>
                </a:solidFill>
              </a:rPr>
              <a:t>occupancy</a:t>
            </a:r>
            <a:r>
              <a:rPr lang="en-CA" sz="2000" noProof="0" dirty="0"/>
              <a:t>.  Each room has a </a:t>
            </a:r>
            <a:r>
              <a:rPr lang="en-CA" sz="2000" b="1" noProof="0" dirty="0">
                <a:solidFill>
                  <a:srgbClr val="C00000"/>
                </a:solidFill>
              </a:rPr>
              <a:t>unique phone number</a:t>
            </a:r>
            <a:r>
              <a:rPr lang="en-CA" sz="2000" noProof="0" dirty="0"/>
              <a:t>. All </a:t>
            </a:r>
            <a:r>
              <a:rPr lang="en-CA" sz="2000" b="1" noProof="0" dirty="0">
                <a:solidFill>
                  <a:srgbClr val="7030A0"/>
                </a:solidFill>
              </a:rPr>
              <a:t>residents are assigned to a room</a:t>
            </a:r>
            <a:r>
              <a:rPr lang="en-CA" sz="2000" noProof="0" dirty="0"/>
              <a:t>.</a:t>
            </a:r>
          </a:p>
          <a:p>
            <a:r>
              <a:rPr lang="en-CA" sz="2000" noProof="0" dirty="0"/>
              <a:t>A number of people work at Eldercare.  </a:t>
            </a:r>
            <a:r>
              <a:rPr lang="en-CA" sz="2000" b="1" noProof="0" dirty="0">
                <a:solidFill>
                  <a:srgbClr val="0070C0"/>
                </a:solidFill>
              </a:rPr>
              <a:t>Nurses</a:t>
            </a:r>
            <a:r>
              <a:rPr lang="en-CA" sz="2000" noProof="0" dirty="0"/>
              <a:t> are identified by a unique </a:t>
            </a:r>
            <a:r>
              <a:rPr lang="en-CA" sz="2000" b="1" noProof="0" dirty="0">
                <a:solidFill>
                  <a:schemeClr val="accent3"/>
                </a:solidFill>
              </a:rPr>
              <a:t>ID</a:t>
            </a:r>
            <a:r>
              <a:rPr lang="en-CA" sz="2000" noProof="0" dirty="0"/>
              <a:t> and have a single </a:t>
            </a:r>
            <a:r>
              <a:rPr lang="en-CA" sz="2000" b="1" noProof="0" dirty="0">
                <a:solidFill>
                  <a:srgbClr val="C00000"/>
                </a:solidFill>
              </a:rPr>
              <a:t>rank</a:t>
            </a:r>
            <a:r>
              <a:rPr lang="en-CA" sz="2000" noProof="0" dirty="0">
                <a:solidFill>
                  <a:srgbClr val="C00000"/>
                </a:solidFill>
              </a:rPr>
              <a:t> </a:t>
            </a:r>
            <a:r>
              <a:rPr lang="en-CA" sz="2000" noProof="0" dirty="0"/>
              <a:t>(RN, RNA etc.), a </a:t>
            </a:r>
            <a:r>
              <a:rPr lang="en-CA" sz="2000" b="1" noProof="0" dirty="0">
                <a:solidFill>
                  <a:srgbClr val="C00000"/>
                </a:solidFill>
              </a:rPr>
              <a:t>name </a:t>
            </a:r>
            <a:r>
              <a:rPr lang="en-CA" sz="2000" noProof="0" dirty="0"/>
              <a:t>and an </a:t>
            </a:r>
            <a:r>
              <a:rPr lang="en-CA" sz="2000" b="1" noProof="0" dirty="0">
                <a:solidFill>
                  <a:srgbClr val="C00000"/>
                </a:solidFill>
              </a:rPr>
              <a:t>address</a:t>
            </a:r>
            <a:r>
              <a:rPr lang="en-CA" sz="2000" noProof="0" dirty="0"/>
              <a:t>.  Nurses also </a:t>
            </a:r>
            <a:r>
              <a:rPr lang="en-CA" sz="2000" b="1" noProof="0" dirty="0">
                <a:solidFill>
                  <a:srgbClr val="7030A0"/>
                </a:solidFill>
              </a:rPr>
              <a:t>have</a:t>
            </a:r>
            <a:r>
              <a:rPr lang="en-CA" sz="2000" noProof="0" dirty="0"/>
              <a:t> a </a:t>
            </a:r>
            <a:r>
              <a:rPr lang="en-CA" sz="2000" b="1" noProof="0" dirty="0">
                <a:solidFill>
                  <a:srgbClr val="0070C0"/>
                </a:solidFill>
              </a:rPr>
              <a:t>work schedule </a:t>
            </a:r>
            <a:r>
              <a:rPr lang="en-CA" sz="2000" noProof="0" dirty="0"/>
              <a:t>that indicates the </a:t>
            </a:r>
            <a:r>
              <a:rPr lang="en-CA" sz="2000" b="1" noProof="0" dirty="0">
                <a:solidFill>
                  <a:schemeClr val="accent3"/>
                </a:solidFill>
              </a:rPr>
              <a:t>date of their shift</a:t>
            </a:r>
            <a:r>
              <a:rPr lang="en-CA" sz="2000" noProof="0" dirty="0"/>
              <a:t>, the </a:t>
            </a:r>
            <a:r>
              <a:rPr lang="en-CA" sz="2000" b="1" noProof="0" dirty="0">
                <a:solidFill>
                  <a:srgbClr val="C00000"/>
                </a:solidFill>
              </a:rPr>
              <a:t>start time </a:t>
            </a:r>
            <a:r>
              <a:rPr lang="en-CA" sz="2000" noProof="0" dirty="0"/>
              <a:t>and the </a:t>
            </a:r>
            <a:r>
              <a:rPr lang="en-CA" sz="2000" b="1" noProof="0" dirty="0">
                <a:solidFill>
                  <a:srgbClr val="C00000"/>
                </a:solidFill>
              </a:rPr>
              <a:t>end time</a:t>
            </a:r>
            <a:r>
              <a:rPr lang="en-CA" sz="2000" noProof="0" dirty="0"/>
              <a:t>.  A nurse would not be assigned two shifts on the same date.</a:t>
            </a:r>
          </a:p>
          <a:p>
            <a:r>
              <a:rPr lang="en-CA" sz="2000" noProof="0" dirty="0"/>
              <a:t>Eldercare employs a number of </a:t>
            </a:r>
            <a:r>
              <a:rPr lang="en-CA" sz="2000" b="1" noProof="0" dirty="0">
                <a:solidFill>
                  <a:srgbClr val="0070C0"/>
                </a:solidFill>
              </a:rPr>
              <a:t>doctors</a:t>
            </a:r>
            <a:r>
              <a:rPr lang="en-CA" sz="2000" b="1" noProof="0" dirty="0"/>
              <a:t> </a:t>
            </a:r>
            <a:r>
              <a:rPr lang="en-CA" sz="2000" noProof="0" dirty="0"/>
              <a:t>each with different types of </a:t>
            </a:r>
            <a:r>
              <a:rPr lang="en-CA" sz="2000" b="1" noProof="0" dirty="0">
                <a:solidFill>
                  <a:srgbClr val="C00000"/>
                </a:solidFill>
              </a:rPr>
              <a:t>specialties</a:t>
            </a:r>
            <a:r>
              <a:rPr lang="en-CA" sz="2000" noProof="0" dirty="0"/>
              <a:t> (a doctor may be more than one type of specialist).  A doctor has an </a:t>
            </a:r>
            <a:r>
              <a:rPr lang="en-CA" sz="2000" b="1" noProof="0" dirty="0">
                <a:solidFill>
                  <a:schemeClr val="accent3"/>
                </a:solidFill>
              </a:rPr>
              <a:t>employee ID</a:t>
            </a:r>
            <a:r>
              <a:rPr lang="en-CA" sz="2000" noProof="0" dirty="0"/>
              <a:t>, a </a:t>
            </a:r>
            <a:r>
              <a:rPr lang="en-CA" sz="2000" b="1" noProof="0" dirty="0">
                <a:solidFill>
                  <a:srgbClr val="C00000"/>
                </a:solidFill>
              </a:rPr>
              <a:t>name</a:t>
            </a:r>
            <a:r>
              <a:rPr lang="en-CA" sz="2000" noProof="0" dirty="0"/>
              <a:t> and an </a:t>
            </a:r>
            <a:r>
              <a:rPr lang="en-CA" sz="2000" b="1" noProof="0" dirty="0">
                <a:solidFill>
                  <a:srgbClr val="C00000"/>
                </a:solidFill>
              </a:rPr>
              <a:t>address</a:t>
            </a:r>
            <a:r>
              <a:rPr lang="en-CA" sz="2000" noProof="0" dirty="0"/>
              <a:t> and one or more </a:t>
            </a:r>
            <a:r>
              <a:rPr lang="en-CA" sz="2000" b="1" noProof="0" dirty="0">
                <a:solidFill>
                  <a:srgbClr val="C00000"/>
                </a:solidFill>
              </a:rPr>
              <a:t>phone numbers </a:t>
            </a:r>
            <a:r>
              <a:rPr lang="en-CA" sz="2000" noProof="0" dirty="0"/>
              <a:t>where they can be reached.</a:t>
            </a:r>
          </a:p>
          <a:p>
            <a:r>
              <a:rPr lang="en-CA" sz="2000" noProof="0" dirty="0"/>
              <a:t>Residents are </a:t>
            </a:r>
            <a:r>
              <a:rPr lang="en-CA" sz="2000" b="1" noProof="0" dirty="0">
                <a:solidFill>
                  <a:srgbClr val="7030A0"/>
                </a:solidFill>
              </a:rPr>
              <a:t>treated by </a:t>
            </a:r>
            <a:r>
              <a:rPr lang="en-CA" sz="2000" noProof="0" dirty="0"/>
              <a:t>one or more Eldercare doctors but all residents have a single </a:t>
            </a:r>
            <a:r>
              <a:rPr lang="en-CA" sz="2000" b="1" noProof="0" dirty="0">
                <a:solidFill>
                  <a:srgbClr val="7030A0"/>
                </a:solidFill>
              </a:rPr>
              <a:t>primary care doctor</a:t>
            </a:r>
            <a:r>
              <a:rPr lang="en-CA" sz="2000" noProof="0" dirty="0"/>
              <a:t>.</a:t>
            </a:r>
          </a:p>
          <a:p>
            <a:r>
              <a:rPr lang="en-CA" sz="2000" noProof="0" dirty="0"/>
              <a:t>Eldercare has a staff of "</a:t>
            </a:r>
            <a:r>
              <a:rPr lang="en-CA" sz="2000" b="1" noProof="0" dirty="0">
                <a:solidFill>
                  <a:srgbClr val="0070C0"/>
                </a:solidFill>
              </a:rPr>
              <a:t>helpers</a:t>
            </a:r>
            <a:r>
              <a:rPr lang="en-CA" sz="2000" noProof="0" dirty="0"/>
              <a:t>" and each has an </a:t>
            </a:r>
            <a:r>
              <a:rPr lang="en-CA" sz="2000" b="1" noProof="0" dirty="0">
                <a:solidFill>
                  <a:schemeClr val="accent3"/>
                </a:solidFill>
              </a:rPr>
              <a:t>employee ID</a:t>
            </a:r>
            <a:r>
              <a:rPr lang="en-CA" sz="2000" noProof="0" dirty="0"/>
              <a:t>, a </a:t>
            </a:r>
            <a:r>
              <a:rPr lang="en-CA" sz="2000" b="1" noProof="0" dirty="0">
                <a:solidFill>
                  <a:srgbClr val="C00000"/>
                </a:solidFill>
              </a:rPr>
              <a:t>name</a:t>
            </a:r>
            <a:r>
              <a:rPr lang="en-CA" sz="2000" noProof="0" dirty="0"/>
              <a:t> and an </a:t>
            </a:r>
            <a:r>
              <a:rPr lang="en-CA" sz="2000" b="1" noProof="0" dirty="0">
                <a:solidFill>
                  <a:srgbClr val="C00000"/>
                </a:solidFill>
              </a:rPr>
              <a:t>address</a:t>
            </a:r>
            <a:r>
              <a:rPr lang="en-CA" sz="2000" noProof="0" dirty="0"/>
              <a:t>.  We'd also like to keep track </a:t>
            </a:r>
            <a:r>
              <a:rPr lang="en-CA" sz="2000" b="1" noProof="0" dirty="0">
                <a:solidFill>
                  <a:srgbClr val="C00000"/>
                </a:solidFill>
              </a:rPr>
              <a:t>of how long the helper has been working </a:t>
            </a:r>
            <a:r>
              <a:rPr lang="en-CA" sz="2000" noProof="0" dirty="0"/>
              <a:t>at Eldercare.  Helpers are </a:t>
            </a:r>
            <a:r>
              <a:rPr lang="en-CA" sz="2000" b="1" noProof="0" dirty="0">
                <a:solidFill>
                  <a:srgbClr val="7030A0"/>
                </a:solidFill>
              </a:rPr>
              <a:t>assigned to help specific patients and each resident is assigned exactly one helper</a:t>
            </a:r>
            <a:r>
              <a:rPr lang="en-CA" sz="2000" noProof="0" dirty="0"/>
              <a:t>.</a:t>
            </a:r>
          </a:p>
        </p:txBody>
      </p:sp>
      <p:sp>
        <p:nvSpPr>
          <p:cNvPr id="5" name="TextBox 4">
            <a:extLst>
              <a:ext uri="{FF2B5EF4-FFF2-40B4-BE49-F238E27FC236}">
                <a16:creationId xmlns:a16="http://schemas.microsoft.com/office/drawing/2014/main" id="{BF173BE1-4D89-6F4E-2F42-7F3CB0D3A304}"/>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9 of 30</a:t>
            </a:r>
          </a:p>
          <a:p>
            <a:pPr algn="r"/>
            <a:r>
              <a:rPr lang="en-CA" noProof="0" dirty="0">
                <a:solidFill>
                  <a:srgbClr val="002060"/>
                </a:solidFill>
              </a:rPr>
              <a:t>19 January 2026</a:t>
            </a:r>
          </a:p>
        </p:txBody>
      </p:sp>
    </p:spTree>
    <p:extLst>
      <p:ext uri="{BB962C8B-B14F-4D97-AF65-F5344CB8AC3E}">
        <p14:creationId xmlns:p14="http://schemas.microsoft.com/office/powerpoint/2010/main" val="352907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2035A-8833-52E8-2202-D641D83F0D88}"/>
              </a:ext>
            </a:extLst>
          </p:cNvPr>
          <p:cNvSpPr>
            <a:spLocks noGrp="1"/>
          </p:cNvSpPr>
          <p:nvPr>
            <p:ph type="title"/>
          </p:nvPr>
        </p:nvSpPr>
        <p:spPr/>
        <p:txBody>
          <a:bodyPr/>
          <a:lstStyle/>
          <a:p>
            <a:r>
              <a:rPr lang="en-CA" noProof="0" dirty="0">
                <a:solidFill>
                  <a:srgbClr val="002060"/>
                </a:solidFill>
              </a:rPr>
              <a:t>DO WE HAVE ANY: (1/2)</a:t>
            </a:r>
          </a:p>
        </p:txBody>
      </p:sp>
      <p:sp>
        <p:nvSpPr>
          <p:cNvPr id="3" name="Content Placeholder 2">
            <a:extLst>
              <a:ext uri="{FF2B5EF4-FFF2-40B4-BE49-F238E27FC236}">
                <a16:creationId xmlns:a16="http://schemas.microsoft.com/office/drawing/2014/main" id="{F029E421-0E57-A9C5-D0F2-DADD8E0CB14D}"/>
              </a:ext>
            </a:extLst>
          </p:cNvPr>
          <p:cNvSpPr>
            <a:spLocks noGrp="1"/>
          </p:cNvSpPr>
          <p:nvPr>
            <p:ph idx="1"/>
          </p:nvPr>
        </p:nvSpPr>
        <p:spPr>
          <a:xfrm>
            <a:off x="838200" y="1554480"/>
            <a:ext cx="10515600" cy="5154545"/>
          </a:xfrm>
        </p:spPr>
        <p:txBody>
          <a:bodyPr>
            <a:normAutofit fontScale="92500" lnSpcReduction="20000"/>
          </a:bodyPr>
          <a:lstStyle/>
          <a:p>
            <a:r>
              <a:rPr lang="en-CA" noProof="0" dirty="0"/>
              <a:t>Weak Entities? (</a:t>
            </a:r>
            <a:r>
              <a:rPr lang="en-CA" sz="2000" noProof="0" dirty="0"/>
              <a:t>This would create Weak Relations too</a:t>
            </a:r>
            <a:r>
              <a:rPr lang="en-CA" noProof="0" dirty="0"/>
              <a:t>)</a:t>
            </a:r>
          </a:p>
          <a:p>
            <a:pPr lvl="1"/>
            <a:r>
              <a:rPr lang="en-CA" noProof="0" dirty="0"/>
              <a:t>EMERGENCY CONTACT – They’re irrelevant if the resident leaves the nursing home and is removed from database</a:t>
            </a:r>
          </a:p>
          <a:p>
            <a:pPr lvl="1"/>
            <a:r>
              <a:rPr lang="en-CA" noProof="0" dirty="0"/>
              <a:t>SHIFTS – They’re irrelevant if the nurse’s employment is terminated and the nurse is removed from database</a:t>
            </a:r>
          </a:p>
          <a:p>
            <a:r>
              <a:rPr lang="en-CA" noProof="0" dirty="0"/>
              <a:t>Specialisation?</a:t>
            </a:r>
          </a:p>
          <a:p>
            <a:pPr lvl="1"/>
            <a:r>
              <a:rPr lang="en-CA" noProof="0" dirty="0">
                <a:solidFill>
                  <a:srgbClr val="0070C0"/>
                </a:solidFill>
              </a:rPr>
              <a:t>Doctors</a:t>
            </a:r>
            <a:r>
              <a:rPr lang="en-CA" noProof="0" dirty="0"/>
              <a:t>, </a:t>
            </a:r>
            <a:r>
              <a:rPr lang="en-CA" noProof="0" dirty="0">
                <a:solidFill>
                  <a:srgbClr val="0070C0"/>
                </a:solidFill>
              </a:rPr>
              <a:t>Nurses</a:t>
            </a:r>
            <a:r>
              <a:rPr lang="en-CA" noProof="0" dirty="0"/>
              <a:t>, and </a:t>
            </a:r>
            <a:r>
              <a:rPr lang="en-CA" noProof="0" dirty="0">
                <a:solidFill>
                  <a:srgbClr val="0070C0"/>
                </a:solidFill>
              </a:rPr>
              <a:t>Assistants </a:t>
            </a:r>
            <a:r>
              <a:rPr lang="en-CA" noProof="0" dirty="0"/>
              <a:t>have </a:t>
            </a:r>
            <a:r>
              <a:rPr lang="en-CA" noProof="0" dirty="0">
                <a:solidFill>
                  <a:srgbClr val="C00000"/>
                </a:solidFill>
              </a:rPr>
              <a:t>Addresses</a:t>
            </a:r>
            <a:r>
              <a:rPr lang="en-CA" noProof="0" dirty="0"/>
              <a:t>, </a:t>
            </a:r>
            <a:r>
              <a:rPr lang="en-CA" noProof="0" dirty="0">
                <a:solidFill>
                  <a:srgbClr val="C00000"/>
                </a:solidFill>
              </a:rPr>
              <a:t>Employee IDs</a:t>
            </a:r>
            <a:r>
              <a:rPr lang="en-CA" noProof="0" dirty="0"/>
              <a:t>, and </a:t>
            </a:r>
            <a:r>
              <a:rPr lang="en-CA" noProof="0" dirty="0">
                <a:solidFill>
                  <a:srgbClr val="C00000"/>
                </a:solidFill>
              </a:rPr>
              <a:t>Names</a:t>
            </a:r>
          </a:p>
          <a:p>
            <a:pPr lvl="1"/>
            <a:r>
              <a:rPr lang="en-CA" noProof="0" dirty="0"/>
              <a:t>So, what if we make these three entities a subclass of a new superclass called </a:t>
            </a:r>
            <a:r>
              <a:rPr lang="en-CA" i="1" noProof="0" dirty="0">
                <a:solidFill>
                  <a:srgbClr val="0070C0"/>
                </a:solidFill>
              </a:rPr>
              <a:t>Employee</a:t>
            </a:r>
            <a:r>
              <a:rPr lang="en-CA" noProof="0" dirty="0"/>
              <a:t>?</a:t>
            </a:r>
          </a:p>
          <a:p>
            <a:pPr lvl="1"/>
            <a:r>
              <a:rPr lang="en-CA" noProof="0" dirty="0"/>
              <a:t>All</a:t>
            </a:r>
            <a:r>
              <a:rPr lang="en-CA" noProof="0" dirty="0">
                <a:solidFill>
                  <a:srgbClr val="0070C0"/>
                </a:solidFill>
              </a:rPr>
              <a:t> Employees</a:t>
            </a:r>
            <a:r>
              <a:rPr lang="en-CA" noProof="0" dirty="0"/>
              <a:t> must be either a </a:t>
            </a:r>
            <a:r>
              <a:rPr lang="en-CA" noProof="0" dirty="0">
                <a:solidFill>
                  <a:srgbClr val="0070C0"/>
                </a:solidFill>
              </a:rPr>
              <a:t>Doctors</a:t>
            </a:r>
            <a:r>
              <a:rPr lang="en-CA" noProof="0" dirty="0"/>
              <a:t>, </a:t>
            </a:r>
            <a:r>
              <a:rPr lang="en-CA" noProof="0" dirty="0">
                <a:solidFill>
                  <a:srgbClr val="0070C0"/>
                </a:solidFill>
              </a:rPr>
              <a:t>Nurses</a:t>
            </a:r>
            <a:r>
              <a:rPr lang="en-CA" noProof="0" dirty="0"/>
              <a:t>, and </a:t>
            </a:r>
            <a:r>
              <a:rPr lang="en-CA" noProof="0" dirty="0">
                <a:solidFill>
                  <a:srgbClr val="0070C0"/>
                </a:solidFill>
              </a:rPr>
              <a:t>Assistants </a:t>
            </a:r>
            <a:r>
              <a:rPr lang="en-CA" noProof="0" dirty="0"/>
              <a:t>(Total Participation)</a:t>
            </a:r>
          </a:p>
          <a:p>
            <a:pPr lvl="1"/>
            <a:r>
              <a:rPr lang="en-CA" noProof="0" dirty="0"/>
              <a:t>It would optimise the database!</a:t>
            </a:r>
          </a:p>
          <a:p>
            <a:r>
              <a:rPr lang="en-CA" noProof="0" dirty="0"/>
              <a:t>Derived Attributes?</a:t>
            </a:r>
          </a:p>
          <a:p>
            <a:pPr lvl="1"/>
            <a:r>
              <a:rPr lang="en-CA" noProof="0" dirty="0"/>
              <a:t>We can calculate the </a:t>
            </a:r>
            <a:r>
              <a:rPr lang="en-CA" noProof="0" dirty="0">
                <a:solidFill>
                  <a:srgbClr val="C00000"/>
                </a:solidFill>
              </a:rPr>
              <a:t>Age</a:t>
            </a:r>
            <a:r>
              <a:rPr lang="en-CA" noProof="0" dirty="0"/>
              <a:t> of </a:t>
            </a:r>
            <a:r>
              <a:rPr lang="en-CA" noProof="0" dirty="0">
                <a:solidFill>
                  <a:srgbClr val="0070C0"/>
                </a:solidFill>
              </a:rPr>
              <a:t>Residents</a:t>
            </a:r>
            <a:r>
              <a:rPr lang="en-CA" noProof="0" dirty="0"/>
              <a:t> using their </a:t>
            </a:r>
            <a:r>
              <a:rPr lang="en-CA" noProof="0" dirty="0">
                <a:solidFill>
                  <a:srgbClr val="C00000"/>
                </a:solidFill>
              </a:rPr>
              <a:t>DOBs</a:t>
            </a:r>
          </a:p>
          <a:p>
            <a:pPr lvl="1"/>
            <a:r>
              <a:rPr lang="en-CA" b="1" noProof="0" dirty="0"/>
              <a:t>Bonus: </a:t>
            </a:r>
            <a:r>
              <a:rPr lang="en-CA" noProof="0" dirty="0"/>
              <a:t>Instead of storing the </a:t>
            </a:r>
            <a:r>
              <a:rPr lang="en-CA" noProof="0" dirty="0">
                <a:solidFill>
                  <a:srgbClr val="C00000"/>
                </a:solidFill>
              </a:rPr>
              <a:t>Seniority</a:t>
            </a:r>
            <a:r>
              <a:rPr lang="en-CA" noProof="0" dirty="0"/>
              <a:t> (i.e. “how long the helper has been working”) of </a:t>
            </a:r>
            <a:r>
              <a:rPr lang="en-CA" noProof="0" dirty="0">
                <a:solidFill>
                  <a:srgbClr val="0070C0"/>
                </a:solidFill>
              </a:rPr>
              <a:t>Assistants</a:t>
            </a:r>
            <a:r>
              <a:rPr lang="en-CA" noProof="0" dirty="0"/>
              <a:t>, and updating the value everyday, what if we store their </a:t>
            </a:r>
            <a:r>
              <a:rPr lang="en-CA" i="1" noProof="0" dirty="0">
                <a:solidFill>
                  <a:srgbClr val="C00000"/>
                </a:solidFill>
              </a:rPr>
              <a:t>Hire Date </a:t>
            </a:r>
            <a:r>
              <a:rPr lang="en-CA" noProof="0" dirty="0"/>
              <a:t>and calculate from there?</a:t>
            </a:r>
          </a:p>
        </p:txBody>
      </p:sp>
      <p:sp>
        <p:nvSpPr>
          <p:cNvPr id="5" name="TextBox 4">
            <a:extLst>
              <a:ext uri="{FF2B5EF4-FFF2-40B4-BE49-F238E27FC236}">
                <a16:creationId xmlns:a16="http://schemas.microsoft.com/office/drawing/2014/main" id="{2BE08584-7E00-2D12-E597-D6F136F9D832}"/>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10 of 30</a:t>
            </a:r>
          </a:p>
          <a:p>
            <a:pPr algn="r"/>
            <a:r>
              <a:rPr lang="en-CA" noProof="0" dirty="0">
                <a:solidFill>
                  <a:srgbClr val="002060"/>
                </a:solidFill>
              </a:rPr>
              <a:t>19 January 2026</a:t>
            </a:r>
          </a:p>
        </p:txBody>
      </p:sp>
    </p:spTree>
    <p:extLst>
      <p:ext uri="{BB962C8B-B14F-4D97-AF65-F5344CB8AC3E}">
        <p14:creationId xmlns:p14="http://schemas.microsoft.com/office/powerpoint/2010/main" val="428767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additive="base">
                                        <p:cTn id="3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23B24-8392-4198-4F25-90F3A562F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15E8F-07DA-DCB8-B07D-3272560270D5}"/>
              </a:ext>
            </a:extLst>
          </p:cNvPr>
          <p:cNvSpPr>
            <a:spLocks noGrp="1"/>
          </p:cNvSpPr>
          <p:nvPr>
            <p:ph type="title"/>
          </p:nvPr>
        </p:nvSpPr>
        <p:spPr/>
        <p:txBody>
          <a:bodyPr/>
          <a:lstStyle/>
          <a:p>
            <a:r>
              <a:rPr lang="en-CA" noProof="0" dirty="0">
                <a:solidFill>
                  <a:srgbClr val="002060"/>
                </a:solidFill>
              </a:rPr>
              <a:t>DO WE HAVE ANY: (2/2)</a:t>
            </a:r>
          </a:p>
        </p:txBody>
      </p:sp>
      <p:sp>
        <p:nvSpPr>
          <p:cNvPr id="3" name="Content Placeholder 2">
            <a:extLst>
              <a:ext uri="{FF2B5EF4-FFF2-40B4-BE49-F238E27FC236}">
                <a16:creationId xmlns:a16="http://schemas.microsoft.com/office/drawing/2014/main" id="{4F501BCB-1220-474C-56C4-4B424A069F72}"/>
              </a:ext>
            </a:extLst>
          </p:cNvPr>
          <p:cNvSpPr>
            <a:spLocks noGrp="1"/>
          </p:cNvSpPr>
          <p:nvPr>
            <p:ph idx="1"/>
          </p:nvPr>
        </p:nvSpPr>
        <p:spPr/>
        <p:txBody>
          <a:bodyPr>
            <a:normAutofit fontScale="92500" lnSpcReduction="20000"/>
          </a:bodyPr>
          <a:lstStyle/>
          <a:p>
            <a:r>
              <a:rPr lang="en-CA" noProof="0" dirty="0"/>
              <a:t>Composite Attributes?</a:t>
            </a:r>
          </a:p>
          <a:p>
            <a:pPr lvl="1"/>
            <a:r>
              <a:rPr lang="en-CA" noProof="0" dirty="0">
                <a:solidFill>
                  <a:srgbClr val="C00000"/>
                </a:solidFill>
              </a:rPr>
              <a:t>Addresses</a:t>
            </a:r>
            <a:r>
              <a:rPr lang="en-CA" noProof="0" dirty="0"/>
              <a:t> can be split into </a:t>
            </a:r>
            <a:r>
              <a:rPr lang="en-CA" i="1" noProof="0" dirty="0">
                <a:solidFill>
                  <a:srgbClr val="C00000"/>
                </a:solidFill>
              </a:rPr>
              <a:t>House No.</a:t>
            </a:r>
            <a:r>
              <a:rPr lang="en-CA" noProof="0" dirty="0"/>
              <a:t>,</a:t>
            </a:r>
            <a:r>
              <a:rPr lang="en-CA" i="1" noProof="0" dirty="0"/>
              <a:t> </a:t>
            </a:r>
            <a:r>
              <a:rPr lang="en-CA" i="1" noProof="0" dirty="0">
                <a:solidFill>
                  <a:srgbClr val="C00000"/>
                </a:solidFill>
              </a:rPr>
              <a:t>Street</a:t>
            </a:r>
            <a:r>
              <a:rPr lang="en-CA" noProof="0" dirty="0"/>
              <a:t>, </a:t>
            </a:r>
            <a:r>
              <a:rPr lang="en-CA" i="1" noProof="0" dirty="0">
                <a:solidFill>
                  <a:srgbClr val="C00000"/>
                </a:solidFill>
              </a:rPr>
              <a:t>City</a:t>
            </a:r>
            <a:r>
              <a:rPr lang="en-CA" noProof="0" dirty="0"/>
              <a:t>, </a:t>
            </a:r>
            <a:r>
              <a:rPr lang="en-CA" i="1" noProof="0" dirty="0">
                <a:solidFill>
                  <a:srgbClr val="C00000"/>
                </a:solidFill>
              </a:rPr>
              <a:t>Province</a:t>
            </a:r>
            <a:r>
              <a:rPr lang="en-CA" noProof="0" dirty="0"/>
              <a:t>, and </a:t>
            </a:r>
            <a:r>
              <a:rPr lang="en-CA" i="1" noProof="0" dirty="0">
                <a:solidFill>
                  <a:srgbClr val="C00000"/>
                </a:solidFill>
              </a:rPr>
              <a:t>Postal Codes</a:t>
            </a:r>
          </a:p>
          <a:p>
            <a:pPr lvl="1"/>
            <a:r>
              <a:rPr lang="en-CA" noProof="0" dirty="0">
                <a:solidFill>
                  <a:srgbClr val="C00000"/>
                </a:solidFill>
              </a:rPr>
              <a:t>Names </a:t>
            </a:r>
            <a:r>
              <a:rPr lang="en-CA" noProof="0" dirty="0"/>
              <a:t>of </a:t>
            </a:r>
            <a:r>
              <a:rPr lang="en-CA" noProof="0" dirty="0">
                <a:solidFill>
                  <a:srgbClr val="0070C0"/>
                </a:solidFill>
              </a:rPr>
              <a:t>Employees</a:t>
            </a:r>
            <a:r>
              <a:rPr lang="en-CA" noProof="0" dirty="0"/>
              <a:t>, </a:t>
            </a:r>
            <a:r>
              <a:rPr lang="en-CA" noProof="0" dirty="0">
                <a:solidFill>
                  <a:srgbClr val="0070C0"/>
                </a:solidFill>
              </a:rPr>
              <a:t>Residents</a:t>
            </a:r>
            <a:r>
              <a:rPr lang="en-CA" noProof="0" dirty="0"/>
              <a:t> and </a:t>
            </a:r>
            <a:r>
              <a:rPr lang="en-CA" noProof="0" dirty="0">
                <a:solidFill>
                  <a:srgbClr val="0070C0"/>
                </a:solidFill>
              </a:rPr>
              <a:t>Emergency Contacts </a:t>
            </a:r>
            <a:r>
              <a:rPr lang="en-CA" noProof="0" dirty="0"/>
              <a:t>can be split into </a:t>
            </a:r>
            <a:r>
              <a:rPr lang="en-CA" noProof="0" dirty="0">
                <a:solidFill>
                  <a:srgbClr val="C00000"/>
                </a:solidFill>
              </a:rPr>
              <a:t>First Names </a:t>
            </a:r>
            <a:r>
              <a:rPr lang="en-CA" noProof="0" dirty="0"/>
              <a:t>and </a:t>
            </a:r>
            <a:r>
              <a:rPr lang="en-CA" noProof="0" dirty="0">
                <a:solidFill>
                  <a:srgbClr val="C00000"/>
                </a:solidFill>
              </a:rPr>
              <a:t>Last Names</a:t>
            </a:r>
          </a:p>
          <a:p>
            <a:r>
              <a:rPr lang="en-CA" noProof="0" dirty="0"/>
              <a:t>Multi-Value Attributes?</a:t>
            </a:r>
          </a:p>
          <a:p>
            <a:pPr lvl="1"/>
            <a:r>
              <a:rPr lang="en-CA" noProof="0" dirty="0">
                <a:solidFill>
                  <a:srgbClr val="0070C0"/>
                </a:solidFill>
              </a:rPr>
              <a:t>Doctors</a:t>
            </a:r>
            <a:r>
              <a:rPr lang="en-CA" noProof="0" dirty="0"/>
              <a:t> can have multiple </a:t>
            </a:r>
            <a:r>
              <a:rPr lang="en-CA" noProof="0" dirty="0">
                <a:solidFill>
                  <a:srgbClr val="C00000"/>
                </a:solidFill>
              </a:rPr>
              <a:t>Specialisations</a:t>
            </a:r>
            <a:r>
              <a:rPr lang="en-CA" noProof="0" dirty="0"/>
              <a:t> (e.g. Psychiatry and Neurology)</a:t>
            </a:r>
          </a:p>
          <a:p>
            <a:pPr lvl="1"/>
            <a:r>
              <a:rPr lang="en-CA" noProof="0" dirty="0">
                <a:solidFill>
                  <a:srgbClr val="0070C0"/>
                </a:solidFill>
              </a:rPr>
              <a:t>Doctors</a:t>
            </a:r>
            <a:r>
              <a:rPr lang="en-CA" noProof="0" dirty="0"/>
              <a:t> can have multiple </a:t>
            </a:r>
            <a:r>
              <a:rPr lang="en-CA" noProof="0" dirty="0">
                <a:solidFill>
                  <a:srgbClr val="C00000"/>
                </a:solidFill>
              </a:rPr>
              <a:t>Phone Numbers</a:t>
            </a:r>
          </a:p>
          <a:p>
            <a:r>
              <a:rPr lang="en-CA" noProof="0" dirty="0"/>
              <a:t>Total Participation?</a:t>
            </a:r>
          </a:p>
          <a:p>
            <a:pPr lvl="1"/>
            <a:r>
              <a:rPr lang="en-CA" noProof="0" dirty="0">
                <a:solidFill>
                  <a:srgbClr val="0070C0"/>
                </a:solidFill>
              </a:rPr>
              <a:t>Residents</a:t>
            </a:r>
            <a:r>
              <a:rPr lang="en-CA" noProof="0" dirty="0"/>
              <a:t> must be assigned to a </a:t>
            </a:r>
            <a:r>
              <a:rPr lang="en-CA" noProof="0" dirty="0">
                <a:solidFill>
                  <a:srgbClr val="0070C0"/>
                </a:solidFill>
              </a:rPr>
              <a:t>Room</a:t>
            </a:r>
          </a:p>
          <a:p>
            <a:pPr lvl="1"/>
            <a:r>
              <a:rPr lang="en-CA" noProof="0" dirty="0">
                <a:solidFill>
                  <a:srgbClr val="0070C0"/>
                </a:solidFill>
              </a:rPr>
              <a:t>Residents</a:t>
            </a:r>
            <a:r>
              <a:rPr lang="en-CA" noProof="0" dirty="0"/>
              <a:t> must have a Primary </a:t>
            </a:r>
            <a:r>
              <a:rPr lang="en-CA" noProof="0" dirty="0">
                <a:solidFill>
                  <a:srgbClr val="0070C0"/>
                </a:solidFill>
              </a:rPr>
              <a:t>Doctor</a:t>
            </a:r>
          </a:p>
          <a:p>
            <a:pPr lvl="1"/>
            <a:r>
              <a:rPr lang="en-CA" noProof="0" dirty="0">
                <a:solidFill>
                  <a:srgbClr val="0070C0"/>
                </a:solidFill>
              </a:rPr>
              <a:t>Shifts</a:t>
            </a:r>
            <a:r>
              <a:rPr lang="en-CA" noProof="0" dirty="0"/>
              <a:t> must belong to a </a:t>
            </a:r>
            <a:r>
              <a:rPr lang="en-CA" noProof="0" dirty="0">
                <a:solidFill>
                  <a:srgbClr val="0070C0"/>
                </a:solidFill>
              </a:rPr>
              <a:t>Nurse</a:t>
            </a:r>
          </a:p>
          <a:p>
            <a:pPr lvl="1"/>
            <a:r>
              <a:rPr lang="en-CA" noProof="0" dirty="0">
                <a:solidFill>
                  <a:srgbClr val="0070C0"/>
                </a:solidFill>
              </a:rPr>
              <a:t>Emergency Contacts </a:t>
            </a:r>
            <a:r>
              <a:rPr lang="en-CA" noProof="0" dirty="0"/>
              <a:t>must be related to a </a:t>
            </a:r>
            <a:r>
              <a:rPr lang="en-CA" noProof="0" dirty="0">
                <a:solidFill>
                  <a:srgbClr val="0070C0"/>
                </a:solidFill>
              </a:rPr>
              <a:t>Resident</a:t>
            </a:r>
          </a:p>
          <a:p>
            <a:pPr lvl="1"/>
            <a:r>
              <a:rPr lang="en-CA" noProof="0" dirty="0"/>
              <a:t>If we record when an </a:t>
            </a:r>
            <a:r>
              <a:rPr lang="en-CA" noProof="0" dirty="0">
                <a:solidFill>
                  <a:srgbClr val="0070C0"/>
                </a:solidFill>
              </a:rPr>
              <a:t>Assistant </a:t>
            </a:r>
            <a:r>
              <a:rPr lang="en-CA" noProof="0" dirty="0"/>
              <a:t>helps someone, there must be at least one </a:t>
            </a:r>
            <a:r>
              <a:rPr lang="en-CA" noProof="0" dirty="0">
                <a:solidFill>
                  <a:srgbClr val="0070C0"/>
                </a:solidFill>
              </a:rPr>
              <a:t>Resident </a:t>
            </a:r>
            <a:r>
              <a:rPr lang="en-CA" noProof="0" dirty="0"/>
              <a:t>who benefits from this interaction</a:t>
            </a:r>
          </a:p>
          <a:p>
            <a:endParaRPr lang="en-CA" noProof="0" dirty="0"/>
          </a:p>
        </p:txBody>
      </p:sp>
      <p:sp>
        <p:nvSpPr>
          <p:cNvPr id="5" name="TextBox 4">
            <a:extLst>
              <a:ext uri="{FF2B5EF4-FFF2-40B4-BE49-F238E27FC236}">
                <a16:creationId xmlns:a16="http://schemas.microsoft.com/office/drawing/2014/main" id="{ECBAE0E4-35F4-C524-5897-11C58CC7B4AD}"/>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11 of 30</a:t>
            </a:r>
          </a:p>
          <a:p>
            <a:pPr algn="r"/>
            <a:r>
              <a:rPr lang="en-CA" noProof="0" dirty="0">
                <a:solidFill>
                  <a:srgbClr val="002060"/>
                </a:solidFill>
              </a:rPr>
              <a:t>19 January 2026</a:t>
            </a:r>
          </a:p>
        </p:txBody>
      </p:sp>
    </p:spTree>
    <p:extLst>
      <p:ext uri="{BB962C8B-B14F-4D97-AF65-F5344CB8AC3E}">
        <p14:creationId xmlns:p14="http://schemas.microsoft.com/office/powerpoint/2010/main" val="40479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additive="base">
                                        <p:cTn id="3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 calcmode="lin" valueType="num">
                                      <p:cBhvr additive="base">
                                        <p:cTn id="4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7D0B0-C2E0-BC99-8753-51F739618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54EAB-7CC4-FD7E-F63A-AA47E1C6EC17}"/>
              </a:ext>
            </a:extLst>
          </p:cNvPr>
          <p:cNvSpPr>
            <a:spLocks noGrp="1"/>
          </p:cNvSpPr>
          <p:nvPr>
            <p:ph type="title"/>
          </p:nvPr>
        </p:nvSpPr>
        <p:spPr/>
        <p:txBody>
          <a:bodyPr/>
          <a:lstStyle/>
          <a:p>
            <a:r>
              <a:rPr lang="en-CA" noProof="0" dirty="0">
                <a:solidFill>
                  <a:srgbClr val="002060"/>
                </a:solidFill>
              </a:rPr>
              <a:t>WHAT KIND OF RELATIONS?</a:t>
            </a:r>
          </a:p>
        </p:txBody>
      </p:sp>
      <p:sp>
        <p:nvSpPr>
          <p:cNvPr id="3" name="Content Placeholder 2">
            <a:extLst>
              <a:ext uri="{FF2B5EF4-FFF2-40B4-BE49-F238E27FC236}">
                <a16:creationId xmlns:a16="http://schemas.microsoft.com/office/drawing/2014/main" id="{B0673BB3-C632-8A9B-636C-CE06EAAB1B74}"/>
              </a:ext>
            </a:extLst>
          </p:cNvPr>
          <p:cNvSpPr>
            <a:spLocks noGrp="1"/>
          </p:cNvSpPr>
          <p:nvPr>
            <p:ph idx="1"/>
          </p:nvPr>
        </p:nvSpPr>
        <p:spPr/>
        <p:txBody>
          <a:bodyPr/>
          <a:lstStyle/>
          <a:p>
            <a:pPr marL="0" indent="0">
              <a:buNone/>
            </a:pPr>
            <a:r>
              <a:rPr lang="en-CA" b="1" noProof="0" dirty="0"/>
              <a:t>Decide if the following relations are 1:1, 1:N, or N:M</a:t>
            </a:r>
          </a:p>
          <a:p>
            <a:r>
              <a:rPr lang="en-CA" noProof="0" dirty="0"/>
              <a:t>Resident – Emergency Contact </a:t>
            </a:r>
            <a:r>
              <a:rPr lang="en-CA" noProof="0" dirty="0">
                <a:solidFill>
                  <a:schemeClr val="accent3"/>
                </a:solidFill>
              </a:rPr>
              <a:t>1:N (assumption)</a:t>
            </a:r>
          </a:p>
          <a:p>
            <a:r>
              <a:rPr lang="en-CA" noProof="0" dirty="0"/>
              <a:t>Resident – Spouse (who is also a Resident) marriage </a:t>
            </a:r>
            <a:r>
              <a:rPr lang="en-CA" noProof="0" dirty="0">
                <a:solidFill>
                  <a:schemeClr val="accent3"/>
                </a:solidFill>
              </a:rPr>
              <a:t>1:1</a:t>
            </a:r>
          </a:p>
          <a:p>
            <a:r>
              <a:rPr lang="en-CA" noProof="0" dirty="0"/>
              <a:t>Room – Resident </a:t>
            </a:r>
            <a:r>
              <a:rPr lang="en-CA" noProof="0" dirty="0">
                <a:solidFill>
                  <a:schemeClr val="accent3"/>
                </a:solidFill>
              </a:rPr>
              <a:t>1:N</a:t>
            </a:r>
          </a:p>
          <a:p>
            <a:r>
              <a:rPr lang="en-CA" noProof="0" dirty="0"/>
              <a:t>Nurse – Shift </a:t>
            </a:r>
            <a:r>
              <a:rPr lang="en-CA" noProof="0" dirty="0">
                <a:solidFill>
                  <a:schemeClr val="accent3"/>
                </a:solidFill>
              </a:rPr>
              <a:t>1:N</a:t>
            </a:r>
          </a:p>
          <a:p>
            <a:r>
              <a:rPr lang="en-CA" noProof="0" dirty="0"/>
              <a:t>Doctor – Patient (treatment scenario – not primary care) </a:t>
            </a:r>
            <a:r>
              <a:rPr lang="en-CA" noProof="0" dirty="0">
                <a:solidFill>
                  <a:schemeClr val="accent3"/>
                </a:solidFill>
              </a:rPr>
              <a:t>M:N</a:t>
            </a:r>
          </a:p>
          <a:p>
            <a:r>
              <a:rPr lang="en-CA" noProof="0" dirty="0"/>
              <a:t>Primary Care Doctor – Patient </a:t>
            </a:r>
            <a:r>
              <a:rPr lang="en-CA" noProof="0" dirty="0">
                <a:solidFill>
                  <a:schemeClr val="accent3"/>
                </a:solidFill>
              </a:rPr>
              <a:t>1:N</a:t>
            </a:r>
          </a:p>
          <a:p>
            <a:r>
              <a:rPr lang="en-CA" noProof="0" dirty="0"/>
              <a:t>Assistant – Resident interactions (help) </a:t>
            </a:r>
            <a:r>
              <a:rPr lang="en-CA" noProof="0" dirty="0">
                <a:solidFill>
                  <a:schemeClr val="accent3"/>
                </a:solidFill>
              </a:rPr>
              <a:t>1:N</a:t>
            </a:r>
          </a:p>
          <a:p>
            <a:endParaRPr lang="en-CA" noProof="0" dirty="0"/>
          </a:p>
        </p:txBody>
      </p:sp>
      <p:sp>
        <p:nvSpPr>
          <p:cNvPr id="5" name="Rectangle 4">
            <a:extLst>
              <a:ext uri="{FF2B5EF4-FFF2-40B4-BE49-F238E27FC236}">
                <a16:creationId xmlns:a16="http://schemas.microsoft.com/office/drawing/2014/main" id="{80040890-4A91-0396-CCEB-E053148D9C26}"/>
              </a:ext>
            </a:extLst>
          </p:cNvPr>
          <p:cNvSpPr/>
          <p:nvPr/>
        </p:nvSpPr>
        <p:spPr>
          <a:xfrm>
            <a:off x="5917915" y="2393879"/>
            <a:ext cx="2661006" cy="3493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sp>
        <p:nvSpPr>
          <p:cNvPr id="6" name="Rectangle 5">
            <a:extLst>
              <a:ext uri="{FF2B5EF4-FFF2-40B4-BE49-F238E27FC236}">
                <a16:creationId xmlns:a16="http://schemas.microsoft.com/office/drawing/2014/main" id="{B2B437D0-274D-9B53-1F03-D6C8AD779E44}"/>
              </a:ext>
            </a:extLst>
          </p:cNvPr>
          <p:cNvSpPr/>
          <p:nvPr/>
        </p:nvSpPr>
        <p:spPr>
          <a:xfrm>
            <a:off x="9132091" y="2895601"/>
            <a:ext cx="587262" cy="3407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sp>
        <p:nvSpPr>
          <p:cNvPr id="7" name="Rectangle 6">
            <a:extLst>
              <a:ext uri="{FF2B5EF4-FFF2-40B4-BE49-F238E27FC236}">
                <a16:creationId xmlns:a16="http://schemas.microsoft.com/office/drawing/2014/main" id="{82C61E36-DDEA-804A-7818-0489A7374406}"/>
              </a:ext>
            </a:extLst>
          </p:cNvPr>
          <p:cNvSpPr/>
          <p:nvPr/>
        </p:nvSpPr>
        <p:spPr>
          <a:xfrm>
            <a:off x="3787817" y="3429000"/>
            <a:ext cx="587262" cy="3407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sp>
        <p:nvSpPr>
          <p:cNvPr id="8" name="Rectangle 7">
            <a:extLst>
              <a:ext uri="{FF2B5EF4-FFF2-40B4-BE49-F238E27FC236}">
                <a16:creationId xmlns:a16="http://schemas.microsoft.com/office/drawing/2014/main" id="{6926EA7C-A9FC-67AF-557F-F0B105DE8FBB}"/>
              </a:ext>
            </a:extLst>
          </p:cNvPr>
          <p:cNvSpPr/>
          <p:nvPr/>
        </p:nvSpPr>
        <p:spPr>
          <a:xfrm>
            <a:off x="3200555" y="3925247"/>
            <a:ext cx="587262" cy="3407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sp>
        <p:nvSpPr>
          <p:cNvPr id="9" name="Rectangle 8">
            <a:extLst>
              <a:ext uri="{FF2B5EF4-FFF2-40B4-BE49-F238E27FC236}">
                <a16:creationId xmlns:a16="http://schemas.microsoft.com/office/drawing/2014/main" id="{4382F30E-B403-533D-D95C-4666247CDE83}"/>
              </a:ext>
            </a:extLst>
          </p:cNvPr>
          <p:cNvSpPr/>
          <p:nvPr/>
        </p:nvSpPr>
        <p:spPr>
          <a:xfrm>
            <a:off x="9719353" y="4365902"/>
            <a:ext cx="587262" cy="3407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sp>
        <p:nvSpPr>
          <p:cNvPr id="10" name="Rectangle 9">
            <a:extLst>
              <a:ext uri="{FF2B5EF4-FFF2-40B4-BE49-F238E27FC236}">
                <a16:creationId xmlns:a16="http://schemas.microsoft.com/office/drawing/2014/main" id="{684C4A09-0FE2-0B77-4ABA-2F40E287D90C}"/>
              </a:ext>
            </a:extLst>
          </p:cNvPr>
          <p:cNvSpPr/>
          <p:nvPr/>
        </p:nvSpPr>
        <p:spPr>
          <a:xfrm>
            <a:off x="5719359" y="4917897"/>
            <a:ext cx="587262" cy="3407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sp>
        <p:nvSpPr>
          <p:cNvPr id="11" name="Rectangle 10">
            <a:extLst>
              <a:ext uri="{FF2B5EF4-FFF2-40B4-BE49-F238E27FC236}">
                <a16:creationId xmlns:a16="http://schemas.microsoft.com/office/drawing/2014/main" id="{12932E6F-F2F2-3128-482E-538D0052293C}"/>
              </a:ext>
            </a:extLst>
          </p:cNvPr>
          <p:cNvSpPr/>
          <p:nvPr/>
        </p:nvSpPr>
        <p:spPr>
          <a:xfrm>
            <a:off x="7213470" y="5503525"/>
            <a:ext cx="587262" cy="3407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sp>
        <p:nvSpPr>
          <p:cNvPr id="12" name="TextBox 11">
            <a:extLst>
              <a:ext uri="{FF2B5EF4-FFF2-40B4-BE49-F238E27FC236}">
                <a16:creationId xmlns:a16="http://schemas.microsoft.com/office/drawing/2014/main" id="{A7958E56-7A10-8444-1BC5-26233AB3F6CD}"/>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12 of 30</a:t>
            </a:r>
          </a:p>
          <a:p>
            <a:pPr algn="r"/>
            <a:r>
              <a:rPr lang="en-CA" noProof="0" dirty="0">
                <a:solidFill>
                  <a:srgbClr val="002060"/>
                </a:solidFill>
              </a:rPr>
              <a:t>19 January 2026</a:t>
            </a:r>
          </a:p>
        </p:txBody>
      </p:sp>
    </p:spTree>
    <p:extLst>
      <p:ext uri="{BB962C8B-B14F-4D97-AF65-F5344CB8AC3E}">
        <p14:creationId xmlns:p14="http://schemas.microsoft.com/office/powerpoint/2010/main" val="243054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7"/>
                                        </p:tgtEl>
                                        <p:attrNameLst>
                                          <p:attrName>ppt_x</p:attrName>
                                        </p:attrNameLst>
                                      </p:cBhvr>
                                      <p:tavLst>
                                        <p:tav tm="0">
                                          <p:val>
                                            <p:strVal val="ppt_x"/>
                                          </p:val>
                                        </p:tav>
                                        <p:tav tm="100000">
                                          <p:val>
                                            <p:strVal val="ppt_x"/>
                                          </p:val>
                                        </p:tav>
                                      </p:tavLst>
                                    </p:anim>
                                    <p:anim calcmode="lin" valueType="num">
                                      <p:cBhvr additive="base">
                                        <p:cTn id="19" dur="500"/>
                                        <p:tgtEl>
                                          <p:spTgt spid="7"/>
                                        </p:tgtEl>
                                        <p:attrNameLst>
                                          <p:attrName>ppt_y</p:attrName>
                                        </p:attrNameLst>
                                      </p:cBhvr>
                                      <p:tavLst>
                                        <p:tav tm="0">
                                          <p:val>
                                            <p:strVal val="ppt_y"/>
                                          </p:val>
                                        </p:tav>
                                        <p:tav tm="100000">
                                          <p:val>
                                            <p:strVal val="1+ppt_h/2"/>
                                          </p:val>
                                        </p:tav>
                                      </p:tavLst>
                                    </p:anim>
                                    <p:set>
                                      <p:cBhvr>
                                        <p:cTn id="20" dur="1" fill="hold">
                                          <p:stCondLst>
                                            <p:cond delay="499"/>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8"/>
                                        </p:tgtEl>
                                        <p:attrNameLst>
                                          <p:attrName>ppt_x</p:attrName>
                                        </p:attrNameLst>
                                      </p:cBhvr>
                                      <p:tavLst>
                                        <p:tav tm="0">
                                          <p:val>
                                            <p:strVal val="ppt_x"/>
                                          </p:val>
                                        </p:tav>
                                        <p:tav tm="100000">
                                          <p:val>
                                            <p:strVal val="ppt_x"/>
                                          </p:val>
                                        </p:tav>
                                      </p:tavLst>
                                    </p:anim>
                                    <p:anim calcmode="lin" valueType="num">
                                      <p:cBhvr additive="base">
                                        <p:cTn id="25" dur="500"/>
                                        <p:tgtEl>
                                          <p:spTgt spid="8"/>
                                        </p:tgtEl>
                                        <p:attrNameLst>
                                          <p:attrName>ppt_y</p:attrName>
                                        </p:attrNameLst>
                                      </p:cBhvr>
                                      <p:tavLst>
                                        <p:tav tm="0">
                                          <p:val>
                                            <p:strVal val="ppt_y"/>
                                          </p:val>
                                        </p:tav>
                                        <p:tav tm="100000">
                                          <p:val>
                                            <p:strVal val="1+ppt_h/2"/>
                                          </p:val>
                                        </p:tav>
                                      </p:tavLst>
                                    </p:anim>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9"/>
                                        </p:tgtEl>
                                        <p:attrNameLst>
                                          <p:attrName>ppt_x</p:attrName>
                                        </p:attrNameLst>
                                      </p:cBhvr>
                                      <p:tavLst>
                                        <p:tav tm="0">
                                          <p:val>
                                            <p:strVal val="ppt_x"/>
                                          </p:val>
                                        </p:tav>
                                        <p:tav tm="100000">
                                          <p:val>
                                            <p:strVal val="ppt_x"/>
                                          </p:val>
                                        </p:tav>
                                      </p:tavLst>
                                    </p:anim>
                                    <p:anim calcmode="lin" valueType="num">
                                      <p:cBhvr additive="base">
                                        <p:cTn id="31" dur="500"/>
                                        <p:tgtEl>
                                          <p:spTgt spid="9"/>
                                        </p:tgtEl>
                                        <p:attrNameLst>
                                          <p:attrName>ppt_y</p:attrName>
                                        </p:attrNameLst>
                                      </p:cBhvr>
                                      <p:tavLst>
                                        <p:tav tm="0">
                                          <p:val>
                                            <p:strVal val="ppt_y"/>
                                          </p:val>
                                        </p:tav>
                                        <p:tav tm="100000">
                                          <p:val>
                                            <p:strVal val="1+ppt_h/2"/>
                                          </p:val>
                                        </p:tav>
                                      </p:tavLst>
                                    </p:anim>
                                    <p:set>
                                      <p:cBhvr>
                                        <p:cTn id="32" dur="1" fill="hold">
                                          <p:stCondLst>
                                            <p:cond delay="4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additive="base">
                                        <p:cTn id="36" dur="500"/>
                                        <p:tgtEl>
                                          <p:spTgt spid="10"/>
                                        </p:tgtEl>
                                        <p:attrNameLst>
                                          <p:attrName>ppt_x</p:attrName>
                                        </p:attrNameLst>
                                      </p:cBhvr>
                                      <p:tavLst>
                                        <p:tav tm="0">
                                          <p:val>
                                            <p:strVal val="ppt_x"/>
                                          </p:val>
                                        </p:tav>
                                        <p:tav tm="100000">
                                          <p:val>
                                            <p:strVal val="ppt_x"/>
                                          </p:val>
                                        </p:tav>
                                      </p:tavLst>
                                    </p:anim>
                                    <p:anim calcmode="lin" valueType="num">
                                      <p:cBhvr additive="base">
                                        <p:cTn id="37" dur="500"/>
                                        <p:tgtEl>
                                          <p:spTgt spid="10"/>
                                        </p:tgtEl>
                                        <p:attrNameLst>
                                          <p:attrName>ppt_y</p:attrName>
                                        </p:attrNameLst>
                                      </p:cBhvr>
                                      <p:tavLst>
                                        <p:tav tm="0">
                                          <p:val>
                                            <p:strVal val="ppt_y"/>
                                          </p:val>
                                        </p:tav>
                                        <p:tav tm="100000">
                                          <p:val>
                                            <p:strVal val="1+ppt_h/2"/>
                                          </p:val>
                                        </p:tav>
                                      </p:tavLst>
                                    </p:anim>
                                    <p:set>
                                      <p:cBhvr>
                                        <p:cTn id="38" dur="1" fill="hold">
                                          <p:stCondLst>
                                            <p:cond delay="499"/>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11"/>
                                        </p:tgtEl>
                                        <p:attrNameLst>
                                          <p:attrName>ppt_x</p:attrName>
                                        </p:attrNameLst>
                                      </p:cBhvr>
                                      <p:tavLst>
                                        <p:tav tm="0">
                                          <p:val>
                                            <p:strVal val="ppt_x"/>
                                          </p:val>
                                        </p:tav>
                                        <p:tav tm="100000">
                                          <p:val>
                                            <p:strVal val="ppt_x"/>
                                          </p:val>
                                        </p:tav>
                                      </p:tavLst>
                                    </p:anim>
                                    <p:anim calcmode="lin" valueType="num">
                                      <p:cBhvr additive="base">
                                        <p:cTn id="43" dur="500"/>
                                        <p:tgtEl>
                                          <p:spTgt spid="11"/>
                                        </p:tgtEl>
                                        <p:attrNameLst>
                                          <p:attrName>ppt_y</p:attrName>
                                        </p:attrNameLst>
                                      </p:cBhvr>
                                      <p:tavLst>
                                        <p:tav tm="0">
                                          <p:val>
                                            <p:strVal val="ppt_y"/>
                                          </p:val>
                                        </p:tav>
                                        <p:tav tm="100000">
                                          <p:val>
                                            <p:strVal val="1+ppt_h/2"/>
                                          </p:val>
                                        </p:tav>
                                      </p:tavLst>
                                    </p:anim>
                                    <p:set>
                                      <p:cBhvr>
                                        <p:cTn id="44"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F3698-6562-26B6-7E84-61DEA2D5D2D0}"/>
              </a:ext>
            </a:extLst>
          </p:cNvPr>
          <p:cNvSpPr>
            <a:spLocks noGrp="1"/>
          </p:cNvSpPr>
          <p:nvPr>
            <p:ph type="title"/>
          </p:nvPr>
        </p:nvSpPr>
        <p:spPr/>
        <p:txBody>
          <a:bodyPr/>
          <a:lstStyle/>
          <a:p>
            <a:r>
              <a:rPr lang="en-CA" noProof="0" dirty="0">
                <a:solidFill>
                  <a:srgbClr val="002060"/>
                </a:solidFill>
              </a:rPr>
              <a:t>NOW WE FULLY UNDERSTAND THE SCENARIO</a:t>
            </a:r>
          </a:p>
        </p:txBody>
      </p:sp>
      <p:sp>
        <p:nvSpPr>
          <p:cNvPr id="3" name="Text Placeholder 2">
            <a:extLst>
              <a:ext uri="{FF2B5EF4-FFF2-40B4-BE49-F238E27FC236}">
                <a16:creationId xmlns:a16="http://schemas.microsoft.com/office/drawing/2014/main" id="{E0BA3A84-9612-422E-6920-14870645068C}"/>
              </a:ext>
            </a:extLst>
          </p:cNvPr>
          <p:cNvSpPr>
            <a:spLocks noGrp="1"/>
          </p:cNvSpPr>
          <p:nvPr>
            <p:ph type="body" idx="1"/>
          </p:nvPr>
        </p:nvSpPr>
        <p:spPr/>
        <p:txBody>
          <a:bodyPr/>
          <a:lstStyle/>
          <a:p>
            <a:r>
              <a:rPr lang="en-CA" noProof="0" dirty="0">
                <a:solidFill>
                  <a:schemeClr val="tx1"/>
                </a:solidFill>
              </a:rPr>
              <a:t>SO, LET’S START THE FINAL STEP – DRAWING</a:t>
            </a:r>
          </a:p>
        </p:txBody>
      </p:sp>
      <p:sp>
        <p:nvSpPr>
          <p:cNvPr id="5" name="TextBox 4">
            <a:extLst>
              <a:ext uri="{FF2B5EF4-FFF2-40B4-BE49-F238E27FC236}">
                <a16:creationId xmlns:a16="http://schemas.microsoft.com/office/drawing/2014/main" id="{E5D86122-7CD2-02B0-4EAA-B3A53D965075}"/>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13 of 30</a:t>
            </a:r>
          </a:p>
          <a:p>
            <a:pPr algn="r"/>
            <a:r>
              <a:rPr lang="en-CA" noProof="0" dirty="0">
                <a:solidFill>
                  <a:srgbClr val="002060"/>
                </a:solidFill>
              </a:rPr>
              <a:t>19 January 2026</a:t>
            </a:r>
          </a:p>
        </p:txBody>
      </p:sp>
    </p:spTree>
    <p:extLst>
      <p:ext uri="{BB962C8B-B14F-4D97-AF65-F5344CB8AC3E}">
        <p14:creationId xmlns:p14="http://schemas.microsoft.com/office/powerpoint/2010/main" val="432971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9D682-78B4-325B-B531-7C4D21AFD163}"/>
              </a:ext>
            </a:extLst>
          </p:cNvPr>
          <p:cNvSpPr>
            <a:spLocks noGrp="1"/>
          </p:cNvSpPr>
          <p:nvPr>
            <p:ph type="title"/>
          </p:nvPr>
        </p:nvSpPr>
        <p:spPr/>
        <p:txBody>
          <a:bodyPr/>
          <a:lstStyle/>
          <a:p>
            <a:r>
              <a:rPr lang="en-CA" noProof="0" dirty="0">
                <a:solidFill>
                  <a:srgbClr val="002060"/>
                </a:solidFill>
              </a:rPr>
              <a:t>DRAWING RESIDENTS/</a:t>
            </a:r>
            <a:br>
              <a:rPr lang="en-CA" noProof="0" dirty="0">
                <a:solidFill>
                  <a:srgbClr val="002060"/>
                </a:solidFill>
              </a:rPr>
            </a:br>
            <a:r>
              <a:rPr lang="en-CA" noProof="0" dirty="0">
                <a:solidFill>
                  <a:srgbClr val="002060"/>
                </a:solidFill>
              </a:rPr>
              <a:t>EMERGENCY CONTACTS (1/4)</a:t>
            </a:r>
          </a:p>
        </p:txBody>
      </p:sp>
      <p:sp>
        <p:nvSpPr>
          <p:cNvPr id="3" name="Content Placeholder 2">
            <a:extLst>
              <a:ext uri="{FF2B5EF4-FFF2-40B4-BE49-F238E27FC236}">
                <a16:creationId xmlns:a16="http://schemas.microsoft.com/office/drawing/2014/main" id="{BD4701A9-EB71-F16F-3FBB-7B8DE957FCDB}"/>
              </a:ext>
            </a:extLst>
          </p:cNvPr>
          <p:cNvSpPr>
            <a:spLocks noGrp="1"/>
          </p:cNvSpPr>
          <p:nvPr>
            <p:ph sz="half" idx="1"/>
          </p:nvPr>
        </p:nvSpPr>
        <p:spPr>
          <a:xfrm>
            <a:off x="911353" y="1903000"/>
            <a:ext cx="10702191" cy="4497800"/>
          </a:xfrm>
        </p:spPr>
        <p:txBody>
          <a:bodyPr>
            <a:normAutofit/>
          </a:bodyPr>
          <a:lstStyle/>
          <a:p>
            <a:pPr marL="0" indent="0">
              <a:buNone/>
            </a:pPr>
            <a:r>
              <a:rPr lang="en-CA" sz="1800" noProof="0" dirty="0"/>
              <a:t>RESIDENTS:</a:t>
            </a:r>
          </a:p>
          <a:p>
            <a:r>
              <a:rPr lang="en-CA" sz="1800" noProof="0" dirty="0"/>
              <a:t>“…wishes to store information about their </a:t>
            </a:r>
            <a:r>
              <a:rPr lang="en-CA" sz="1800" b="1" noProof="0" dirty="0">
                <a:solidFill>
                  <a:srgbClr val="0070C0"/>
                </a:solidFill>
              </a:rPr>
              <a:t>residents</a:t>
            </a:r>
            <a:r>
              <a:rPr lang="en-CA" sz="1800" noProof="0" dirty="0"/>
              <a:t> including their </a:t>
            </a:r>
            <a:r>
              <a:rPr lang="en-CA" sz="1800" b="1" noProof="0" dirty="0">
                <a:solidFill>
                  <a:srgbClr val="C00000"/>
                </a:solidFill>
              </a:rPr>
              <a:t>names</a:t>
            </a:r>
            <a:r>
              <a:rPr lang="en-CA" sz="1800" noProof="0" dirty="0"/>
              <a:t>, </a:t>
            </a:r>
            <a:r>
              <a:rPr lang="en-CA" sz="1800" b="1" noProof="0" dirty="0">
                <a:solidFill>
                  <a:srgbClr val="C00000"/>
                </a:solidFill>
              </a:rPr>
              <a:t>ages</a:t>
            </a:r>
            <a:r>
              <a:rPr lang="en-CA" sz="1800" noProof="0" dirty="0"/>
              <a:t>, </a:t>
            </a:r>
            <a:r>
              <a:rPr lang="en-CA" sz="1800" b="1" noProof="0" dirty="0">
                <a:solidFill>
                  <a:srgbClr val="C00000"/>
                </a:solidFill>
              </a:rPr>
              <a:t>date of birth</a:t>
            </a:r>
            <a:r>
              <a:rPr lang="en-CA" sz="1800" noProof="0" dirty="0"/>
              <a:t>, </a:t>
            </a:r>
            <a:r>
              <a:rPr lang="en-CA" sz="1800" b="1" noProof="0" dirty="0">
                <a:solidFill>
                  <a:schemeClr val="accent3"/>
                </a:solidFill>
              </a:rPr>
              <a:t>OHIP numbers</a:t>
            </a:r>
            <a:r>
              <a:rPr lang="en-CA" sz="1800" noProof="0" dirty="0"/>
              <a:t>…”</a:t>
            </a:r>
          </a:p>
          <a:p>
            <a:r>
              <a:rPr lang="en-CA" sz="1800" noProof="0" dirty="0"/>
              <a:t>We decided the following</a:t>
            </a:r>
          </a:p>
          <a:p>
            <a:pPr lvl="1"/>
            <a:r>
              <a:rPr lang="en-CA" sz="1800" noProof="0" dirty="0">
                <a:solidFill>
                  <a:srgbClr val="C00000"/>
                </a:solidFill>
              </a:rPr>
              <a:t>Age</a:t>
            </a:r>
            <a:r>
              <a:rPr lang="en-CA" sz="1800" noProof="0" dirty="0"/>
              <a:t> is a derived attribute</a:t>
            </a:r>
          </a:p>
          <a:p>
            <a:pPr lvl="1"/>
            <a:r>
              <a:rPr lang="en-CA" sz="1800" noProof="0" dirty="0">
                <a:solidFill>
                  <a:srgbClr val="C00000"/>
                </a:solidFill>
              </a:rPr>
              <a:t>Name</a:t>
            </a:r>
            <a:r>
              <a:rPr lang="en-CA" sz="1800" noProof="0" dirty="0"/>
              <a:t> is a composite attribute</a:t>
            </a:r>
          </a:p>
        </p:txBody>
      </p:sp>
      <p:sp>
        <p:nvSpPr>
          <p:cNvPr id="6" name="Rectangle 5">
            <a:extLst>
              <a:ext uri="{FF2B5EF4-FFF2-40B4-BE49-F238E27FC236}">
                <a16:creationId xmlns:a16="http://schemas.microsoft.com/office/drawing/2014/main" id="{6E39EB64-7AA1-E99E-5326-295E49E12535}"/>
              </a:ext>
            </a:extLst>
          </p:cNvPr>
          <p:cNvSpPr/>
          <p:nvPr/>
        </p:nvSpPr>
        <p:spPr>
          <a:xfrm>
            <a:off x="9108089" y="4553871"/>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Resident</a:t>
            </a:r>
          </a:p>
        </p:txBody>
      </p:sp>
      <p:sp>
        <p:nvSpPr>
          <p:cNvPr id="7" name="Oval 6">
            <a:extLst>
              <a:ext uri="{FF2B5EF4-FFF2-40B4-BE49-F238E27FC236}">
                <a16:creationId xmlns:a16="http://schemas.microsoft.com/office/drawing/2014/main" id="{316A97B1-DD1E-CF0D-F9CD-276D710E2CC4}"/>
              </a:ext>
            </a:extLst>
          </p:cNvPr>
          <p:cNvSpPr/>
          <p:nvPr/>
        </p:nvSpPr>
        <p:spPr>
          <a:xfrm>
            <a:off x="6165249" y="411270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u="sng" noProof="0" dirty="0">
                <a:solidFill>
                  <a:srgbClr val="C00000"/>
                </a:solidFill>
              </a:rPr>
              <a:t>OHIP</a:t>
            </a:r>
          </a:p>
        </p:txBody>
      </p:sp>
      <p:sp>
        <p:nvSpPr>
          <p:cNvPr id="8" name="Oval 7">
            <a:extLst>
              <a:ext uri="{FF2B5EF4-FFF2-40B4-BE49-F238E27FC236}">
                <a16:creationId xmlns:a16="http://schemas.microsoft.com/office/drawing/2014/main" id="{788247CB-ED91-0056-7E29-0EE2A6CE4EF1}"/>
              </a:ext>
            </a:extLst>
          </p:cNvPr>
          <p:cNvSpPr/>
          <p:nvPr/>
        </p:nvSpPr>
        <p:spPr>
          <a:xfrm>
            <a:off x="7628289" y="5376576"/>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Name</a:t>
            </a:r>
          </a:p>
        </p:txBody>
      </p:sp>
      <p:sp>
        <p:nvSpPr>
          <p:cNvPr id="9" name="Oval 8">
            <a:extLst>
              <a:ext uri="{FF2B5EF4-FFF2-40B4-BE49-F238E27FC236}">
                <a16:creationId xmlns:a16="http://schemas.microsoft.com/office/drawing/2014/main" id="{D54A1E0F-F4B5-A35A-B108-5CC4FFF40EA3}"/>
              </a:ext>
            </a:extLst>
          </p:cNvPr>
          <p:cNvSpPr/>
          <p:nvPr/>
        </p:nvSpPr>
        <p:spPr>
          <a:xfrm>
            <a:off x="5860446" y="4955572"/>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First Name</a:t>
            </a:r>
          </a:p>
        </p:txBody>
      </p:sp>
      <p:sp>
        <p:nvSpPr>
          <p:cNvPr id="10" name="Oval 9">
            <a:extLst>
              <a:ext uri="{FF2B5EF4-FFF2-40B4-BE49-F238E27FC236}">
                <a16:creationId xmlns:a16="http://schemas.microsoft.com/office/drawing/2014/main" id="{556E4095-5238-39EB-9FE9-59C0143B1638}"/>
              </a:ext>
            </a:extLst>
          </p:cNvPr>
          <p:cNvSpPr/>
          <p:nvPr/>
        </p:nvSpPr>
        <p:spPr>
          <a:xfrm>
            <a:off x="5894737" y="569204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Last Name</a:t>
            </a:r>
          </a:p>
        </p:txBody>
      </p:sp>
      <p:sp>
        <p:nvSpPr>
          <p:cNvPr id="11" name="Oval 10">
            <a:extLst>
              <a:ext uri="{FF2B5EF4-FFF2-40B4-BE49-F238E27FC236}">
                <a16:creationId xmlns:a16="http://schemas.microsoft.com/office/drawing/2014/main" id="{C31B7CBF-3BA3-E385-9D60-B045997F12FD}"/>
              </a:ext>
            </a:extLst>
          </p:cNvPr>
          <p:cNvSpPr/>
          <p:nvPr/>
        </p:nvSpPr>
        <p:spPr>
          <a:xfrm>
            <a:off x="6896769" y="3429000"/>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Date of Birth</a:t>
            </a:r>
          </a:p>
        </p:txBody>
      </p:sp>
      <p:sp>
        <p:nvSpPr>
          <p:cNvPr id="12" name="Oval 11">
            <a:extLst>
              <a:ext uri="{FF2B5EF4-FFF2-40B4-BE49-F238E27FC236}">
                <a16:creationId xmlns:a16="http://schemas.microsoft.com/office/drawing/2014/main" id="{2A5ED5A2-C647-4920-1C4C-7C0437A8518E}"/>
              </a:ext>
            </a:extLst>
          </p:cNvPr>
          <p:cNvSpPr/>
          <p:nvPr/>
        </p:nvSpPr>
        <p:spPr>
          <a:xfrm>
            <a:off x="8428389" y="3164300"/>
            <a:ext cx="1463040" cy="630936"/>
          </a:xfrm>
          <a:prstGeom prst="ellipse">
            <a:avLst/>
          </a:prstGeom>
          <a:solidFill>
            <a:schemeClr val="bg1"/>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Age</a:t>
            </a:r>
          </a:p>
        </p:txBody>
      </p:sp>
      <p:cxnSp>
        <p:nvCxnSpPr>
          <p:cNvPr id="21" name="Straight Connector 20">
            <a:extLst>
              <a:ext uri="{FF2B5EF4-FFF2-40B4-BE49-F238E27FC236}">
                <a16:creationId xmlns:a16="http://schemas.microsoft.com/office/drawing/2014/main" id="{0EFDA874-A58F-20BB-A101-64BC159D7B8A}"/>
              </a:ext>
            </a:extLst>
          </p:cNvPr>
          <p:cNvCxnSpPr>
            <a:stCxn id="12" idx="4"/>
            <a:endCxn id="6" idx="0"/>
          </p:cNvCxnSpPr>
          <p:nvPr/>
        </p:nvCxnSpPr>
        <p:spPr>
          <a:xfrm>
            <a:off x="9159909" y="3795236"/>
            <a:ext cx="629408" cy="758635"/>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F912D753-ABD6-0339-8CC0-0713A0B73B75}"/>
              </a:ext>
            </a:extLst>
          </p:cNvPr>
          <p:cNvCxnSpPr>
            <a:stCxn id="11" idx="5"/>
            <a:endCxn id="6" idx="0"/>
          </p:cNvCxnSpPr>
          <p:nvPr/>
        </p:nvCxnSpPr>
        <p:spPr>
          <a:xfrm>
            <a:off x="8145552" y="3967538"/>
            <a:ext cx="1643765" cy="586333"/>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B627DC93-11CB-93E2-9D93-1A3F2BF1F95F}"/>
              </a:ext>
            </a:extLst>
          </p:cNvPr>
          <p:cNvCxnSpPr>
            <a:stCxn id="7" idx="6"/>
            <a:endCxn id="6" idx="1"/>
          </p:cNvCxnSpPr>
          <p:nvPr/>
        </p:nvCxnSpPr>
        <p:spPr>
          <a:xfrm>
            <a:off x="7628289" y="4428172"/>
            <a:ext cx="1479800" cy="377159"/>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20EB06E8-A7A1-7716-6EE7-BB006A1AD9D5}"/>
              </a:ext>
            </a:extLst>
          </p:cNvPr>
          <p:cNvCxnSpPr>
            <a:stCxn id="9" idx="6"/>
            <a:endCxn id="8" idx="1"/>
          </p:cNvCxnSpPr>
          <p:nvPr/>
        </p:nvCxnSpPr>
        <p:spPr>
          <a:xfrm>
            <a:off x="7323486" y="5271040"/>
            <a:ext cx="519060" cy="197934"/>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D95A3935-7062-E40F-7075-19A698896F11}"/>
              </a:ext>
            </a:extLst>
          </p:cNvPr>
          <p:cNvCxnSpPr>
            <a:stCxn id="10" idx="6"/>
            <a:endCxn id="8" idx="3"/>
          </p:cNvCxnSpPr>
          <p:nvPr/>
        </p:nvCxnSpPr>
        <p:spPr>
          <a:xfrm flipV="1">
            <a:off x="7357777" y="5915114"/>
            <a:ext cx="484769" cy="92398"/>
          </a:xfrm>
          <a:prstGeom prst="line">
            <a:avLst/>
          </a:prstGeom>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C250BCD5-4210-F96F-9073-873CA4134B81}"/>
              </a:ext>
            </a:extLst>
          </p:cNvPr>
          <p:cNvCxnSpPr>
            <a:stCxn id="8" idx="0"/>
            <a:endCxn id="6" idx="1"/>
          </p:cNvCxnSpPr>
          <p:nvPr/>
        </p:nvCxnSpPr>
        <p:spPr>
          <a:xfrm flipV="1">
            <a:off x="8359809" y="4805331"/>
            <a:ext cx="748280" cy="571245"/>
          </a:xfrm>
          <a:prstGeom prst="line">
            <a:avLst/>
          </a:prstGeom>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CF8EBC1D-BB21-D6E7-6E55-706B09B3AE6B}"/>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14 of 30</a:t>
            </a:r>
          </a:p>
          <a:p>
            <a:pPr algn="r"/>
            <a:r>
              <a:rPr lang="en-CA" noProof="0" dirty="0">
                <a:solidFill>
                  <a:srgbClr val="002060"/>
                </a:solidFill>
              </a:rPr>
              <a:t>19 January 2026</a:t>
            </a:r>
          </a:p>
        </p:txBody>
      </p:sp>
    </p:spTree>
    <p:extLst>
      <p:ext uri="{BB962C8B-B14F-4D97-AF65-F5344CB8AC3E}">
        <p14:creationId xmlns:p14="http://schemas.microsoft.com/office/powerpoint/2010/main" val="390430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ppt_x"/>
                                          </p:val>
                                        </p:tav>
                                        <p:tav tm="100000">
                                          <p:val>
                                            <p:strVal val="#ppt_x"/>
                                          </p:val>
                                        </p:tav>
                                      </p:tavLst>
                                    </p:anim>
                                    <p:anim calcmode="lin" valueType="num">
                                      <p:cBhvr additive="base">
                                        <p:cTn id="48" dur="500" fill="hold"/>
                                        <p:tgtEl>
                                          <p:spTgt spid="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ppt_x</p:attrName>
                                        </p:attrNameLst>
                                      </p:cBhvr>
                                      <p:tavLst>
                                        <p:tav tm="0">
                                          <p:val>
                                            <p:strVal val="#ppt_x"/>
                                          </p:val>
                                        </p:tav>
                                        <p:tav tm="100000">
                                          <p:val>
                                            <p:strVal val="#ppt_x"/>
                                          </p:val>
                                        </p:tav>
                                      </p:tavLst>
                                    </p:anim>
                                    <p:anim calcmode="lin" valueType="num">
                                      <p:cBhvr additive="base">
                                        <p:cTn id="52" dur="500" fill="hold"/>
                                        <p:tgtEl>
                                          <p:spTgt spid="1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ppt_x"/>
                                          </p:val>
                                        </p:tav>
                                        <p:tav tm="100000">
                                          <p:val>
                                            <p:strVal val="#ppt_x"/>
                                          </p:val>
                                        </p:tav>
                                      </p:tavLst>
                                    </p:anim>
                                    <p:anim calcmode="lin" valueType="num">
                                      <p:cBhvr additive="base">
                                        <p:cTn id="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8B4A4-0B85-5C16-4CD2-B8802AD4F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4892C-EB98-307B-4C55-F33BC738722B}"/>
              </a:ext>
            </a:extLst>
          </p:cNvPr>
          <p:cNvSpPr>
            <a:spLocks noGrp="1"/>
          </p:cNvSpPr>
          <p:nvPr>
            <p:ph type="title"/>
          </p:nvPr>
        </p:nvSpPr>
        <p:spPr/>
        <p:txBody>
          <a:bodyPr/>
          <a:lstStyle/>
          <a:p>
            <a:r>
              <a:rPr lang="en-CA" noProof="0" dirty="0">
                <a:solidFill>
                  <a:srgbClr val="002060"/>
                </a:solidFill>
              </a:rPr>
              <a:t>DRAWING RESIDENTS/</a:t>
            </a:r>
            <a:br>
              <a:rPr lang="en-CA" noProof="0" dirty="0">
                <a:solidFill>
                  <a:srgbClr val="002060"/>
                </a:solidFill>
              </a:rPr>
            </a:br>
            <a:r>
              <a:rPr lang="en-CA" noProof="0" dirty="0">
                <a:solidFill>
                  <a:srgbClr val="002060"/>
                </a:solidFill>
              </a:rPr>
              <a:t>EMERGENCY CONTACTS (2/4)</a:t>
            </a:r>
          </a:p>
        </p:txBody>
      </p:sp>
      <p:sp>
        <p:nvSpPr>
          <p:cNvPr id="3" name="Content Placeholder 2">
            <a:extLst>
              <a:ext uri="{FF2B5EF4-FFF2-40B4-BE49-F238E27FC236}">
                <a16:creationId xmlns:a16="http://schemas.microsoft.com/office/drawing/2014/main" id="{B0D7953F-8AAA-A9D7-4D0A-6CCD0D7EE9D2}"/>
              </a:ext>
            </a:extLst>
          </p:cNvPr>
          <p:cNvSpPr>
            <a:spLocks noGrp="1"/>
          </p:cNvSpPr>
          <p:nvPr>
            <p:ph sz="half" idx="1"/>
          </p:nvPr>
        </p:nvSpPr>
        <p:spPr>
          <a:xfrm>
            <a:off x="838200" y="1690688"/>
            <a:ext cx="10445496" cy="4873753"/>
          </a:xfrm>
        </p:spPr>
        <p:txBody>
          <a:bodyPr>
            <a:normAutofit/>
          </a:bodyPr>
          <a:lstStyle/>
          <a:p>
            <a:pPr marL="0" indent="0">
              <a:buNone/>
            </a:pPr>
            <a:r>
              <a:rPr lang="en-CA" sz="1800" noProof="0" dirty="0"/>
              <a:t>RESIDENTS:</a:t>
            </a:r>
          </a:p>
          <a:p>
            <a:r>
              <a:rPr lang="en-CA" sz="1800" noProof="0" dirty="0"/>
              <a:t>“Many of the residents in Eldercare are </a:t>
            </a:r>
            <a:r>
              <a:rPr lang="en-CA" sz="1800" b="1" noProof="0" dirty="0">
                <a:solidFill>
                  <a:srgbClr val="7030A0"/>
                </a:solidFill>
              </a:rPr>
              <a:t>married couples</a:t>
            </a:r>
            <a:r>
              <a:rPr lang="en-CA" sz="1800" noProof="0" dirty="0"/>
              <a:t>”</a:t>
            </a:r>
          </a:p>
          <a:p>
            <a:r>
              <a:rPr lang="en-CA" sz="1800" noProof="0" dirty="0"/>
              <a:t>We decided the following</a:t>
            </a:r>
          </a:p>
          <a:p>
            <a:pPr lvl="1"/>
            <a:r>
              <a:rPr lang="en-CA" sz="1800" noProof="0" dirty="0">
                <a:solidFill>
                  <a:srgbClr val="7030A0"/>
                </a:solidFill>
              </a:rPr>
              <a:t>Marriage </a:t>
            </a:r>
            <a:r>
              <a:rPr lang="en-CA" sz="1800" noProof="0" dirty="0"/>
              <a:t>is a 1:1 relation in our database</a:t>
            </a:r>
          </a:p>
        </p:txBody>
      </p:sp>
      <p:sp>
        <p:nvSpPr>
          <p:cNvPr id="6" name="Rectangle 5">
            <a:extLst>
              <a:ext uri="{FF2B5EF4-FFF2-40B4-BE49-F238E27FC236}">
                <a16:creationId xmlns:a16="http://schemas.microsoft.com/office/drawing/2014/main" id="{B5EF09E7-A2E4-FF20-1E29-A3F10D0F13DD}"/>
              </a:ext>
            </a:extLst>
          </p:cNvPr>
          <p:cNvSpPr/>
          <p:nvPr/>
        </p:nvSpPr>
        <p:spPr>
          <a:xfrm>
            <a:off x="6677311" y="4553871"/>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Resident</a:t>
            </a:r>
          </a:p>
        </p:txBody>
      </p:sp>
      <p:sp>
        <p:nvSpPr>
          <p:cNvPr id="7" name="Oval 6">
            <a:extLst>
              <a:ext uri="{FF2B5EF4-FFF2-40B4-BE49-F238E27FC236}">
                <a16:creationId xmlns:a16="http://schemas.microsoft.com/office/drawing/2014/main" id="{A4159A94-61B2-259C-0446-6A4686BF823B}"/>
              </a:ext>
            </a:extLst>
          </p:cNvPr>
          <p:cNvSpPr/>
          <p:nvPr/>
        </p:nvSpPr>
        <p:spPr>
          <a:xfrm>
            <a:off x="3734471" y="411270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u="sng" noProof="0" dirty="0">
                <a:solidFill>
                  <a:srgbClr val="C00000"/>
                </a:solidFill>
              </a:rPr>
              <a:t>OHIP</a:t>
            </a:r>
          </a:p>
        </p:txBody>
      </p:sp>
      <p:sp>
        <p:nvSpPr>
          <p:cNvPr id="8" name="Oval 7">
            <a:extLst>
              <a:ext uri="{FF2B5EF4-FFF2-40B4-BE49-F238E27FC236}">
                <a16:creationId xmlns:a16="http://schemas.microsoft.com/office/drawing/2014/main" id="{123C4AEF-1A2B-560D-FE85-4A67DDC2CE1F}"/>
              </a:ext>
            </a:extLst>
          </p:cNvPr>
          <p:cNvSpPr/>
          <p:nvPr/>
        </p:nvSpPr>
        <p:spPr>
          <a:xfrm>
            <a:off x="5197511" y="5376576"/>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Name</a:t>
            </a:r>
          </a:p>
        </p:txBody>
      </p:sp>
      <p:sp>
        <p:nvSpPr>
          <p:cNvPr id="9" name="Oval 8">
            <a:extLst>
              <a:ext uri="{FF2B5EF4-FFF2-40B4-BE49-F238E27FC236}">
                <a16:creationId xmlns:a16="http://schemas.microsoft.com/office/drawing/2014/main" id="{917765D4-BFFF-FEF3-FC5B-424D2924CE23}"/>
              </a:ext>
            </a:extLst>
          </p:cNvPr>
          <p:cNvSpPr/>
          <p:nvPr/>
        </p:nvSpPr>
        <p:spPr>
          <a:xfrm>
            <a:off x="3429668" y="4955572"/>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First Name</a:t>
            </a:r>
          </a:p>
        </p:txBody>
      </p:sp>
      <p:sp>
        <p:nvSpPr>
          <p:cNvPr id="10" name="Oval 9">
            <a:extLst>
              <a:ext uri="{FF2B5EF4-FFF2-40B4-BE49-F238E27FC236}">
                <a16:creationId xmlns:a16="http://schemas.microsoft.com/office/drawing/2014/main" id="{DF06D962-EE28-0BDD-BE33-CD3B196FC32B}"/>
              </a:ext>
            </a:extLst>
          </p:cNvPr>
          <p:cNvSpPr/>
          <p:nvPr/>
        </p:nvSpPr>
        <p:spPr>
          <a:xfrm>
            <a:off x="3463959" y="569204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Last Name</a:t>
            </a:r>
          </a:p>
        </p:txBody>
      </p:sp>
      <p:sp>
        <p:nvSpPr>
          <p:cNvPr id="11" name="Oval 10">
            <a:extLst>
              <a:ext uri="{FF2B5EF4-FFF2-40B4-BE49-F238E27FC236}">
                <a16:creationId xmlns:a16="http://schemas.microsoft.com/office/drawing/2014/main" id="{D6F91E68-1FDE-DF62-805E-CA606E8540AC}"/>
              </a:ext>
            </a:extLst>
          </p:cNvPr>
          <p:cNvSpPr/>
          <p:nvPr/>
        </p:nvSpPr>
        <p:spPr>
          <a:xfrm>
            <a:off x="4465991" y="3429000"/>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Date of Birth</a:t>
            </a:r>
          </a:p>
        </p:txBody>
      </p:sp>
      <p:sp>
        <p:nvSpPr>
          <p:cNvPr id="12" name="Oval 11">
            <a:extLst>
              <a:ext uri="{FF2B5EF4-FFF2-40B4-BE49-F238E27FC236}">
                <a16:creationId xmlns:a16="http://schemas.microsoft.com/office/drawing/2014/main" id="{0B66791F-CF8E-9771-AAD6-D2A359C30FC2}"/>
              </a:ext>
            </a:extLst>
          </p:cNvPr>
          <p:cNvSpPr/>
          <p:nvPr/>
        </p:nvSpPr>
        <p:spPr>
          <a:xfrm>
            <a:off x="5997611" y="3164300"/>
            <a:ext cx="1463040" cy="630936"/>
          </a:xfrm>
          <a:prstGeom prst="ellipse">
            <a:avLst/>
          </a:prstGeom>
          <a:solidFill>
            <a:schemeClr val="bg1"/>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Age</a:t>
            </a:r>
          </a:p>
        </p:txBody>
      </p:sp>
      <p:sp>
        <p:nvSpPr>
          <p:cNvPr id="13" name="Flowchart: Decision 12">
            <a:extLst>
              <a:ext uri="{FF2B5EF4-FFF2-40B4-BE49-F238E27FC236}">
                <a16:creationId xmlns:a16="http://schemas.microsoft.com/office/drawing/2014/main" id="{A2BBAA37-1A57-604B-DD43-BB785F9BFD4F}"/>
              </a:ext>
            </a:extLst>
          </p:cNvPr>
          <p:cNvSpPr/>
          <p:nvPr/>
        </p:nvSpPr>
        <p:spPr>
          <a:xfrm>
            <a:off x="7632861" y="5667660"/>
            <a:ext cx="1938528" cy="630936"/>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7030A0"/>
                </a:solidFill>
              </a:rPr>
              <a:t>Married To</a:t>
            </a:r>
          </a:p>
        </p:txBody>
      </p:sp>
      <p:cxnSp>
        <p:nvCxnSpPr>
          <p:cNvPr id="21" name="Straight Connector 20">
            <a:extLst>
              <a:ext uri="{FF2B5EF4-FFF2-40B4-BE49-F238E27FC236}">
                <a16:creationId xmlns:a16="http://schemas.microsoft.com/office/drawing/2014/main" id="{15BDB5EE-A202-E573-9763-74C204435391}"/>
              </a:ext>
            </a:extLst>
          </p:cNvPr>
          <p:cNvCxnSpPr>
            <a:stCxn id="12" idx="4"/>
            <a:endCxn id="6" idx="0"/>
          </p:cNvCxnSpPr>
          <p:nvPr/>
        </p:nvCxnSpPr>
        <p:spPr>
          <a:xfrm>
            <a:off x="6729131" y="3795236"/>
            <a:ext cx="629408" cy="758635"/>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46201AB4-4064-099F-4060-2F8867AB8282}"/>
              </a:ext>
            </a:extLst>
          </p:cNvPr>
          <p:cNvCxnSpPr>
            <a:stCxn id="11" idx="5"/>
            <a:endCxn id="6" idx="0"/>
          </p:cNvCxnSpPr>
          <p:nvPr/>
        </p:nvCxnSpPr>
        <p:spPr>
          <a:xfrm>
            <a:off x="5714774" y="3967538"/>
            <a:ext cx="1643765" cy="586333"/>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B0E98B96-34C9-9F26-5F9C-78DE956731BB}"/>
              </a:ext>
            </a:extLst>
          </p:cNvPr>
          <p:cNvCxnSpPr>
            <a:stCxn id="7" idx="6"/>
            <a:endCxn id="6" idx="1"/>
          </p:cNvCxnSpPr>
          <p:nvPr/>
        </p:nvCxnSpPr>
        <p:spPr>
          <a:xfrm>
            <a:off x="5197511" y="4428172"/>
            <a:ext cx="1479800" cy="377159"/>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9114EE43-46A8-0B47-533B-56F2F9C6A199}"/>
              </a:ext>
            </a:extLst>
          </p:cNvPr>
          <p:cNvCxnSpPr>
            <a:stCxn id="9" idx="6"/>
            <a:endCxn id="8" idx="1"/>
          </p:cNvCxnSpPr>
          <p:nvPr/>
        </p:nvCxnSpPr>
        <p:spPr>
          <a:xfrm>
            <a:off x="4892708" y="5271040"/>
            <a:ext cx="519060" cy="197934"/>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C647003C-E0FB-25D9-8197-69AF2C48F95F}"/>
              </a:ext>
            </a:extLst>
          </p:cNvPr>
          <p:cNvCxnSpPr>
            <a:stCxn id="10" idx="6"/>
            <a:endCxn id="8" idx="3"/>
          </p:cNvCxnSpPr>
          <p:nvPr/>
        </p:nvCxnSpPr>
        <p:spPr>
          <a:xfrm flipV="1">
            <a:off x="4926999" y="5915114"/>
            <a:ext cx="484769" cy="92398"/>
          </a:xfrm>
          <a:prstGeom prst="line">
            <a:avLst/>
          </a:prstGeom>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996A5077-15CC-B37C-3494-9152EF55A526}"/>
              </a:ext>
            </a:extLst>
          </p:cNvPr>
          <p:cNvCxnSpPr>
            <a:stCxn id="8" idx="0"/>
            <a:endCxn id="6" idx="1"/>
          </p:cNvCxnSpPr>
          <p:nvPr/>
        </p:nvCxnSpPr>
        <p:spPr>
          <a:xfrm flipV="1">
            <a:off x="5929031" y="4805331"/>
            <a:ext cx="748280" cy="571245"/>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4EA3C531-285F-7A8B-98A1-83553BA6F253}"/>
              </a:ext>
            </a:extLst>
          </p:cNvPr>
          <p:cNvCxnSpPr>
            <a:cxnSpLocks/>
          </p:cNvCxnSpPr>
          <p:nvPr/>
        </p:nvCxnSpPr>
        <p:spPr>
          <a:xfrm rot="10800000">
            <a:off x="8039767" y="4805331"/>
            <a:ext cx="562358" cy="8623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61530391-ECB2-4ECB-6DA4-6ED4E1C8FC5B}"/>
              </a:ext>
            </a:extLst>
          </p:cNvPr>
          <p:cNvCxnSpPr>
            <a:cxnSpLocks/>
            <a:stCxn id="13" idx="1"/>
            <a:endCxn id="6" idx="2"/>
          </p:cNvCxnSpPr>
          <p:nvPr/>
        </p:nvCxnSpPr>
        <p:spPr>
          <a:xfrm flipH="1" flipV="1">
            <a:off x="7358539" y="5056791"/>
            <a:ext cx="274322" cy="9263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2069CFD4-6A4C-881A-B7BA-EF833108DC4B}"/>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15 of 30</a:t>
            </a:r>
          </a:p>
          <a:p>
            <a:pPr algn="r"/>
            <a:r>
              <a:rPr lang="en-CA" noProof="0" dirty="0">
                <a:solidFill>
                  <a:srgbClr val="002060"/>
                </a:solidFill>
              </a:rPr>
              <a:t>19 January 2026</a:t>
            </a:r>
          </a:p>
        </p:txBody>
      </p:sp>
    </p:spTree>
    <p:extLst>
      <p:ext uri="{BB962C8B-B14F-4D97-AF65-F5344CB8AC3E}">
        <p14:creationId xmlns:p14="http://schemas.microsoft.com/office/powerpoint/2010/main" val="245047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additive="base">
                                        <p:cTn id="11" dur="500" fill="hold"/>
                                        <p:tgtEl>
                                          <p:spTgt spid="50"/>
                                        </p:tgtEl>
                                        <p:attrNameLst>
                                          <p:attrName>ppt_x</p:attrName>
                                        </p:attrNameLst>
                                      </p:cBhvr>
                                      <p:tavLst>
                                        <p:tav tm="0">
                                          <p:val>
                                            <p:strVal val="#ppt_x"/>
                                          </p:val>
                                        </p:tav>
                                        <p:tav tm="100000">
                                          <p:val>
                                            <p:strVal val="#ppt_x"/>
                                          </p:val>
                                        </p:tav>
                                      </p:tavLst>
                                    </p:anim>
                                    <p:anim calcmode="lin" valueType="num">
                                      <p:cBhvr additive="base">
                                        <p:cTn id="12" dur="500" fill="hold"/>
                                        <p:tgtEl>
                                          <p:spTgt spid="5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additive="base">
                                        <p:cTn id="15" dur="500" fill="hold"/>
                                        <p:tgtEl>
                                          <p:spTgt spid="52"/>
                                        </p:tgtEl>
                                        <p:attrNameLst>
                                          <p:attrName>ppt_x</p:attrName>
                                        </p:attrNameLst>
                                      </p:cBhvr>
                                      <p:tavLst>
                                        <p:tav tm="0">
                                          <p:val>
                                            <p:strVal val="#ppt_x"/>
                                          </p:val>
                                        </p:tav>
                                        <p:tav tm="100000">
                                          <p:val>
                                            <p:strVal val="#ppt_x"/>
                                          </p:val>
                                        </p:tav>
                                      </p:tavLst>
                                    </p:anim>
                                    <p:anim calcmode="lin" valueType="num">
                                      <p:cBhvr additive="base">
                                        <p:cTn id="16"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2E49E-414C-F150-791E-925EFD4A1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3F2031-5360-D50D-5B7D-321114E3237A}"/>
              </a:ext>
            </a:extLst>
          </p:cNvPr>
          <p:cNvSpPr>
            <a:spLocks noGrp="1"/>
          </p:cNvSpPr>
          <p:nvPr>
            <p:ph type="title"/>
          </p:nvPr>
        </p:nvSpPr>
        <p:spPr/>
        <p:txBody>
          <a:bodyPr/>
          <a:lstStyle/>
          <a:p>
            <a:r>
              <a:rPr lang="en-CA" noProof="0" dirty="0">
                <a:solidFill>
                  <a:srgbClr val="002060"/>
                </a:solidFill>
              </a:rPr>
              <a:t>DRAWING RESIDENTS/</a:t>
            </a:r>
            <a:br>
              <a:rPr lang="en-CA" noProof="0" dirty="0">
                <a:solidFill>
                  <a:srgbClr val="002060"/>
                </a:solidFill>
              </a:rPr>
            </a:br>
            <a:r>
              <a:rPr lang="en-CA" noProof="0" dirty="0">
                <a:solidFill>
                  <a:srgbClr val="002060"/>
                </a:solidFill>
              </a:rPr>
              <a:t>EMERGENCY CONTACTS (3/4)</a:t>
            </a:r>
          </a:p>
        </p:txBody>
      </p:sp>
      <p:sp>
        <p:nvSpPr>
          <p:cNvPr id="3" name="Content Placeholder 2">
            <a:extLst>
              <a:ext uri="{FF2B5EF4-FFF2-40B4-BE49-F238E27FC236}">
                <a16:creationId xmlns:a16="http://schemas.microsoft.com/office/drawing/2014/main" id="{8F79FB51-FEA5-FFC7-D6C5-B97E27ECF5FF}"/>
              </a:ext>
            </a:extLst>
          </p:cNvPr>
          <p:cNvSpPr>
            <a:spLocks noGrp="1"/>
          </p:cNvSpPr>
          <p:nvPr>
            <p:ph sz="half" idx="1"/>
          </p:nvPr>
        </p:nvSpPr>
        <p:spPr>
          <a:xfrm>
            <a:off x="838199" y="1690688"/>
            <a:ext cx="10980125" cy="4873753"/>
          </a:xfrm>
        </p:spPr>
        <p:txBody>
          <a:bodyPr>
            <a:normAutofit/>
          </a:bodyPr>
          <a:lstStyle/>
          <a:p>
            <a:pPr marL="0" indent="0">
              <a:buNone/>
            </a:pPr>
            <a:r>
              <a:rPr lang="en-CA" sz="1800" noProof="0" dirty="0"/>
              <a:t>EMERGENCY CONTACTS:</a:t>
            </a:r>
          </a:p>
          <a:p>
            <a:r>
              <a:rPr lang="en-CA" sz="1800" noProof="0" dirty="0"/>
              <a:t>“…and the </a:t>
            </a:r>
            <a:r>
              <a:rPr lang="en-CA" sz="1800" b="1" noProof="0" dirty="0">
                <a:solidFill>
                  <a:srgbClr val="C00000"/>
                </a:solidFill>
              </a:rPr>
              <a:t>names</a:t>
            </a:r>
            <a:r>
              <a:rPr lang="en-CA" sz="1800" noProof="0" dirty="0"/>
              <a:t> and the </a:t>
            </a:r>
            <a:r>
              <a:rPr lang="en-CA" sz="1800" b="1" noProof="0" dirty="0">
                <a:solidFill>
                  <a:srgbClr val="C00000"/>
                </a:solidFill>
              </a:rPr>
              <a:t>relationship</a:t>
            </a:r>
            <a:r>
              <a:rPr lang="en-CA" sz="1800" noProof="0" dirty="0"/>
              <a:t> to the resident of their </a:t>
            </a:r>
            <a:r>
              <a:rPr lang="en-CA" sz="1800" b="1" noProof="0" dirty="0">
                <a:solidFill>
                  <a:srgbClr val="0070C0"/>
                </a:solidFill>
              </a:rPr>
              <a:t>emergency contacts</a:t>
            </a:r>
            <a:r>
              <a:rPr lang="en-CA" sz="1800" noProof="0" dirty="0"/>
              <a:t>”</a:t>
            </a:r>
          </a:p>
          <a:p>
            <a:r>
              <a:rPr lang="en-CA" sz="1800" noProof="0" dirty="0"/>
              <a:t>We decided the following</a:t>
            </a:r>
          </a:p>
          <a:p>
            <a:pPr lvl="1"/>
            <a:r>
              <a:rPr lang="en-CA" sz="1800" noProof="0" dirty="0"/>
              <a:t>This is a weak entity</a:t>
            </a:r>
          </a:p>
          <a:p>
            <a:pPr lvl="1"/>
            <a:r>
              <a:rPr lang="en-CA" sz="1800" noProof="0" dirty="0">
                <a:solidFill>
                  <a:srgbClr val="C00000"/>
                </a:solidFill>
              </a:rPr>
              <a:t>Name</a:t>
            </a:r>
            <a:r>
              <a:rPr lang="en-CA" sz="1800" noProof="0" dirty="0"/>
              <a:t> is a composite attribute</a:t>
            </a:r>
          </a:p>
        </p:txBody>
      </p:sp>
      <p:sp>
        <p:nvSpPr>
          <p:cNvPr id="15" name="Rectangle 14">
            <a:extLst>
              <a:ext uri="{FF2B5EF4-FFF2-40B4-BE49-F238E27FC236}">
                <a16:creationId xmlns:a16="http://schemas.microsoft.com/office/drawing/2014/main" id="{C8F36EB2-4647-0545-C4BF-2C8E5C05743C}"/>
              </a:ext>
            </a:extLst>
          </p:cNvPr>
          <p:cNvSpPr/>
          <p:nvPr/>
        </p:nvSpPr>
        <p:spPr>
          <a:xfrm>
            <a:off x="4625677" y="4498447"/>
            <a:ext cx="1362456" cy="502920"/>
          </a:xfrm>
          <a:prstGeom prst="rect">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Emergency Contact</a:t>
            </a:r>
          </a:p>
        </p:txBody>
      </p:sp>
      <p:sp>
        <p:nvSpPr>
          <p:cNvPr id="16" name="Oval 15">
            <a:extLst>
              <a:ext uri="{FF2B5EF4-FFF2-40B4-BE49-F238E27FC236}">
                <a16:creationId xmlns:a16="http://schemas.microsoft.com/office/drawing/2014/main" id="{98EE4A79-0625-2ABF-5B74-E1ACAB39FF05}"/>
              </a:ext>
            </a:extLst>
          </p:cNvPr>
          <p:cNvSpPr/>
          <p:nvPr/>
        </p:nvSpPr>
        <p:spPr>
          <a:xfrm>
            <a:off x="6395041" y="4434439"/>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Name</a:t>
            </a:r>
          </a:p>
        </p:txBody>
      </p:sp>
      <p:sp>
        <p:nvSpPr>
          <p:cNvPr id="17" name="Oval 16">
            <a:extLst>
              <a:ext uri="{FF2B5EF4-FFF2-40B4-BE49-F238E27FC236}">
                <a16:creationId xmlns:a16="http://schemas.microsoft.com/office/drawing/2014/main" id="{05A0B1E1-C3C9-241B-9BF2-E1427FAE0EC9}"/>
              </a:ext>
            </a:extLst>
          </p:cNvPr>
          <p:cNvSpPr/>
          <p:nvPr/>
        </p:nvSpPr>
        <p:spPr>
          <a:xfrm>
            <a:off x="8108349" y="3905197"/>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First Name</a:t>
            </a:r>
          </a:p>
        </p:txBody>
      </p:sp>
      <p:sp>
        <p:nvSpPr>
          <p:cNvPr id="18" name="Oval 17">
            <a:extLst>
              <a:ext uri="{FF2B5EF4-FFF2-40B4-BE49-F238E27FC236}">
                <a16:creationId xmlns:a16="http://schemas.microsoft.com/office/drawing/2014/main" id="{F9CE4C95-4544-DD14-D73F-968FD57F354D}"/>
              </a:ext>
            </a:extLst>
          </p:cNvPr>
          <p:cNvSpPr/>
          <p:nvPr/>
        </p:nvSpPr>
        <p:spPr>
          <a:xfrm>
            <a:off x="8108349" y="4749907"/>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Last Name</a:t>
            </a:r>
          </a:p>
        </p:txBody>
      </p:sp>
      <p:sp>
        <p:nvSpPr>
          <p:cNvPr id="19" name="Oval 18">
            <a:extLst>
              <a:ext uri="{FF2B5EF4-FFF2-40B4-BE49-F238E27FC236}">
                <a16:creationId xmlns:a16="http://schemas.microsoft.com/office/drawing/2014/main" id="{152419F6-5993-C63F-E64D-25BA34C58814}"/>
              </a:ext>
            </a:extLst>
          </p:cNvPr>
          <p:cNvSpPr/>
          <p:nvPr/>
        </p:nvSpPr>
        <p:spPr>
          <a:xfrm>
            <a:off x="2392849" y="4962219"/>
            <a:ext cx="2107694"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Relationship</a:t>
            </a:r>
          </a:p>
        </p:txBody>
      </p:sp>
      <p:cxnSp>
        <p:nvCxnSpPr>
          <p:cNvPr id="33" name="Straight Connector 32">
            <a:extLst>
              <a:ext uri="{FF2B5EF4-FFF2-40B4-BE49-F238E27FC236}">
                <a16:creationId xmlns:a16="http://schemas.microsoft.com/office/drawing/2014/main" id="{73D46276-C7A5-C345-0A96-E56B06E8234A}"/>
              </a:ext>
            </a:extLst>
          </p:cNvPr>
          <p:cNvCxnSpPr>
            <a:stCxn id="19" idx="7"/>
            <a:endCxn id="15" idx="1"/>
          </p:cNvCxnSpPr>
          <p:nvPr/>
        </p:nvCxnSpPr>
        <p:spPr>
          <a:xfrm flipV="1">
            <a:off x="4191878" y="4749907"/>
            <a:ext cx="433799" cy="30471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C163F40E-008A-3E4F-203E-8A60DBD1BB33}"/>
              </a:ext>
            </a:extLst>
          </p:cNvPr>
          <p:cNvCxnSpPr>
            <a:stCxn id="15" idx="3"/>
            <a:endCxn id="16" idx="2"/>
          </p:cNvCxnSpPr>
          <p:nvPr/>
        </p:nvCxnSpPr>
        <p:spPr>
          <a:xfrm>
            <a:off x="5988133" y="4749907"/>
            <a:ext cx="406908" cy="0"/>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100DB90F-6782-66CC-D463-212BD6983B20}"/>
              </a:ext>
            </a:extLst>
          </p:cNvPr>
          <p:cNvCxnSpPr>
            <a:stCxn id="16" idx="7"/>
            <a:endCxn id="17" idx="2"/>
          </p:cNvCxnSpPr>
          <p:nvPr/>
        </p:nvCxnSpPr>
        <p:spPr>
          <a:xfrm flipV="1">
            <a:off x="7643824" y="4220665"/>
            <a:ext cx="464525" cy="306172"/>
          </a:xfrm>
          <a:prstGeom prst="line">
            <a:avLst/>
          </a:prstGeom>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9A73ECFE-5165-8963-0B3F-10A29D509016}"/>
              </a:ext>
            </a:extLst>
          </p:cNvPr>
          <p:cNvCxnSpPr>
            <a:stCxn id="16" idx="5"/>
            <a:endCxn id="18" idx="2"/>
          </p:cNvCxnSpPr>
          <p:nvPr/>
        </p:nvCxnSpPr>
        <p:spPr>
          <a:xfrm>
            <a:off x="7643824" y="4972977"/>
            <a:ext cx="464525" cy="92398"/>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AFD19B9E-3D9B-AF7C-4DDA-1256CC5C3705}"/>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16 of 30</a:t>
            </a:r>
          </a:p>
          <a:p>
            <a:pPr algn="r"/>
            <a:r>
              <a:rPr lang="en-CA" noProof="0" dirty="0">
                <a:solidFill>
                  <a:srgbClr val="002060"/>
                </a:solidFill>
              </a:rPr>
              <a:t>19 January 2026</a:t>
            </a:r>
          </a:p>
        </p:txBody>
      </p:sp>
    </p:spTree>
    <p:extLst>
      <p:ext uri="{BB962C8B-B14F-4D97-AF65-F5344CB8AC3E}">
        <p14:creationId xmlns:p14="http://schemas.microsoft.com/office/powerpoint/2010/main" val="98944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500" fill="hold"/>
                                        <p:tgtEl>
                                          <p:spTgt spid="37"/>
                                        </p:tgtEl>
                                        <p:attrNameLst>
                                          <p:attrName>ppt_x</p:attrName>
                                        </p:attrNameLst>
                                      </p:cBhvr>
                                      <p:tavLst>
                                        <p:tav tm="0">
                                          <p:val>
                                            <p:strVal val="#ppt_x"/>
                                          </p:val>
                                        </p:tav>
                                        <p:tav tm="100000">
                                          <p:val>
                                            <p:strVal val="#ppt_x"/>
                                          </p:val>
                                        </p:tav>
                                      </p:tavLst>
                                    </p:anim>
                                    <p:anim calcmode="lin" valueType="num">
                                      <p:cBhvr additive="base">
                                        <p:cTn id="12" dur="500" fill="hold"/>
                                        <p:tgtEl>
                                          <p:spTgt spid="3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ppt_x"/>
                                          </p:val>
                                        </p:tav>
                                        <p:tav tm="100000">
                                          <p:val>
                                            <p:strVal val="#ppt_x"/>
                                          </p:val>
                                        </p:tav>
                                      </p:tavLst>
                                    </p:anim>
                                    <p:anim calcmode="lin" valueType="num">
                                      <p:cBhvr additive="base">
                                        <p:cTn id="20" dur="500" fill="hold"/>
                                        <p:tgtEl>
                                          <p:spTgt spid="3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additive="base">
                                        <p:cTn id="23" dur="500" fill="hold"/>
                                        <p:tgtEl>
                                          <p:spTgt spid="35"/>
                                        </p:tgtEl>
                                        <p:attrNameLst>
                                          <p:attrName>ppt_x</p:attrName>
                                        </p:attrNameLst>
                                      </p:cBhvr>
                                      <p:tavLst>
                                        <p:tav tm="0">
                                          <p:val>
                                            <p:strVal val="#ppt_x"/>
                                          </p:val>
                                        </p:tav>
                                        <p:tav tm="100000">
                                          <p:val>
                                            <p:strVal val="#ppt_x"/>
                                          </p:val>
                                        </p:tav>
                                      </p:tavLst>
                                    </p:anim>
                                    <p:anim calcmode="lin" valueType="num">
                                      <p:cBhvr additive="base">
                                        <p:cTn id="24" dur="500" fill="hold"/>
                                        <p:tgtEl>
                                          <p:spTgt spid="3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fill="hold"/>
                                        <p:tgtEl>
                                          <p:spTgt spid="33"/>
                                        </p:tgtEl>
                                        <p:attrNameLst>
                                          <p:attrName>ppt_x</p:attrName>
                                        </p:attrNameLst>
                                      </p:cBhvr>
                                      <p:tavLst>
                                        <p:tav tm="0">
                                          <p:val>
                                            <p:strVal val="#ppt_x"/>
                                          </p:val>
                                        </p:tav>
                                        <p:tav tm="100000">
                                          <p:val>
                                            <p:strVal val="#ppt_x"/>
                                          </p:val>
                                        </p:tav>
                                      </p:tavLst>
                                    </p:anim>
                                    <p:anim calcmode="lin" valueType="num">
                                      <p:cBhvr additive="base">
                                        <p:cTn id="32" dur="500" fill="hold"/>
                                        <p:tgtEl>
                                          <p:spTgt spid="3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8DB59-77D4-93F4-7E98-73D4D642D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2B604-9F6A-F182-D41D-FC2452B2E39F}"/>
              </a:ext>
            </a:extLst>
          </p:cNvPr>
          <p:cNvSpPr>
            <a:spLocks noGrp="1"/>
          </p:cNvSpPr>
          <p:nvPr>
            <p:ph type="title"/>
          </p:nvPr>
        </p:nvSpPr>
        <p:spPr/>
        <p:txBody>
          <a:bodyPr/>
          <a:lstStyle/>
          <a:p>
            <a:r>
              <a:rPr lang="en-CA" noProof="0" dirty="0">
                <a:solidFill>
                  <a:srgbClr val="002060"/>
                </a:solidFill>
              </a:rPr>
              <a:t>DRAWING RESIDENTS/</a:t>
            </a:r>
            <a:br>
              <a:rPr lang="en-CA" noProof="0" dirty="0">
                <a:solidFill>
                  <a:srgbClr val="002060"/>
                </a:solidFill>
              </a:rPr>
            </a:br>
            <a:r>
              <a:rPr lang="en-CA" noProof="0" dirty="0">
                <a:solidFill>
                  <a:srgbClr val="002060"/>
                </a:solidFill>
              </a:rPr>
              <a:t>EMERGENCY CONTACTS (4/4)</a:t>
            </a:r>
          </a:p>
        </p:txBody>
      </p:sp>
      <p:sp>
        <p:nvSpPr>
          <p:cNvPr id="3" name="Content Placeholder 2">
            <a:extLst>
              <a:ext uri="{FF2B5EF4-FFF2-40B4-BE49-F238E27FC236}">
                <a16:creationId xmlns:a16="http://schemas.microsoft.com/office/drawing/2014/main" id="{87D578ED-FC6E-509E-6926-DB57C6BA74B1}"/>
              </a:ext>
            </a:extLst>
          </p:cNvPr>
          <p:cNvSpPr>
            <a:spLocks noGrp="1"/>
          </p:cNvSpPr>
          <p:nvPr>
            <p:ph sz="half" idx="1"/>
          </p:nvPr>
        </p:nvSpPr>
        <p:spPr>
          <a:xfrm>
            <a:off x="838200" y="1690688"/>
            <a:ext cx="4306058" cy="4873753"/>
          </a:xfrm>
        </p:spPr>
        <p:txBody>
          <a:bodyPr>
            <a:normAutofit/>
          </a:bodyPr>
          <a:lstStyle/>
          <a:p>
            <a:pPr marL="0" indent="0">
              <a:buNone/>
            </a:pPr>
            <a:r>
              <a:rPr lang="en-CA" sz="1800" noProof="0" dirty="0"/>
              <a:t>EMERGENCY CONTACTS:</a:t>
            </a:r>
          </a:p>
          <a:p>
            <a:r>
              <a:rPr lang="en-CA" sz="1800" noProof="0" dirty="0"/>
              <a:t>“…and the </a:t>
            </a:r>
            <a:r>
              <a:rPr lang="en-CA" sz="1800" b="1" noProof="0" dirty="0">
                <a:solidFill>
                  <a:srgbClr val="C00000"/>
                </a:solidFill>
              </a:rPr>
              <a:t>names</a:t>
            </a:r>
            <a:r>
              <a:rPr lang="en-CA" sz="1800" noProof="0" dirty="0"/>
              <a:t> and the </a:t>
            </a:r>
            <a:r>
              <a:rPr lang="en-CA" sz="1800" b="1" noProof="0" dirty="0">
                <a:solidFill>
                  <a:srgbClr val="C00000"/>
                </a:solidFill>
              </a:rPr>
              <a:t>relationship</a:t>
            </a:r>
            <a:r>
              <a:rPr lang="en-CA" sz="1800" noProof="0" dirty="0"/>
              <a:t> to the resident of their </a:t>
            </a:r>
            <a:r>
              <a:rPr lang="en-CA" sz="1800" b="1" noProof="0" dirty="0">
                <a:solidFill>
                  <a:srgbClr val="0070C0"/>
                </a:solidFill>
              </a:rPr>
              <a:t>emergency contacts</a:t>
            </a:r>
            <a:r>
              <a:rPr lang="en-CA" sz="1800" noProof="0" dirty="0"/>
              <a:t>”</a:t>
            </a:r>
          </a:p>
          <a:p>
            <a:r>
              <a:rPr lang="en-CA" sz="1800" noProof="0" dirty="0"/>
              <a:t>We decided the following</a:t>
            </a:r>
          </a:p>
          <a:p>
            <a:pPr lvl="1"/>
            <a:r>
              <a:rPr lang="en-CA" sz="1800" noProof="0" dirty="0"/>
              <a:t>Total participation: </a:t>
            </a:r>
            <a:r>
              <a:rPr lang="en-CA" sz="1800" noProof="0" dirty="0">
                <a:solidFill>
                  <a:srgbClr val="0070C0"/>
                </a:solidFill>
              </a:rPr>
              <a:t>Emergency Contacts </a:t>
            </a:r>
            <a:r>
              <a:rPr lang="en-CA" sz="1800" noProof="0" dirty="0"/>
              <a:t>must be related to a </a:t>
            </a:r>
            <a:r>
              <a:rPr lang="en-CA" sz="1800" noProof="0" dirty="0">
                <a:solidFill>
                  <a:srgbClr val="0070C0"/>
                </a:solidFill>
              </a:rPr>
              <a:t>Resident</a:t>
            </a:r>
          </a:p>
          <a:p>
            <a:pPr lvl="1"/>
            <a:r>
              <a:rPr lang="en-CA" sz="1800" noProof="0" dirty="0"/>
              <a:t>We have a 1:N relationship between </a:t>
            </a:r>
            <a:r>
              <a:rPr lang="en-CA" sz="1800" noProof="0" dirty="0">
                <a:solidFill>
                  <a:srgbClr val="0070C0"/>
                </a:solidFill>
              </a:rPr>
              <a:t>Residents </a:t>
            </a:r>
            <a:r>
              <a:rPr lang="en-CA" sz="1800" noProof="0" dirty="0"/>
              <a:t>and </a:t>
            </a:r>
            <a:r>
              <a:rPr lang="en-CA" sz="1800" noProof="0" dirty="0">
                <a:solidFill>
                  <a:srgbClr val="0070C0"/>
                </a:solidFill>
              </a:rPr>
              <a:t>Emergency Contacts</a:t>
            </a:r>
          </a:p>
        </p:txBody>
      </p:sp>
      <p:sp>
        <p:nvSpPr>
          <p:cNvPr id="6" name="Rectangle 5">
            <a:extLst>
              <a:ext uri="{FF2B5EF4-FFF2-40B4-BE49-F238E27FC236}">
                <a16:creationId xmlns:a16="http://schemas.microsoft.com/office/drawing/2014/main" id="{7B8F3833-11E4-DB46-EC2C-CB1EA3891ADF}"/>
              </a:ext>
            </a:extLst>
          </p:cNvPr>
          <p:cNvSpPr/>
          <p:nvPr/>
        </p:nvSpPr>
        <p:spPr>
          <a:xfrm>
            <a:off x="8459722" y="2764791"/>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Resident</a:t>
            </a:r>
          </a:p>
        </p:txBody>
      </p:sp>
      <p:sp>
        <p:nvSpPr>
          <p:cNvPr id="7" name="Oval 6">
            <a:extLst>
              <a:ext uri="{FF2B5EF4-FFF2-40B4-BE49-F238E27FC236}">
                <a16:creationId xmlns:a16="http://schemas.microsoft.com/office/drawing/2014/main" id="{FF143607-B3D5-8292-63D1-1051003A7808}"/>
              </a:ext>
            </a:extLst>
          </p:cNvPr>
          <p:cNvSpPr/>
          <p:nvPr/>
        </p:nvSpPr>
        <p:spPr>
          <a:xfrm>
            <a:off x="5516882" y="232362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u="sng" noProof="0" dirty="0">
                <a:solidFill>
                  <a:srgbClr val="C00000"/>
                </a:solidFill>
              </a:rPr>
              <a:t>OHIP</a:t>
            </a:r>
          </a:p>
        </p:txBody>
      </p:sp>
      <p:sp>
        <p:nvSpPr>
          <p:cNvPr id="8" name="Oval 7">
            <a:extLst>
              <a:ext uri="{FF2B5EF4-FFF2-40B4-BE49-F238E27FC236}">
                <a16:creationId xmlns:a16="http://schemas.microsoft.com/office/drawing/2014/main" id="{3537B12A-F234-18B6-0F2E-2ECBF58F2795}"/>
              </a:ext>
            </a:extLst>
          </p:cNvPr>
          <p:cNvSpPr/>
          <p:nvPr/>
        </p:nvSpPr>
        <p:spPr>
          <a:xfrm>
            <a:off x="6979922" y="3587496"/>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Name</a:t>
            </a:r>
          </a:p>
        </p:txBody>
      </p:sp>
      <p:sp>
        <p:nvSpPr>
          <p:cNvPr id="9" name="Oval 8">
            <a:extLst>
              <a:ext uri="{FF2B5EF4-FFF2-40B4-BE49-F238E27FC236}">
                <a16:creationId xmlns:a16="http://schemas.microsoft.com/office/drawing/2014/main" id="{C181C7C7-15D1-AAB0-39B7-C10EE7DD1E35}"/>
              </a:ext>
            </a:extLst>
          </p:cNvPr>
          <p:cNvSpPr/>
          <p:nvPr/>
        </p:nvSpPr>
        <p:spPr>
          <a:xfrm>
            <a:off x="5212079" y="3166492"/>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First Name</a:t>
            </a:r>
          </a:p>
        </p:txBody>
      </p:sp>
      <p:sp>
        <p:nvSpPr>
          <p:cNvPr id="10" name="Oval 9">
            <a:extLst>
              <a:ext uri="{FF2B5EF4-FFF2-40B4-BE49-F238E27FC236}">
                <a16:creationId xmlns:a16="http://schemas.microsoft.com/office/drawing/2014/main" id="{15FCABA3-261D-77DC-ECCE-6111A567D7C0}"/>
              </a:ext>
            </a:extLst>
          </p:cNvPr>
          <p:cNvSpPr/>
          <p:nvPr/>
        </p:nvSpPr>
        <p:spPr>
          <a:xfrm>
            <a:off x="5246370" y="390296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Last Name</a:t>
            </a:r>
          </a:p>
        </p:txBody>
      </p:sp>
      <p:sp>
        <p:nvSpPr>
          <p:cNvPr id="11" name="Oval 10">
            <a:extLst>
              <a:ext uri="{FF2B5EF4-FFF2-40B4-BE49-F238E27FC236}">
                <a16:creationId xmlns:a16="http://schemas.microsoft.com/office/drawing/2014/main" id="{6DCEC2A4-E647-14EF-28EE-43C0A9BA6A86}"/>
              </a:ext>
            </a:extLst>
          </p:cNvPr>
          <p:cNvSpPr/>
          <p:nvPr/>
        </p:nvSpPr>
        <p:spPr>
          <a:xfrm>
            <a:off x="6248402" y="1639920"/>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Date of Birth</a:t>
            </a:r>
          </a:p>
        </p:txBody>
      </p:sp>
      <p:sp>
        <p:nvSpPr>
          <p:cNvPr id="12" name="Oval 11">
            <a:extLst>
              <a:ext uri="{FF2B5EF4-FFF2-40B4-BE49-F238E27FC236}">
                <a16:creationId xmlns:a16="http://schemas.microsoft.com/office/drawing/2014/main" id="{D7DA96B8-77B7-B158-01F6-21746BB2A813}"/>
              </a:ext>
            </a:extLst>
          </p:cNvPr>
          <p:cNvSpPr/>
          <p:nvPr/>
        </p:nvSpPr>
        <p:spPr>
          <a:xfrm>
            <a:off x="7780022" y="1375220"/>
            <a:ext cx="1463040" cy="630936"/>
          </a:xfrm>
          <a:prstGeom prst="ellipse">
            <a:avLst/>
          </a:prstGeom>
          <a:solidFill>
            <a:schemeClr val="bg1"/>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Age</a:t>
            </a:r>
          </a:p>
        </p:txBody>
      </p:sp>
      <p:sp>
        <p:nvSpPr>
          <p:cNvPr id="13" name="Flowchart: Decision 12">
            <a:extLst>
              <a:ext uri="{FF2B5EF4-FFF2-40B4-BE49-F238E27FC236}">
                <a16:creationId xmlns:a16="http://schemas.microsoft.com/office/drawing/2014/main" id="{4551EE71-AC77-5103-F194-CC313E308E5C}"/>
              </a:ext>
            </a:extLst>
          </p:cNvPr>
          <p:cNvSpPr/>
          <p:nvPr/>
        </p:nvSpPr>
        <p:spPr>
          <a:xfrm>
            <a:off x="9415272" y="3878580"/>
            <a:ext cx="1938528" cy="630936"/>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7030A0"/>
                </a:solidFill>
              </a:rPr>
              <a:t>Married To</a:t>
            </a:r>
          </a:p>
        </p:txBody>
      </p:sp>
      <p:sp>
        <p:nvSpPr>
          <p:cNvPr id="14" name="Flowchart: Decision 13">
            <a:extLst>
              <a:ext uri="{FF2B5EF4-FFF2-40B4-BE49-F238E27FC236}">
                <a16:creationId xmlns:a16="http://schemas.microsoft.com/office/drawing/2014/main" id="{D6DB3160-CC9A-829F-539A-25ABFA184161}"/>
              </a:ext>
            </a:extLst>
          </p:cNvPr>
          <p:cNvSpPr/>
          <p:nvPr/>
        </p:nvSpPr>
        <p:spPr>
          <a:xfrm>
            <a:off x="7780022" y="4584351"/>
            <a:ext cx="1938528" cy="763365"/>
          </a:xfrm>
          <a:prstGeom prst="flowChartDecision">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7030A0"/>
                </a:solidFill>
              </a:rPr>
              <a:t>Related To</a:t>
            </a:r>
          </a:p>
        </p:txBody>
      </p:sp>
      <p:sp>
        <p:nvSpPr>
          <p:cNvPr id="15" name="Rectangle 14">
            <a:extLst>
              <a:ext uri="{FF2B5EF4-FFF2-40B4-BE49-F238E27FC236}">
                <a16:creationId xmlns:a16="http://schemas.microsoft.com/office/drawing/2014/main" id="{FC8678C3-8DDF-BAC1-A3BC-30BDCF952269}"/>
              </a:ext>
            </a:extLst>
          </p:cNvPr>
          <p:cNvSpPr/>
          <p:nvPr/>
        </p:nvSpPr>
        <p:spPr>
          <a:xfrm>
            <a:off x="6979922" y="5713635"/>
            <a:ext cx="1362456" cy="502920"/>
          </a:xfrm>
          <a:prstGeom prst="rect">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Emergency Contact</a:t>
            </a:r>
          </a:p>
        </p:txBody>
      </p:sp>
      <p:sp>
        <p:nvSpPr>
          <p:cNvPr id="16" name="Oval 15">
            <a:extLst>
              <a:ext uri="{FF2B5EF4-FFF2-40B4-BE49-F238E27FC236}">
                <a16:creationId xmlns:a16="http://schemas.microsoft.com/office/drawing/2014/main" id="{FADE5AAB-16D5-926C-E689-55590A4910C5}"/>
              </a:ext>
            </a:extLst>
          </p:cNvPr>
          <p:cNvSpPr/>
          <p:nvPr/>
        </p:nvSpPr>
        <p:spPr>
          <a:xfrm>
            <a:off x="8749286" y="5649627"/>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Name</a:t>
            </a:r>
          </a:p>
        </p:txBody>
      </p:sp>
      <p:sp>
        <p:nvSpPr>
          <p:cNvPr id="17" name="Oval 16">
            <a:extLst>
              <a:ext uri="{FF2B5EF4-FFF2-40B4-BE49-F238E27FC236}">
                <a16:creationId xmlns:a16="http://schemas.microsoft.com/office/drawing/2014/main" id="{30AFF39E-20BE-6354-5A00-ABE2AD91D2FB}"/>
              </a:ext>
            </a:extLst>
          </p:cNvPr>
          <p:cNvSpPr/>
          <p:nvPr/>
        </p:nvSpPr>
        <p:spPr>
          <a:xfrm>
            <a:off x="10462594" y="5120385"/>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First Name</a:t>
            </a:r>
          </a:p>
        </p:txBody>
      </p:sp>
      <p:sp>
        <p:nvSpPr>
          <p:cNvPr id="18" name="Oval 17">
            <a:extLst>
              <a:ext uri="{FF2B5EF4-FFF2-40B4-BE49-F238E27FC236}">
                <a16:creationId xmlns:a16="http://schemas.microsoft.com/office/drawing/2014/main" id="{AC3578B5-D437-8544-90A2-860B090C1FD7}"/>
              </a:ext>
            </a:extLst>
          </p:cNvPr>
          <p:cNvSpPr/>
          <p:nvPr/>
        </p:nvSpPr>
        <p:spPr>
          <a:xfrm>
            <a:off x="10462594" y="5965095"/>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Last Name</a:t>
            </a:r>
          </a:p>
        </p:txBody>
      </p:sp>
      <p:sp>
        <p:nvSpPr>
          <p:cNvPr id="19" name="Oval 18">
            <a:extLst>
              <a:ext uri="{FF2B5EF4-FFF2-40B4-BE49-F238E27FC236}">
                <a16:creationId xmlns:a16="http://schemas.microsoft.com/office/drawing/2014/main" id="{DE6CF813-1FAE-EB94-4C5D-F4A6244BB289}"/>
              </a:ext>
            </a:extLst>
          </p:cNvPr>
          <p:cNvSpPr/>
          <p:nvPr/>
        </p:nvSpPr>
        <p:spPr>
          <a:xfrm>
            <a:off x="4747094" y="6177407"/>
            <a:ext cx="2107694"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Relationship</a:t>
            </a:r>
          </a:p>
        </p:txBody>
      </p:sp>
      <p:cxnSp>
        <p:nvCxnSpPr>
          <p:cNvPr id="21" name="Straight Connector 20">
            <a:extLst>
              <a:ext uri="{FF2B5EF4-FFF2-40B4-BE49-F238E27FC236}">
                <a16:creationId xmlns:a16="http://schemas.microsoft.com/office/drawing/2014/main" id="{EDC83AD2-CCEF-8464-A59F-19D615BDAD71}"/>
              </a:ext>
            </a:extLst>
          </p:cNvPr>
          <p:cNvCxnSpPr>
            <a:stCxn id="12" idx="4"/>
            <a:endCxn id="6" idx="0"/>
          </p:cNvCxnSpPr>
          <p:nvPr/>
        </p:nvCxnSpPr>
        <p:spPr>
          <a:xfrm>
            <a:off x="8511542" y="2006156"/>
            <a:ext cx="629408" cy="758635"/>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CE8E039D-C77B-6967-42A7-1CDBC8624E84}"/>
              </a:ext>
            </a:extLst>
          </p:cNvPr>
          <p:cNvCxnSpPr>
            <a:stCxn id="11" idx="5"/>
            <a:endCxn id="6" idx="0"/>
          </p:cNvCxnSpPr>
          <p:nvPr/>
        </p:nvCxnSpPr>
        <p:spPr>
          <a:xfrm>
            <a:off x="7497185" y="2178458"/>
            <a:ext cx="1643765" cy="586333"/>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5808A78B-4701-4B23-4420-C42892299B39}"/>
              </a:ext>
            </a:extLst>
          </p:cNvPr>
          <p:cNvCxnSpPr>
            <a:stCxn id="7" idx="6"/>
            <a:endCxn id="6" idx="1"/>
          </p:cNvCxnSpPr>
          <p:nvPr/>
        </p:nvCxnSpPr>
        <p:spPr>
          <a:xfrm>
            <a:off x="6979922" y="2639092"/>
            <a:ext cx="1479800" cy="377159"/>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706C2B15-D85C-2DBB-8B93-A5E155D0922F}"/>
              </a:ext>
            </a:extLst>
          </p:cNvPr>
          <p:cNvCxnSpPr>
            <a:stCxn id="9" idx="6"/>
            <a:endCxn id="8" idx="1"/>
          </p:cNvCxnSpPr>
          <p:nvPr/>
        </p:nvCxnSpPr>
        <p:spPr>
          <a:xfrm>
            <a:off x="6675119" y="3481960"/>
            <a:ext cx="519060" cy="197934"/>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BBFAB44B-B4C9-95E4-0477-7935130F60DC}"/>
              </a:ext>
            </a:extLst>
          </p:cNvPr>
          <p:cNvCxnSpPr>
            <a:stCxn id="10" idx="6"/>
            <a:endCxn id="8" idx="3"/>
          </p:cNvCxnSpPr>
          <p:nvPr/>
        </p:nvCxnSpPr>
        <p:spPr>
          <a:xfrm flipV="1">
            <a:off x="6709410" y="4126034"/>
            <a:ext cx="484769" cy="92398"/>
          </a:xfrm>
          <a:prstGeom prst="line">
            <a:avLst/>
          </a:prstGeom>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E7BE7CCE-D4E3-6492-642D-CBF13B265185}"/>
              </a:ext>
            </a:extLst>
          </p:cNvPr>
          <p:cNvCxnSpPr>
            <a:stCxn id="8" idx="0"/>
            <a:endCxn id="6" idx="1"/>
          </p:cNvCxnSpPr>
          <p:nvPr/>
        </p:nvCxnSpPr>
        <p:spPr>
          <a:xfrm flipV="1">
            <a:off x="7711442" y="3016251"/>
            <a:ext cx="748280" cy="571245"/>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4430AD8C-4E52-BD77-E69D-F528881144C0}"/>
              </a:ext>
            </a:extLst>
          </p:cNvPr>
          <p:cNvCxnSpPr>
            <a:stCxn id="19" idx="7"/>
            <a:endCxn id="15" idx="1"/>
          </p:cNvCxnSpPr>
          <p:nvPr/>
        </p:nvCxnSpPr>
        <p:spPr>
          <a:xfrm flipV="1">
            <a:off x="6546123" y="5965095"/>
            <a:ext cx="433799" cy="30471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D31AFD7B-7A58-7BA7-B92E-1FDF1E898E6F}"/>
              </a:ext>
            </a:extLst>
          </p:cNvPr>
          <p:cNvCxnSpPr>
            <a:stCxn id="15" idx="3"/>
            <a:endCxn id="16" idx="2"/>
          </p:cNvCxnSpPr>
          <p:nvPr/>
        </p:nvCxnSpPr>
        <p:spPr>
          <a:xfrm>
            <a:off x="8342378" y="5965095"/>
            <a:ext cx="406908" cy="0"/>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DC214BD9-7F3A-2767-C682-FC001B1C288A}"/>
              </a:ext>
            </a:extLst>
          </p:cNvPr>
          <p:cNvCxnSpPr>
            <a:stCxn id="16" idx="7"/>
            <a:endCxn id="17" idx="2"/>
          </p:cNvCxnSpPr>
          <p:nvPr/>
        </p:nvCxnSpPr>
        <p:spPr>
          <a:xfrm flipV="1">
            <a:off x="9998069" y="5435853"/>
            <a:ext cx="464525" cy="306172"/>
          </a:xfrm>
          <a:prstGeom prst="line">
            <a:avLst/>
          </a:prstGeom>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B3ECABE9-941A-FF74-87FD-C91B9BB10712}"/>
              </a:ext>
            </a:extLst>
          </p:cNvPr>
          <p:cNvCxnSpPr>
            <a:stCxn id="16" idx="5"/>
            <a:endCxn id="18" idx="2"/>
          </p:cNvCxnSpPr>
          <p:nvPr/>
        </p:nvCxnSpPr>
        <p:spPr>
          <a:xfrm>
            <a:off x="9998069" y="6188165"/>
            <a:ext cx="464525" cy="92398"/>
          </a:xfrm>
          <a:prstGeom prst="line">
            <a:avLst/>
          </a:prstGeom>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55B46F38-A0CA-A02B-9D48-FD5C5A0DB76E}"/>
              </a:ext>
            </a:extLst>
          </p:cNvPr>
          <p:cNvCxnSpPr>
            <a:cxnSpLocks/>
            <a:stCxn id="14" idx="0"/>
            <a:endCxn id="6" idx="2"/>
          </p:cNvCxnSpPr>
          <p:nvPr/>
        </p:nvCxnSpPr>
        <p:spPr>
          <a:xfrm flipV="1">
            <a:off x="8749286" y="3267711"/>
            <a:ext cx="391664" cy="13166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Straight Connector 47">
            <a:extLst>
              <a:ext uri="{FF2B5EF4-FFF2-40B4-BE49-F238E27FC236}">
                <a16:creationId xmlns:a16="http://schemas.microsoft.com/office/drawing/2014/main" id="{5AA6A9EE-336C-80DF-31E6-D2730CA2F87E}"/>
              </a:ext>
            </a:extLst>
          </p:cNvPr>
          <p:cNvCxnSpPr>
            <a:stCxn id="14" idx="1"/>
            <a:endCxn id="15" idx="0"/>
          </p:cNvCxnSpPr>
          <p:nvPr/>
        </p:nvCxnSpPr>
        <p:spPr>
          <a:xfrm flipH="1">
            <a:off x="7661150" y="4966034"/>
            <a:ext cx="118872" cy="747601"/>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C30AA9AF-2E76-2E38-1E55-56CB1557B354}"/>
              </a:ext>
            </a:extLst>
          </p:cNvPr>
          <p:cNvCxnSpPr>
            <a:cxnSpLocks/>
          </p:cNvCxnSpPr>
          <p:nvPr/>
        </p:nvCxnSpPr>
        <p:spPr>
          <a:xfrm rot="10800000">
            <a:off x="9822178" y="3016251"/>
            <a:ext cx="562358" cy="8623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07DB16AB-E55C-B6DB-FF2C-7AABA5246AD4}"/>
              </a:ext>
            </a:extLst>
          </p:cNvPr>
          <p:cNvCxnSpPr>
            <a:cxnSpLocks/>
            <a:stCxn id="13" idx="1"/>
            <a:endCxn id="6" idx="2"/>
          </p:cNvCxnSpPr>
          <p:nvPr/>
        </p:nvCxnSpPr>
        <p:spPr>
          <a:xfrm flipH="1" flipV="1">
            <a:off x="9140950" y="3267711"/>
            <a:ext cx="274322" cy="9263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101822A8-7673-0C68-7120-390CD2738AA2}"/>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17 of 30</a:t>
            </a:r>
          </a:p>
          <a:p>
            <a:pPr algn="r"/>
            <a:r>
              <a:rPr lang="en-CA" noProof="0" dirty="0">
                <a:solidFill>
                  <a:srgbClr val="002060"/>
                </a:solidFill>
              </a:rPr>
              <a:t>19 January 2026</a:t>
            </a:r>
          </a:p>
        </p:txBody>
      </p:sp>
    </p:spTree>
    <p:extLst>
      <p:ext uri="{BB962C8B-B14F-4D97-AF65-F5344CB8AC3E}">
        <p14:creationId xmlns:p14="http://schemas.microsoft.com/office/powerpoint/2010/main" val="3707449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ppt_x"/>
                                          </p:val>
                                        </p:tav>
                                        <p:tav tm="100000">
                                          <p:val>
                                            <p:strVal val="#ppt_x"/>
                                          </p:val>
                                        </p:tav>
                                      </p:tavLst>
                                    </p:anim>
                                    <p:anim calcmode="lin" valueType="num">
                                      <p:cBhvr additive="base">
                                        <p:cTn id="1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482E-CB57-E1E8-EBE4-8E7BBCC51D79}"/>
              </a:ext>
            </a:extLst>
          </p:cNvPr>
          <p:cNvSpPr>
            <a:spLocks noGrp="1"/>
          </p:cNvSpPr>
          <p:nvPr>
            <p:ph type="title"/>
          </p:nvPr>
        </p:nvSpPr>
        <p:spPr/>
        <p:txBody>
          <a:bodyPr/>
          <a:lstStyle/>
          <a:p>
            <a:r>
              <a:rPr lang="en-CA" noProof="0" dirty="0">
                <a:solidFill>
                  <a:srgbClr val="002060"/>
                </a:solidFill>
              </a:rPr>
              <a:t>DRAWING ROOMS (1/2)</a:t>
            </a:r>
          </a:p>
        </p:txBody>
      </p:sp>
      <p:sp>
        <p:nvSpPr>
          <p:cNvPr id="3" name="Content Placeholder 2">
            <a:extLst>
              <a:ext uri="{FF2B5EF4-FFF2-40B4-BE49-F238E27FC236}">
                <a16:creationId xmlns:a16="http://schemas.microsoft.com/office/drawing/2014/main" id="{829F02BC-E693-A44B-3B93-7F9450A6D2BB}"/>
              </a:ext>
            </a:extLst>
          </p:cNvPr>
          <p:cNvSpPr>
            <a:spLocks noGrp="1"/>
          </p:cNvSpPr>
          <p:nvPr>
            <p:ph sz="half" idx="1"/>
          </p:nvPr>
        </p:nvSpPr>
        <p:spPr>
          <a:xfrm>
            <a:off x="838200" y="1825625"/>
            <a:ext cx="10515600" cy="4351338"/>
          </a:xfrm>
        </p:spPr>
        <p:txBody>
          <a:bodyPr>
            <a:normAutofit/>
          </a:bodyPr>
          <a:lstStyle/>
          <a:p>
            <a:r>
              <a:rPr lang="en-CA" sz="1800" noProof="0" dirty="0"/>
              <a:t>“</a:t>
            </a:r>
            <a:r>
              <a:rPr lang="en-CA" sz="1800" b="1" noProof="0" dirty="0">
                <a:solidFill>
                  <a:srgbClr val="0070C0"/>
                </a:solidFill>
              </a:rPr>
              <a:t>Rooms</a:t>
            </a:r>
            <a:r>
              <a:rPr lang="en-CA" sz="1800" b="1" noProof="0" dirty="0"/>
              <a:t> </a:t>
            </a:r>
            <a:r>
              <a:rPr lang="en-CA" sz="1800" noProof="0" dirty="0"/>
              <a:t>are </a:t>
            </a:r>
            <a:r>
              <a:rPr lang="en-CA" sz="1800" b="1" noProof="0" dirty="0">
                <a:solidFill>
                  <a:schemeClr val="accent3"/>
                </a:solidFill>
              </a:rPr>
              <a:t>numbered</a:t>
            </a:r>
            <a:r>
              <a:rPr lang="en-CA" sz="1800" b="1" noProof="0" dirty="0"/>
              <a:t> </a:t>
            </a:r>
            <a:r>
              <a:rPr lang="en-CA" sz="1800" noProof="0" dirty="0"/>
              <a:t>1-35. Each room is one of single, double or triple </a:t>
            </a:r>
            <a:r>
              <a:rPr lang="en-CA" sz="1800" b="1" noProof="0" dirty="0">
                <a:solidFill>
                  <a:srgbClr val="C00000"/>
                </a:solidFill>
              </a:rPr>
              <a:t>occupancy</a:t>
            </a:r>
            <a:r>
              <a:rPr lang="en-CA" sz="1800" noProof="0" dirty="0"/>
              <a:t>.  Each room has a </a:t>
            </a:r>
            <a:r>
              <a:rPr lang="en-CA" sz="1800" b="1" noProof="0" dirty="0">
                <a:solidFill>
                  <a:srgbClr val="C00000"/>
                </a:solidFill>
              </a:rPr>
              <a:t>unique phone number</a:t>
            </a:r>
            <a:r>
              <a:rPr lang="en-CA" sz="1800" noProof="0" dirty="0"/>
              <a:t>.”</a:t>
            </a:r>
          </a:p>
          <a:p>
            <a:r>
              <a:rPr lang="en-CA" sz="1800" noProof="0" dirty="0"/>
              <a:t>We decided the following</a:t>
            </a:r>
          </a:p>
          <a:p>
            <a:pPr lvl="1"/>
            <a:r>
              <a:rPr lang="en-CA" sz="1800" noProof="0" dirty="0">
                <a:solidFill>
                  <a:schemeClr val="accent3"/>
                </a:solidFill>
              </a:rPr>
              <a:t>Room Number </a:t>
            </a:r>
            <a:r>
              <a:rPr lang="en-CA" sz="1800" noProof="0" dirty="0"/>
              <a:t>shall be the primary key</a:t>
            </a:r>
          </a:p>
          <a:p>
            <a:pPr lvl="1"/>
            <a:endParaRPr lang="en-CA" sz="1800" noProof="0" dirty="0"/>
          </a:p>
        </p:txBody>
      </p:sp>
      <p:sp>
        <p:nvSpPr>
          <p:cNvPr id="10" name="Rectangle 9">
            <a:extLst>
              <a:ext uri="{FF2B5EF4-FFF2-40B4-BE49-F238E27FC236}">
                <a16:creationId xmlns:a16="http://schemas.microsoft.com/office/drawing/2014/main" id="{19554F95-B194-7AF3-7767-F0DB90D1279B}"/>
              </a:ext>
            </a:extLst>
          </p:cNvPr>
          <p:cNvSpPr/>
          <p:nvPr/>
        </p:nvSpPr>
        <p:spPr>
          <a:xfrm>
            <a:off x="5823951" y="3805527"/>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Room</a:t>
            </a:r>
          </a:p>
        </p:txBody>
      </p:sp>
      <p:sp>
        <p:nvSpPr>
          <p:cNvPr id="11" name="Oval 10">
            <a:extLst>
              <a:ext uri="{FF2B5EF4-FFF2-40B4-BE49-F238E27FC236}">
                <a16:creationId xmlns:a16="http://schemas.microsoft.com/office/drawing/2014/main" id="{033DC956-072F-2A85-FB6B-B7C528CC18A3}"/>
              </a:ext>
            </a:extLst>
          </p:cNvPr>
          <p:cNvSpPr/>
          <p:nvPr/>
        </p:nvSpPr>
        <p:spPr>
          <a:xfrm>
            <a:off x="4073295" y="519319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u="sng" noProof="0" dirty="0">
                <a:solidFill>
                  <a:srgbClr val="C00000"/>
                </a:solidFill>
              </a:rPr>
              <a:t>Number</a:t>
            </a:r>
          </a:p>
        </p:txBody>
      </p:sp>
      <p:sp>
        <p:nvSpPr>
          <p:cNvPr id="12" name="Oval 11">
            <a:extLst>
              <a:ext uri="{FF2B5EF4-FFF2-40B4-BE49-F238E27FC236}">
                <a16:creationId xmlns:a16="http://schemas.microsoft.com/office/drawing/2014/main" id="{9140AED0-BB42-FF77-5E81-F98E1095F4FC}"/>
              </a:ext>
            </a:extLst>
          </p:cNvPr>
          <p:cNvSpPr/>
          <p:nvPr/>
        </p:nvSpPr>
        <p:spPr>
          <a:xfrm>
            <a:off x="5773659" y="519319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Phone Number</a:t>
            </a:r>
          </a:p>
        </p:txBody>
      </p:sp>
      <p:sp>
        <p:nvSpPr>
          <p:cNvPr id="13" name="Oval 12">
            <a:extLst>
              <a:ext uri="{FF2B5EF4-FFF2-40B4-BE49-F238E27FC236}">
                <a16:creationId xmlns:a16="http://schemas.microsoft.com/office/drawing/2014/main" id="{4571D80F-D7B2-904F-488A-E6B7F0A33365}"/>
              </a:ext>
            </a:extLst>
          </p:cNvPr>
          <p:cNvSpPr/>
          <p:nvPr/>
        </p:nvSpPr>
        <p:spPr>
          <a:xfrm>
            <a:off x="7474023" y="5193194"/>
            <a:ext cx="1571246"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Capacity</a:t>
            </a:r>
          </a:p>
        </p:txBody>
      </p:sp>
      <p:cxnSp>
        <p:nvCxnSpPr>
          <p:cNvPr id="16" name="Straight Connector 15">
            <a:extLst>
              <a:ext uri="{FF2B5EF4-FFF2-40B4-BE49-F238E27FC236}">
                <a16:creationId xmlns:a16="http://schemas.microsoft.com/office/drawing/2014/main" id="{D34C07DC-BD38-50A0-E774-346EDA2D2AB0}"/>
              </a:ext>
            </a:extLst>
          </p:cNvPr>
          <p:cNvCxnSpPr>
            <a:cxnSpLocks/>
            <a:stCxn id="11" idx="0"/>
            <a:endCxn id="10" idx="1"/>
          </p:cNvCxnSpPr>
          <p:nvPr/>
        </p:nvCxnSpPr>
        <p:spPr>
          <a:xfrm flipV="1">
            <a:off x="4804815" y="4056987"/>
            <a:ext cx="1019136" cy="1136207"/>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C6B50025-E48C-FCA5-484C-A4CC367BD549}"/>
              </a:ext>
            </a:extLst>
          </p:cNvPr>
          <p:cNvCxnSpPr>
            <a:cxnSpLocks/>
            <a:stCxn id="12" idx="0"/>
            <a:endCxn id="10" idx="2"/>
          </p:cNvCxnSpPr>
          <p:nvPr/>
        </p:nvCxnSpPr>
        <p:spPr>
          <a:xfrm flipV="1">
            <a:off x="6505179" y="4308447"/>
            <a:ext cx="0" cy="884747"/>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D2BC3775-D2C0-5DD0-F46D-C87607ACF63A}"/>
              </a:ext>
            </a:extLst>
          </p:cNvPr>
          <p:cNvCxnSpPr>
            <a:cxnSpLocks/>
            <a:stCxn id="13" idx="0"/>
            <a:endCxn id="10" idx="3"/>
          </p:cNvCxnSpPr>
          <p:nvPr/>
        </p:nvCxnSpPr>
        <p:spPr>
          <a:xfrm flipH="1" flipV="1">
            <a:off x="7186407" y="4056987"/>
            <a:ext cx="1073239" cy="1136207"/>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29764F84-79C4-AF07-F121-D2677C45E2ED}"/>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18 of 30</a:t>
            </a:r>
          </a:p>
          <a:p>
            <a:pPr algn="r"/>
            <a:r>
              <a:rPr lang="en-CA" noProof="0" dirty="0">
                <a:solidFill>
                  <a:srgbClr val="002060"/>
                </a:solidFill>
              </a:rPr>
              <a:t>19 January 2026</a:t>
            </a:r>
          </a:p>
        </p:txBody>
      </p:sp>
    </p:spTree>
    <p:extLst>
      <p:ext uri="{BB962C8B-B14F-4D97-AF65-F5344CB8AC3E}">
        <p14:creationId xmlns:p14="http://schemas.microsoft.com/office/powerpoint/2010/main" val="3532324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786CF-A475-5A78-B648-00BC3CF1E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191D6-FEB4-E6F0-25A3-8D467577E8D4}"/>
              </a:ext>
            </a:extLst>
          </p:cNvPr>
          <p:cNvSpPr>
            <a:spLocks noGrp="1"/>
          </p:cNvSpPr>
          <p:nvPr>
            <p:ph type="title"/>
          </p:nvPr>
        </p:nvSpPr>
        <p:spPr/>
        <p:txBody>
          <a:bodyPr/>
          <a:lstStyle/>
          <a:p>
            <a:r>
              <a:rPr lang="en-CA" noProof="0" dirty="0">
                <a:solidFill>
                  <a:srgbClr val="002060"/>
                </a:solidFill>
              </a:rPr>
              <a:t>DRAWING ROOMS (2/2)</a:t>
            </a:r>
          </a:p>
        </p:txBody>
      </p:sp>
      <p:sp>
        <p:nvSpPr>
          <p:cNvPr id="3" name="Content Placeholder 2">
            <a:extLst>
              <a:ext uri="{FF2B5EF4-FFF2-40B4-BE49-F238E27FC236}">
                <a16:creationId xmlns:a16="http://schemas.microsoft.com/office/drawing/2014/main" id="{F2E51EC8-890C-254B-4437-B01F13F73DF2}"/>
              </a:ext>
            </a:extLst>
          </p:cNvPr>
          <p:cNvSpPr>
            <a:spLocks noGrp="1"/>
          </p:cNvSpPr>
          <p:nvPr>
            <p:ph sz="half" idx="1"/>
          </p:nvPr>
        </p:nvSpPr>
        <p:spPr>
          <a:xfrm>
            <a:off x="838200" y="1825625"/>
            <a:ext cx="10014284" cy="4351338"/>
          </a:xfrm>
        </p:spPr>
        <p:txBody>
          <a:bodyPr>
            <a:normAutofit/>
          </a:bodyPr>
          <a:lstStyle/>
          <a:p>
            <a:r>
              <a:rPr lang="en-CA" sz="1800" noProof="0" dirty="0"/>
              <a:t>“All </a:t>
            </a:r>
            <a:r>
              <a:rPr lang="en-CA" sz="1800" b="1" noProof="0" dirty="0">
                <a:solidFill>
                  <a:srgbClr val="7030A0"/>
                </a:solidFill>
              </a:rPr>
              <a:t>residents are assigned to a room</a:t>
            </a:r>
            <a:r>
              <a:rPr lang="en-CA" sz="1800" noProof="0" dirty="0"/>
              <a:t>.”</a:t>
            </a:r>
          </a:p>
          <a:p>
            <a:r>
              <a:rPr lang="en-CA" sz="1800" noProof="0" dirty="0"/>
              <a:t>We decided the following</a:t>
            </a:r>
          </a:p>
          <a:p>
            <a:pPr lvl="1"/>
            <a:r>
              <a:rPr lang="en-CA" sz="1800" noProof="0" dirty="0"/>
              <a:t>Total participation: </a:t>
            </a:r>
            <a:r>
              <a:rPr lang="en-CA" sz="1800" noProof="0" dirty="0">
                <a:solidFill>
                  <a:srgbClr val="0070C0"/>
                </a:solidFill>
              </a:rPr>
              <a:t>Residents </a:t>
            </a:r>
            <a:r>
              <a:rPr lang="en-CA" sz="1800" noProof="0" dirty="0"/>
              <a:t>must be assigned to a </a:t>
            </a:r>
            <a:r>
              <a:rPr lang="en-CA" sz="1800" noProof="0" dirty="0">
                <a:solidFill>
                  <a:srgbClr val="0070C0"/>
                </a:solidFill>
              </a:rPr>
              <a:t>Room</a:t>
            </a:r>
          </a:p>
          <a:p>
            <a:pPr lvl="1"/>
            <a:r>
              <a:rPr lang="en-CA" sz="1800" noProof="0" dirty="0"/>
              <a:t>We have a 1:N relationship between </a:t>
            </a:r>
            <a:r>
              <a:rPr lang="en-CA" sz="1800" noProof="0" dirty="0">
                <a:solidFill>
                  <a:srgbClr val="0070C0"/>
                </a:solidFill>
              </a:rPr>
              <a:t>Rooms </a:t>
            </a:r>
            <a:r>
              <a:rPr lang="en-CA" sz="1800" noProof="0" dirty="0"/>
              <a:t>and </a:t>
            </a:r>
            <a:r>
              <a:rPr lang="en-CA" sz="1800" noProof="0" dirty="0">
                <a:solidFill>
                  <a:srgbClr val="0070C0"/>
                </a:solidFill>
              </a:rPr>
              <a:t>Residents</a:t>
            </a:r>
          </a:p>
          <a:p>
            <a:pPr marL="457200" lvl="1" indent="0">
              <a:buNone/>
            </a:pPr>
            <a:endParaRPr lang="en-CA" sz="1800" noProof="0" dirty="0"/>
          </a:p>
        </p:txBody>
      </p:sp>
      <p:sp>
        <p:nvSpPr>
          <p:cNvPr id="8" name="Rectangle 7">
            <a:extLst>
              <a:ext uri="{FF2B5EF4-FFF2-40B4-BE49-F238E27FC236}">
                <a16:creationId xmlns:a16="http://schemas.microsoft.com/office/drawing/2014/main" id="{6560815D-C575-8463-DADB-7F8A06A16C8C}"/>
              </a:ext>
            </a:extLst>
          </p:cNvPr>
          <p:cNvSpPr/>
          <p:nvPr/>
        </p:nvSpPr>
        <p:spPr>
          <a:xfrm>
            <a:off x="6099654" y="3806211"/>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Resident</a:t>
            </a:r>
          </a:p>
        </p:txBody>
      </p:sp>
      <p:sp>
        <p:nvSpPr>
          <p:cNvPr id="9" name="TextBox 8">
            <a:extLst>
              <a:ext uri="{FF2B5EF4-FFF2-40B4-BE49-F238E27FC236}">
                <a16:creationId xmlns:a16="http://schemas.microsoft.com/office/drawing/2014/main" id="{84C4B82B-E21E-BFA3-2F6B-CC359FDCCE49}"/>
              </a:ext>
            </a:extLst>
          </p:cNvPr>
          <p:cNvSpPr txBox="1"/>
          <p:nvPr/>
        </p:nvSpPr>
        <p:spPr>
          <a:xfrm>
            <a:off x="6096000" y="4383299"/>
            <a:ext cx="2188003" cy="369332"/>
          </a:xfrm>
          <a:prstGeom prst="rect">
            <a:avLst/>
          </a:prstGeom>
          <a:noFill/>
        </p:spPr>
        <p:txBody>
          <a:bodyPr wrap="square" rtlCol="0">
            <a:spAutoFit/>
          </a:bodyPr>
          <a:lstStyle/>
          <a:p>
            <a:r>
              <a:rPr lang="en-CA" noProof="0" dirty="0"/>
              <a:t>… (</a:t>
            </a:r>
            <a:r>
              <a:rPr lang="en-CA" sz="1200" noProof="0" dirty="0"/>
              <a:t>See Resident Diagram</a:t>
            </a:r>
            <a:r>
              <a:rPr lang="en-CA" noProof="0" dirty="0"/>
              <a:t>)</a:t>
            </a:r>
          </a:p>
        </p:txBody>
      </p:sp>
      <p:sp>
        <p:nvSpPr>
          <p:cNvPr id="10" name="Rectangle 9">
            <a:extLst>
              <a:ext uri="{FF2B5EF4-FFF2-40B4-BE49-F238E27FC236}">
                <a16:creationId xmlns:a16="http://schemas.microsoft.com/office/drawing/2014/main" id="{991A4618-4231-5D6E-0663-B5F04E27C612}"/>
              </a:ext>
            </a:extLst>
          </p:cNvPr>
          <p:cNvSpPr/>
          <p:nvPr/>
        </p:nvSpPr>
        <p:spPr>
          <a:xfrm>
            <a:off x="8312292" y="4729207"/>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Room</a:t>
            </a:r>
          </a:p>
        </p:txBody>
      </p:sp>
      <p:sp>
        <p:nvSpPr>
          <p:cNvPr id="11" name="Oval 10">
            <a:extLst>
              <a:ext uri="{FF2B5EF4-FFF2-40B4-BE49-F238E27FC236}">
                <a16:creationId xmlns:a16="http://schemas.microsoft.com/office/drawing/2014/main" id="{3F0DC7B9-BF56-7072-941E-803A6CC75553}"/>
              </a:ext>
            </a:extLst>
          </p:cNvPr>
          <p:cNvSpPr/>
          <p:nvPr/>
        </p:nvSpPr>
        <p:spPr>
          <a:xfrm>
            <a:off x="6561636" y="611687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u="sng" noProof="0" dirty="0">
                <a:solidFill>
                  <a:srgbClr val="C00000"/>
                </a:solidFill>
              </a:rPr>
              <a:t>Number</a:t>
            </a:r>
          </a:p>
        </p:txBody>
      </p:sp>
      <p:sp>
        <p:nvSpPr>
          <p:cNvPr id="12" name="Oval 11">
            <a:extLst>
              <a:ext uri="{FF2B5EF4-FFF2-40B4-BE49-F238E27FC236}">
                <a16:creationId xmlns:a16="http://schemas.microsoft.com/office/drawing/2014/main" id="{079124C3-01E3-9110-D093-A917BB061D0B}"/>
              </a:ext>
            </a:extLst>
          </p:cNvPr>
          <p:cNvSpPr/>
          <p:nvPr/>
        </p:nvSpPr>
        <p:spPr>
          <a:xfrm>
            <a:off x="8262000" y="611687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Phone Number</a:t>
            </a:r>
          </a:p>
        </p:txBody>
      </p:sp>
      <p:sp>
        <p:nvSpPr>
          <p:cNvPr id="13" name="Oval 12">
            <a:extLst>
              <a:ext uri="{FF2B5EF4-FFF2-40B4-BE49-F238E27FC236}">
                <a16:creationId xmlns:a16="http://schemas.microsoft.com/office/drawing/2014/main" id="{1138BF43-F801-28CA-011E-76FBD0C68378}"/>
              </a:ext>
            </a:extLst>
          </p:cNvPr>
          <p:cNvSpPr/>
          <p:nvPr/>
        </p:nvSpPr>
        <p:spPr>
          <a:xfrm>
            <a:off x="9962364" y="6116874"/>
            <a:ext cx="1571246"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Capacity</a:t>
            </a:r>
          </a:p>
        </p:txBody>
      </p:sp>
      <p:sp>
        <p:nvSpPr>
          <p:cNvPr id="14" name="Flowchart: Decision 13">
            <a:extLst>
              <a:ext uri="{FF2B5EF4-FFF2-40B4-BE49-F238E27FC236}">
                <a16:creationId xmlns:a16="http://schemas.microsoft.com/office/drawing/2014/main" id="{8107062D-98B6-F3C7-FC10-135AAA295E24}"/>
              </a:ext>
            </a:extLst>
          </p:cNvPr>
          <p:cNvSpPr/>
          <p:nvPr/>
        </p:nvSpPr>
        <p:spPr>
          <a:xfrm>
            <a:off x="7862712" y="3429000"/>
            <a:ext cx="2261616" cy="630936"/>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7030A0"/>
                </a:solidFill>
              </a:rPr>
              <a:t>Assigned</a:t>
            </a:r>
          </a:p>
        </p:txBody>
      </p:sp>
      <p:cxnSp>
        <p:nvCxnSpPr>
          <p:cNvPr id="16" name="Straight Connector 15">
            <a:extLst>
              <a:ext uri="{FF2B5EF4-FFF2-40B4-BE49-F238E27FC236}">
                <a16:creationId xmlns:a16="http://schemas.microsoft.com/office/drawing/2014/main" id="{9C00A2FF-BD47-C8EB-1030-9FE6BC038CEF}"/>
              </a:ext>
            </a:extLst>
          </p:cNvPr>
          <p:cNvCxnSpPr>
            <a:cxnSpLocks/>
            <a:stCxn id="11" idx="0"/>
            <a:endCxn id="10" idx="1"/>
          </p:cNvCxnSpPr>
          <p:nvPr/>
        </p:nvCxnSpPr>
        <p:spPr>
          <a:xfrm flipV="1">
            <a:off x="7293156" y="4980667"/>
            <a:ext cx="1019136" cy="1136207"/>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1495383C-FBFD-586A-A548-0B125CB8245F}"/>
              </a:ext>
            </a:extLst>
          </p:cNvPr>
          <p:cNvCxnSpPr>
            <a:cxnSpLocks/>
            <a:stCxn id="12" idx="0"/>
            <a:endCxn id="10" idx="2"/>
          </p:cNvCxnSpPr>
          <p:nvPr/>
        </p:nvCxnSpPr>
        <p:spPr>
          <a:xfrm flipV="1">
            <a:off x="8993520" y="5232127"/>
            <a:ext cx="0" cy="884747"/>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8AE4A3EA-012D-3A82-A287-F6AD06A7D9C9}"/>
              </a:ext>
            </a:extLst>
          </p:cNvPr>
          <p:cNvCxnSpPr>
            <a:cxnSpLocks/>
            <a:stCxn id="13" idx="0"/>
            <a:endCxn id="10" idx="3"/>
          </p:cNvCxnSpPr>
          <p:nvPr/>
        </p:nvCxnSpPr>
        <p:spPr>
          <a:xfrm flipH="1" flipV="1">
            <a:off x="9674748" y="4980667"/>
            <a:ext cx="1073239" cy="1136207"/>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C85FD743-55D1-CC61-5B42-F07DA6A452BF}"/>
              </a:ext>
            </a:extLst>
          </p:cNvPr>
          <p:cNvCxnSpPr>
            <a:stCxn id="14" idx="1"/>
            <a:endCxn id="8" idx="3"/>
          </p:cNvCxnSpPr>
          <p:nvPr/>
        </p:nvCxnSpPr>
        <p:spPr>
          <a:xfrm flipH="1">
            <a:off x="7462110" y="3744468"/>
            <a:ext cx="400602" cy="313203"/>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3ED5D5EA-5EED-14E9-7ABD-83E9E075FD26}"/>
              </a:ext>
            </a:extLst>
          </p:cNvPr>
          <p:cNvCxnSpPr>
            <a:stCxn id="14" idx="2"/>
            <a:endCxn id="10" idx="0"/>
          </p:cNvCxnSpPr>
          <p:nvPr/>
        </p:nvCxnSpPr>
        <p:spPr>
          <a:xfrm>
            <a:off x="8993520" y="4059936"/>
            <a:ext cx="0" cy="6692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6A89AF2B-6C18-3BC3-318C-BB277B8F69D8}"/>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19 of 30</a:t>
            </a:r>
          </a:p>
          <a:p>
            <a:pPr algn="r"/>
            <a:r>
              <a:rPr lang="en-CA" noProof="0" dirty="0">
                <a:solidFill>
                  <a:srgbClr val="002060"/>
                </a:solidFill>
              </a:rPr>
              <a:t>19 January 2026</a:t>
            </a:r>
          </a:p>
        </p:txBody>
      </p:sp>
    </p:spTree>
    <p:extLst>
      <p:ext uri="{BB962C8B-B14F-4D97-AF65-F5344CB8AC3E}">
        <p14:creationId xmlns:p14="http://schemas.microsoft.com/office/powerpoint/2010/main" val="260184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ppt_x"/>
                                          </p:val>
                                        </p:tav>
                                        <p:tav tm="100000">
                                          <p:val>
                                            <p:strVal val="#ppt_x"/>
                                          </p:val>
                                        </p:tav>
                                      </p:tavLst>
                                    </p:anim>
                                    <p:anim calcmode="lin" valueType="num">
                                      <p:cBhvr additive="base">
                                        <p:cTn id="12" dur="500" fill="hold"/>
                                        <p:tgtEl>
                                          <p:spTgt spid="4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3F4A-469A-F17B-605D-63D04B06B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274E2-C0B2-6F95-479F-AA99B428CAA4}"/>
              </a:ext>
            </a:extLst>
          </p:cNvPr>
          <p:cNvSpPr>
            <a:spLocks noGrp="1"/>
          </p:cNvSpPr>
          <p:nvPr>
            <p:ph type="title"/>
          </p:nvPr>
        </p:nvSpPr>
        <p:spPr/>
        <p:txBody>
          <a:bodyPr/>
          <a:lstStyle/>
          <a:p>
            <a:r>
              <a:rPr lang="en-CA" noProof="0" dirty="0">
                <a:solidFill>
                  <a:srgbClr val="002060"/>
                </a:solidFill>
              </a:rPr>
              <a:t>EMPLOYEE SUPERCLASS (1/2)</a:t>
            </a:r>
            <a:endParaRPr lang="en-CA" noProof="0" dirty="0"/>
          </a:p>
        </p:txBody>
      </p:sp>
      <p:sp>
        <p:nvSpPr>
          <p:cNvPr id="8" name="Content Placeholder 7">
            <a:extLst>
              <a:ext uri="{FF2B5EF4-FFF2-40B4-BE49-F238E27FC236}">
                <a16:creationId xmlns:a16="http://schemas.microsoft.com/office/drawing/2014/main" id="{DF7AF2D4-1A29-337A-6B58-66B56B176C99}"/>
              </a:ext>
            </a:extLst>
          </p:cNvPr>
          <p:cNvSpPr>
            <a:spLocks noGrp="1"/>
          </p:cNvSpPr>
          <p:nvPr>
            <p:ph sz="half" idx="2"/>
          </p:nvPr>
        </p:nvSpPr>
        <p:spPr>
          <a:xfrm>
            <a:off x="838199" y="1690688"/>
            <a:ext cx="10512205" cy="4351338"/>
          </a:xfrm>
        </p:spPr>
        <p:txBody>
          <a:bodyPr>
            <a:normAutofit/>
          </a:bodyPr>
          <a:lstStyle/>
          <a:p>
            <a:r>
              <a:rPr lang="en-CA" sz="1800" noProof="0" dirty="0"/>
              <a:t>Recall that we decided to consolidate the subclasses of </a:t>
            </a:r>
            <a:r>
              <a:rPr lang="en-CA" sz="1800" noProof="0" dirty="0">
                <a:solidFill>
                  <a:srgbClr val="0070C0"/>
                </a:solidFill>
              </a:rPr>
              <a:t>Doctor</a:t>
            </a:r>
            <a:r>
              <a:rPr lang="en-CA" sz="1800" noProof="0" dirty="0"/>
              <a:t>, </a:t>
            </a:r>
            <a:r>
              <a:rPr lang="en-CA" sz="1800" noProof="0" dirty="0">
                <a:solidFill>
                  <a:srgbClr val="0070C0"/>
                </a:solidFill>
              </a:rPr>
              <a:t>Nurse</a:t>
            </a:r>
            <a:r>
              <a:rPr lang="en-CA" sz="1800" noProof="0" dirty="0"/>
              <a:t>, and </a:t>
            </a:r>
            <a:r>
              <a:rPr lang="en-CA" sz="1800" noProof="0" dirty="0">
                <a:solidFill>
                  <a:srgbClr val="0070C0"/>
                </a:solidFill>
              </a:rPr>
              <a:t>Assistant</a:t>
            </a:r>
            <a:r>
              <a:rPr lang="en-CA" sz="1800" noProof="0" dirty="0"/>
              <a:t> into a superclass </a:t>
            </a:r>
            <a:r>
              <a:rPr lang="en-CA" sz="1800" noProof="0" dirty="0">
                <a:solidFill>
                  <a:srgbClr val="0070C0"/>
                </a:solidFill>
              </a:rPr>
              <a:t>Employee</a:t>
            </a:r>
          </a:p>
          <a:p>
            <a:r>
              <a:rPr lang="en-CA" sz="1800" noProof="0" dirty="0"/>
              <a:t>All </a:t>
            </a:r>
            <a:r>
              <a:rPr lang="en-CA" sz="1800" noProof="0" dirty="0">
                <a:solidFill>
                  <a:srgbClr val="0070C0"/>
                </a:solidFill>
              </a:rPr>
              <a:t>Employees</a:t>
            </a:r>
            <a:r>
              <a:rPr lang="en-CA" sz="1800" noProof="0" dirty="0"/>
              <a:t> must be either a </a:t>
            </a:r>
            <a:r>
              <a:rPr lang="en-CA" sz="1800" noProof="0" dirty="0">
                <a:solidFill>
                  <a:srgbClr val="0070C0"/>
                </a:solidFill>
              </a:rPr>
              <a:t>Doctors</a:t>
            </a:r>
            <a:r>
              <a:rPr lang="en-CA" sz="1800" noProof="0" dirty="0"/>
              <a:t>, </a:t>
            </a:r>
            <a:r>
              <a:rPr lang="en-CA" sz="1800" noProof="0" dirty="0">
                <a:solidFill>
                  <a:srgbClr val="0070C0"/>
                </a:solidFill>
              </a:rPr>
              <a:t>Nurses</a:t>
            </a:r>
            <a:r>
              <a:rPr lang="en-CA" sz="1800" noProof="0" dirty="0"/>
              <a:t>, or </a:t>
            </a:r>
            <a:r>
              <a:rPr lang="en-CA" sz="1800" noProof="0" dirty="0">
                <a:solidFill>
                  <a:srgbClr val="0070C0"/>
                </a:solidFill>
              </a:rPr>
              <a:t>Assistants </a:t>
            </a:r>
            <a:r>
              <a:rPr lang="en-CA" sz="1800" noProof="0" dirty="0"/>
              <a:t>(Total Participation)</a:t>
            </a:r>
          </a:p>
          <a:p>
            <a:pPr marL="0" indent="0">
              <a:buNone/>
            </a:pPr>
            <a:endParaRPr lang="en-CA" sz="1800" noProof="0" dirty="0"/>
          </a:p>
        </p:txBody>
      </p:sp>
      <p:sp>
        <p:nvSpPr>
          <p:cNvPr id="6" name="Rectangle 5">
            <a:extLst>
              <a:ext uri="{FF2B5EF4-FFF2-40B4-BE49-F238E27FC236}">
                <a16:creationId xmlns:a16="http://schemas.microsoft.com/office/drawing/2014/main" id="{B4A1971D-74E3-FD79-D4CE-AC4A45B9988B}"/>
              </a:ext>
            </a:extLst>
          </p:cNvPr>
          <p:cNvSpPr/>
          <p:nvPr/>
        </p:nvSpPr>
        <p:spPr>
          <a:xfrm>
            <a:off x="5685433" y="3016251"/>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Employee</a:t>
            </a:r>
          </a:p>
        </p:txBody>
      </p:sp>
      <p:sp>
        <p:nvSpPr>
          <p:cNvPr id="43" name="Rectangle 42">
            <a:extLst>
              <a:ext uri="{FF2B5EF4-FFF2-40B4-BE49-F238E27FC236}">
                <a16:creationId xmlns:a16="http://schemas.microsoft.com/office/drawing/2014/main" id="{C8E813FA-FB8B-3AFE-3E09-99FA8E9BF180}"/>
              </a:ext>
            </a:extLst>
          </p:cNvPr>
          <p:cNvSpPr/>
          <p:nvPr/>
        </p:nvSpPr>
        <p:spPr>
          <a:xfrm>
            <a:off x="3851557" y="5664963"/>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Doctor</a:t>
            </a:r>
          </a:p>
        </p:txBody>
      </p:sp>
      <p:sp>
        <p:nvSpPr>
          <p:cNvPr id="44" name="Rectangle 43">
            <a:extLst>
              <a:ext uri="{FF2B5EF4-FFF2-40B4-BE49-F238E27FC236}">
                <a16:creationId xmlns:a16="http://schemas.microsoft.com/office/drawing/2014/main" id="{68A4F397-FC8D-00C3-BC75-8C8B0EE6E971}"/>
              </a:ext>
            </a:extLst>
          </p:cNvPr>
          <p:cNvSpPr/>
          <p:nvPr/>
        </p:nvSpPr>
        <p:spPr>
          <a:xfrm>
            <a:off x="5685433" y="5664963"/>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Assistant</a:t>
            </a:r>
          </a:p>
        </p:txBody>
      </p:sp>
      <p:sp>
        <p:nvSpPr>
          <p:cNvPr id="45" name="Rectangle 44">
            <a:extLst>
              <a:ext uri="{FF2B5EF4-FFF2-40B4-BE49-F238E27FC236}">
                <a16:creationId xmlns:a16="http://schemas.microsoft.com/office/drawing/2014/main" id="{5BDC3FDE-31F9-BAB1-5974-D65F7B1F458A}"/>
              </a:ext>
            </a:extLst>
          </p:cNvPr>
          <p:cNvSpPr/>
          <p:nvPr/>
        </p:nvSpPr>
        <p:spPr>
          <a:xfrm>
            <a:off x="7569602" y="5664963"/>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Nurse</a:t>
            </a:r>
          </a:p>
        </p:txBody>
      </p:sp>
      <p:sp>
        <p:nvSpPr>
          <p:cNvPr id="46" name="Oval 45">
            <a:extLst>
              <a:ext uri="{FF2B5EF4-FFF2-40B4-BE49-F238E27FC236}">
                <a16:creationId xmlns:a16="http://schemas.microsoft.com/office/drawing/2014/main" id="{C4DD14C8-28EB-E347-BC38-A6BF757A5526}"/>
              </a:ext>
            </a:extLst>
          </p:cNvPr>
          <p:cNvSpPr/>
          <p:nvPr/>
        </p:nvSpPr>
        <p:spPr>
          <a:xfrm>
            <a:off x="6276661" y="4667950"/>
            <a:ext cx="180000" cy="180000"/>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cxnSp>
        <p:nvCxnSpPr>
          <p:cNvPr id="48" name="Straight Connector 47">
            <a:extLst>
              <a:ext uri="{FF2B5EF4-FFF2-40B4-BE49-F238E27FC236}">
                <a16:creationId xmlns:a16="http://schemas.microsoft.com/office/drawing/2014/main" id="{FB3C5597-016B-134F-6EC2-6D691D473DC6}"/>
              </a:ext>
            </a:extLst>
          </p:cNvPr>
          <p:cNvCxnSpPr>
            <a:stCxn id="6" idx="2"/>
            <a:endCxn id="46" idx="0"/>
          </p:cNvCxnSpPr>
          <p:nvPr/>
        </p:nvCxnSpPr>
        <p:spPr>
          <a:xfrm>
            <a:off x="6366661" y="3519171"/>
            <a:ext cx="0" cy="1148779"/>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6062E3F6-28F2-927F-5AA8-0D3D0ADF7457}"/>
              </a:ext>
            </a:extLst>
          </p:cNvPr>
          <p:cNvCxnSpPr>
            <a:stCxn id="46" idx="4"/>
            <a:endCxn id="44" idx="0"/>
          </p:cNvCxnSpPr>
          <p:nvPr/>
        </p:nvCxnSpPr>
        <p:spPr>
          <a:xfrm>
            <a:off x="6366661" y="4847950"/>
            <a:ext cx="0" cy="817013"/>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55" name="Connector: Elbow 54">
            <a:extLst>
              <a:ext uri="{FF2B5EF4-FFF2-40B4-BE49-F238E27FC236}">
                <a16:creationId xmlns:a16="http://schemas.microsoft.com/office/drawing/2014/main" id="{6BA2DDEC-6536-DC91-6E33-AC7AB13913A4}"/>
              </a:ext>
            </a:extLst>
          </p:cNvPr>
          <p:cNvCxnSpPr>
            <a:stCxn id="46" idx="2"/>
            <a:endCxn id="43" idx="0"/>
          </p:cNvCxnSpPr>
          <p:nvPr/>
        </p:nvCxnSpPr>
        <p:spPr>
          <a:xfrm rot="10800000" flipV="1">
            <a:off x="4532785" y="4757949"/>
            <a:ext cx="1743876" cy="907013"/>
          </a:xfrm>
          <a:prstGeom prst="bentConnector2">
            <a:avLst/>
          </a:prstGeom>
          <a:ln w="38100" cmpd="dbl"/>
        </p:spPr>
        <p:style>
          <a:lnRef idx="2">
            <a:schemeClr val="dk1"/>
          </a:lnRef>
          <a:fillRef idx="0">
            <a:schemeClr val="dk1"/>
          </a:fillRef>
          <a:effectRef idx="1">
            <a:schemeClr val="dk1"/>
          </a:effectRef>
          <a:fontRef idx="minor">
            <a:schemeClr val="tx1"/>
          </a:fontRef>
        </p:style>
      </p:cxnSp>
      <p:cxnSp>
        <p:nvCxnSpPr>
          <p:cNvPr id="57" name="Connector: Elbow 56">
            <a:extLst>
              <a:ext uri="{FF2B5EF4-FFF2-40B4-BE49-F238E27FC236}">
                <a16:creationId xmlns:a16="http://schemas.microsoft.com/office/drawing/2014/main" id="{6D8DF50A-ECF2-23CD-9AB5-7DBDA9FB2758}"/>
              </a:ext>
            </a:extLst>
          </p:cNvPr>
          <p:cNvCxnSpPr>
            <a:stCxn id="46" idx="6"/>
            <a:endCxn id="45" idx="0"/>
          </p:cNvCxnSpPr>
          <p:nvPr/>
        </p:nvCxnSpPr>
        <p:spPr>
          <a:xfrm>
            <a:off x="6456661" y="4757950"/>
            <a:ext cx="1794169" cy="907013"/>
          </a:xfrm>
          <a:prstGeom prst="bentConnector2">
            <a:avLst/>
          </a:prstGeom>
          <a:ln w="38100" cmpd="dbl"/>
        </p:spPr>
        <p:style>
          <a:lnRef idx="2">
            <a:schemeClr val="dk1"/>
          </a:lnRef>
          <a:fillRef idx="0">
            <a:schemeClr val="dk1"/>
          </a:fillRef>
          <a:effectRef idx="1">
            <a:schemeClr val="dk1"/>
          </a:effectRef>
          <a:fontRef idx="minor">
            <a:schemeClr val="tx1"/>
          </a:fontRef>
        </p:style>
      </p:cxnSp>
      <p:sp>
        <p:nvSpPr>
          <p:cNvPr id="58" name="Block Arc 57">
            <a:extLst>
              <a:ext uri="{FF2B5EF4-FFF2-40B4-BE49-F238E27FC236}">
                <a16:creationId xmlns:a16="http://schemas.microsoft.com/office/drawing/2014/main" id="{DF78F774-AD09-1AFA-8A68-AA311F30079B}"/>
              </a:ext>
            </a:extLst>
          </p:cNvPr>
          <p:cNvSpPr/>
          <p:nvPr/>
        </p:nvSpPr>
        <p:spPr>
          <a:xfrm flipV="1">
            <a:off x="6194887" y="5027950"/>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59" name="Block Arc 58">
            <a:extLst>
              <a:ext uri="{FF2B5EF4-FFF2-40B4-BE49-F238E27FC236}">
                <a16:creationId xmlns:a16="http://schemas.microsoft.com/office/drawing/2014/main" id="{0821B0A7-7976-6EFB-F524-DDCE12F993DF}"/>
              </a:ext>
            </a:extLst>
          </p:cNvPr>
          <p:cNvSpPr/>
          <p:nvPr/>
        </p:nvSpPr>
        <p:spPr>
          <a:xfrm rot="16200000" flipV="1">
            <a:off x="6770688" y="4577949"/>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60" name="Block Arc 59">
            <a:extLst>
              <a:ext uri="{FF2B5EF4-FFF2-40B4-BE49-F238E27FC236}">
                <a16:creationId xmlns:a16="http://schemas.microsoft.com/office/drawing/2014/main" id="{F50DA5D1-70A9-C0F7-F9E1-99D70A658211}"/>
              </a:ext>
            </a:extLst>
          </p:cNvPr>
          <p:cNvSpPr/>
          <p:nvPr/>
        </p:nvSpPr>
        <p:spPr>
          <a:xfrm rot="5400000" flipH="1" flipV="1">
            <a:off x="5602633" y="4577949"/>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3" name="TextBox 2">
            <a:extLst>
              <a:ext uri="{FF2B5EF4-FFF2-40B4-BE49-F238E27FC236}">
                <a16:creationId xmlns:a16="http://schemas.microsoft.com/office/drawing/2014/main" id="{FC5D3F6E-86FB-41EA-8196-897002BF3528}"/>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20 of 30</a:t>
            </a:r>
          </a:p>
          <a:p>
            <a:pPr algn="r"/>
            <a:r>
              <a:rPr lang="en-CA" noProof="0" dirty="0">
                <a:solidFill>
                  <a:srgbClr val="002060"/>
                </a:solidFill>
              </a:rPr>
              <a:t>19 January 2026</a:t>
            </a:r>
          </a:p>
        </p:txBody>
      </p:sp>
      <p:sp>
        <p:nvSpPr>
          <p:cNvPr id="4" name="TextBox 3">
            <a:extLst>
              <a:ext uri="{FF2B5EF4-FFF2-40B4-BE49-F238E27FC236}">
                <a16:creationId xmlns:a16="http://schemas.microsoft.com/office/drawing/2014/main" id="{74D1968C-A8E1-F89A-FED0-787A69E52BD9}"/>
              </a:ext>
            </a:extLst>
          </p:cNvPr>
          <p:cNvSpPr txBox="1"/>
          <p:nvPr/>
        </p:nvSpPr>
        <p:spPr>
          <a:xfrm>
            <a:off x="6456661" y="3841619"/>
            <a:ext cx="3348490" cy="646331"/>
          </a:xfrm>
          <a:prstGeom prst="rect">
            <a:avLst/>
          </a:prstGeom>
          <a:noFill/>
          <a:ln>
            <a:solidFill>
              <a:schemeClr val="tx1"/>
            </a:solidFill>
          </a:ln>
        </p:spPr>
        <p:txBody>
          <a:bodyPr wrap="square" rtlCol="0">
            <a:spAutoFit/>
          </a:bodyPr>
          <a:lstStyle/>
          <a:p>
            <a:r>
              <a:rPr lang="en-US" dirty="0"/>
              <a:t>Note: Double lines are required here as this is total participation</a:t>
            </a:r>
            <a:endParaRPr lang="en-CA" dirty="0"/>
          </a:p>
        </p:txBody>
      </p:sp>
    </p:spTree>
    <p:extLst>
      <p:ext uri="{BB962C8B-B14F-4D97-AF65-F5344CB8AC3E}">
        <p14:creationId xmlns:p14="http://schemas.microsoft.com/office/powerpoint/2010/main" val="350646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ppt_x"/>
                                          </p:val>
                                        </p:tav>
                                        <p:tav tm="100000">
                                          <p:val>
                                            <p:strVal val="#ppt_x"/>
                                          </p:val>
                                        </p:tav>
                                      </p:tavLst>
                                    </p:anim>
                                    <p:anim calcmode="lin" valueType="num">
                                      <p:cBhvr additive="base">
                                        <p:cTn id="12" dur="500" fill="hold"/>
                                        <p:tgtEl>
                                          <p:spTgt spid="4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500" fill="hold"/>
                                        <p:tgtEl>
                                          <p:spTgt spid="43"/>
                                        </p:tgtEl>
                                        <p:attrNameLst>
                                          <p:attrName>ppt_x</p:attrName>
                                        </p:attrNameLst>
                                      </p:cBhvr>
                                      <p:tavLst>
                                        <p:tav tm="0">
                                          <p:val>
                                            <p:strVal val="#ppt_x"/>
                                          </p:val>
                                        </p:tav>
                                        <p:tav tm="100000">
                                          <p:val>
                                            <p:strVal val="#ppt_x"/>
                                          </p:val>
                                        </p:tav>
                                      </p:tavLst>
                                    </p:anim>
                                    <p:anim calcmode="lin" valueType="num">
                                      <p:cBhvr additive="base">
                                        <p:cTn id="1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anim calcmode="lin" valueType="num">
                                      <p:cBhvr additive="base">
                                        <p:cTn id="25" dur="500" fill="hold"/>
                                        <p:tgtEl>
                                          <p:spTgt spid="46"/>
                                        </p:tgtEl>
                                        <p:attrNameLst>
                                          <p:attrName>ppt_x</p:attrName>
                                        </p:attrNameLst>
                                      </p:cBhvr>
                                      <p:tavLst>
                                        <p:tav tm="0">
                                          <p:val>
                                            <p:strVal val="#ppt_x"/>
                                          </p:val>
                                        </p:tav>
                                        <p:tav tm="100000">
                                          <p:val>
                                            <p:strVal val="#ppt_x"/>
                                          </p:val>
                                        </p:tav>
                                      </p:tavLst>
                                    </p:anim>
                                    <p:anim calcmode="lin" valueType="num">
                                      <p:cBhvr additive="base">
                                        <p:cTn id="26" dur="500" fill="hold"/>
                                        <p:tgtEl>
                                          <p:spTgt spid="46"/>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500" fill="hold"/>
                                        <p:tgtEl>
                                          <p:spTgt spid="48"/>
                                        </p:tgtEl>
                                        <p:attrNameLst>
                                          <p:attrName>ppt_x</p:attrName>
                                        </p:attrNameLst>
                                      </p:cBhvr>
                                      <p:tavLst>
                                        <p:tav tm="0">
                                          <p:val>
                                            <p:strVal val="#ppt_x"/>
                                          </p:val>
                                        </p:tav>
                                        <p:tav tm="100000">
                                          <p:val>
                                            <p:strVal val="#ppt_x"/>
                                          </p:val>
                                        </p:tav>
                                      </p:tavLst>
                                    </p:anim>
                                    <p:anim calcmode="lin" valueType="num">
                                      <p:cBhvr additive="base">
                                        <p:cTn id="30" dur="500" fill="hold"/>
                                        <p:tgtEl>
                                          <p:spTgt spid="4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2"/>
                                        </p:tgtEl>
                                        <p:attrNameLst>
                                          <p:attrName>style.visibility</p:attrName>
                                        </p:attrNameLst>
                                      </p:cBhvr>
                                      <p:to>
                                        <p:strVal val="visible"/>
                                      </p:to>
                                    </p:set>
                                    <p:anim calcmode="lin" valueType="num">
                                      <p:cBhvr additive="base">
                                        <p:cTn id="33" dur="500" fill="hold"/>
                                        <p:tgtEl>
                                          <p:spTgt spid="52"/>
                                        </p:tgtEl>
                                        <p:attrNameLst>
                                          <p:attrName>ppt_x</p:attrName>
                                        </p:attrNameLst>
                                      </p:cBhvr>
                                      <p:tavLst>
                                        <p:tav tm="0">
                                          <p:val>
                                            <p:strVal val="#ppt_x"/>
                                          </p:val>
                                        </p:tav>
                                        <p:tav tm="100000">
                                          <p:val>
                                            <p:strVal val="#ppt_x"/>
                                          </p:val>
                                        </p:tav>
                                      </p:tavLst>
                                    </p:anim>
                                    <p:anim calcmode="lin" valueType="num">
                                      <p:cBhvr additive="base">
                                        <p:cTn id="34" dur="500" fill="hold"/>
                                        <p:tgtEl>
                                          <p:spTgt spid="5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anim calcmode="lin" valueType="num">
                                      <p:cBhvr additive="base">
                                        <p:cTn id="37" dur="500" fill="hold"/>
                                        <p:tgtEl>
                                          <p:spTgt spid="55"/>
                                        </p:tgtEl>
                                        <p:attrNameLst>
                                          <p:attrName>ppt_x</p:attrName>
                                        </p:attrNameLst>
                                      </p:cBhvr>
                                      <p:tavLst>
                                        <p:tav tm="0">
                                          <p:val>
                                            <p:strVal val="#ppt_x"/>
                                          </p:val>
                                        </p:tav>
                                        <p:tav tm="100000">
                                          <p:val>
                                            <p:strVal val="#ppt_x"/>
                                          </p:val>
                                        </p:tav>
                                      </p:tavLst>
                                    </p:anim>
                                    <p:anim calcmode="lin" valueType="num">
                                      <p:cBhvr additive="base">
                                        <p:cTn id="38" dur="500" fill="hold"/>
                                        <p:tgtEl>
                                          <p:spTgt spid="5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anim calcmode="lin" valueType="num">
                                      <p:cBhvr additive="base">
                                        <p:cTn id="41" dur="500" fill="hold"/>
                                        <p:tgtEl>
                                          <p:spTgt spid="57"/>
                                        </p:tgtEl>
                                        <p:attrNameLst>
                                          <p:attrName>ppt_x</p:attrName>
                                        </p:attrNameLst>
                                      </p:cBhvr>
                                      <p:tavLst>
                                        <p:tav tm="0">
                                          <p:val>
                                            <p:strVal val="#ppt_x"/>
                                          </p:val>
                                        </p:tav>
                                        <p:tav tm="100000">
                                          <p:val>
                                            <p:strVal val="#ppt_x"/>
                                          </p:val>
                                        </p:tav>
                                      </p:tavLst>
                                    </p:anim>
                                    <p:anim calcmode="lin" valueType="num">
                                      <p:cBhvr additive="base">
                                        <p:cTn id="42" dur="500" fill="hold"/>
                                        <p:tgtEl>
                                          <p:spTgt spid="57"/>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anim calcmode="lin" valueType="num">
                                      <p:cBhvr additive="base">
                                        <p:cTn id="45" dur="500" fill="hold"/>
                                        <p:tgtEl>
                                          <p:spTgt spid="58"/>
                                        </p:tgtEl>
                                        <p:attrNameLst>
                                          <p:attrName>ppt_x</p:attrName>
                                        </p:attrNameLst>
                                      </p:cBhvr>
                                      <p:tavLst>
                                        <p:tav tm="0">
                                          <p:val>
                                            <p:strVal val="#ppt_x"/>
                                          </p:val>
                                        </p:tav>
                                        <p:tav tm="100000">
                                          <p:val>
                                            <p:strVal val="#ppt_x"/>
                                          </p:val>
                                        </p:tav>
                                      </p:tavLst>
                                    </p:anim>
                                    <p:anim calcmode="lin" valueType="num">
                                      <p:cBhvr additive="base">
                                        <p:cTn id="46" dur="500" fill="hold"/>
                                        <p:tgtEl>
                                          <p:spTgt spid="58"/>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anim calcmode="lin" valueType="num">
                                      <p:cBhvr additive="base">
                                        <p:cTn id="49" dur="500" fill="hold"/>
                                        <p:tgtEl>
                                          <p:spTgt spid="59"/>
                                        </p:tgtEl>
                                        <p:attrNameLst>
                                          <p:attrName>ppt_x</p:attrName>
                                        </p:attrNameLst>
                                      </p:cBhvr>
                                      <p:tavLst>
                                        <p:tav tm="0">
                                          <p:val>
                                            <p:strVal val="#ppt_x"/>
                                          </p:val>
                                        </p:tav>
                                        <p:tav tm="100000">
                                          <p:val>
                                            <p:strVal val="#ppt_x"/>
                                          </p:val>
                                        </p:tav>
                                      </p:tavLst>
                                    </p:anim>
                                    <p:anim calcmode="lin" valueType="num">
                                      <p:cBhvr additive="base">
                                        <p:cTn id="50" dur="500" fill="hold"/>
                                        <p:tgtEl>
                                          <p:spTgt spid="59"/>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0"/>
                                        </p:tgtEl>
                                        <p:attrNameLst>
                                          <p:attrName>style.visibility</p:attrName>
                                        </p:attrNameLst>
                                      </p:cBhvr>
                                      <p:to>
                                        <p:strVal val="visible"/>
                                      </p:to>
                                    </p:set>
                                    <p:anim calcmode="lin" valueType="num">
                                      <p:cBhvr additive="base">
                                        <p:cTn id="53" dur="500" fill="hold"/>
                                        <p:tgtEl>
                                          <p:spTgt spid="60"/>
                                        </p:tgtEl>
                                        <p:attrNameLst>
                                          <p:attrName>ppt_x</p:attrName>
                                        </p:attrNameLst>
                                      </p:cBhvr>
                                      <p:tavLst>
                                        <p:tav tm="0">
                                          <p:val>
                                            <p:strVal val="#ppt_x"/>
                                          </p:val>
                                        </p:tav>
                                        <p:tav tm="100000">
                                          <p:val>
                                            <p:strVal val="#ppt_x"/>
                                          </p:val>
                                        </p:tav>
                                      </p:tavLst>
                                    </p:anim>
                                    <p:anim calcmode="lin" valueType="num">
                                      <p:cBhvr additive="base">
                                        <p:cTn id="54"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 calcmode="lin" valueType="num">
                                      <p:cBhvr additive="base">
                                        <p:cTn id="59" dur="500" fill="hold"/>
                                        <p:tgtEl>
                                          <p:spTgt spid="4"/>
                                        </p:tgtEl>
                                        <p:attrNameLst>
                                          <p:attrName>ppt_x</p:attrName>
                                        </p:attrNameLst>
                                      </p:cBhvr>
                                      <p:tavLst>
                                        <p:tav tm="0">
                                          <p:val>
                                            <p:strVal val="#ppt_x"/>
                                          </p:val>
                                        </p:tav>
                                        <p:tav tm="100000">
                                          <p:val>
                                            <p:strVal val="#ppt_x"/>
                                          </p:val>
                                        </p:tav>
                                      </p:tavLst>
                                    </p:anim>
                                    <p:anim calcmode="lin" valueType="num">
                                      <p:cBhvr additive="base">
                                        <p:cTn id="6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3" grpId="0" animBg="1"/>
      <p:bldP spid="44" grpId="0" animBg="1"/>
      <p:bldP spid="45" grpId="0" animBg="1"/>
      <p:bldP spid="46" grpId="0" animBg="1"/>
      <p:bldP spid="58" grpId="0" animBg="1"/>
      <p:bldP spid="59" grpId="0" animBg="1"/>
      <p:bldP spid="60"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9EC93-3766-5BDD-68B0-043522647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9BFD9-A428-BAC4-53C9-9917BC2CEAF5}"/>
              </a:ext>
            </a:extLst>
          </p:cNvPr>
          <p:cNvSpPr>
            <a:spLocks noGrp="1"/>
          </p:cNvSpPr>
          <p:nvPr>
            <p:ph type="title"/>
          </p:nvPr>
        </p:nvSpPr>
        <p:spPr/>
        <p:txBody>
          <a:bodyPr/>
          <a:lstStyle/>
          <a:p>
            <a:r>
              <a:rPr lang="en-CA" noProof="0" dirty="0">
                <a:solidFill>
                  <a:srgbClr val="002060"/>
                </a:solidFill>
              </a:rPr>
              <a:t>EMPLOYEE SUPERCLASS (2/2)</a:t>
            </a:r>
            <a:endParaRPr lang="en-CA" noProof="0" dirty="0"/>
          </a:p>
        </p:txBody>
      </p:sp>
      <p:sp>
        <p:nvSpPr>
          <p:cNvPr id="8" name="Content Placeholder 7">
            <a:extLst>
              <a:ext uri="{FF2B5EF4-FFF2-40B4-BE49-F238E27FC236}">
                <a16:creationId xmlns:a16="http://schemas.microsoft.com/office/drawing/2014/main" id="{A6669412-CF53-F66E-285E-A29E80E96884}"/>
              </a:ext>
            </a:extLst>
          </p:cNvPr>
          <p:cNvSpPr>
            <a:spLocks noGrp="1"/>
          </p:cNvSpPr>
          <p:nvPr>
            <p:ph sz="half" idx="2"/>
          </p:nvPr>
        </p:nvSpPr>
        <p:spPr>
          <a:xfrm>
            <a:off x="838200" y="1690688"/>
            <a:ext cx="4005778" cy="4351338"/>
          </a:xfrm>
        </p:spPr>
        <p:txBody>
          <a:bodyPr>
            <a:normAutofit/>
          </a:bodyPr>
          <a:lstStyle/>
          <a:p>
            <a:r>
              <a:rPr lang="en-CA" sz="1800" noProof="0" dirty="0"/>
              <a:t>This superclass consists of all the common attributes</a:t>
            </a:r>
          </a:p>
          <a:p>
            <a:pPr lvl="1"/>
            <a:r>
              <a:rPr lang="en-CA" sz="1800" noProof="0" dirty="0">
                <a:solidFill>
                  <a:schemeClr val="accent3"/>
                </a:solidFill>
              </a:rPr>
              <a:t>Employee ID </a:t>
            </a:r>
            <a:r>
              <a:rPr lang="en-CA" sz="1800" noProof="0" dirty="0"/>
              <a:t>(Primary Key)</a:t>
            </a:r>
          </a:p>
          <a:p>
            <a:pPr lvl="1"/>
            <a:r>
              <a:rPr lang="en-CA" sz="1800" noProof="0" dirty="0">
                <a:solidFill>
                  <a:srgbClr val="C00000"/>
                </a:solidFill>
              </a:rPr>
              <a:t>Address</a:t>
            </a:r>
          </a:p>
          <a:p>
            <a:pPr lvl="2"/>
            <a:r>
              <a:rPr lang="en-CA" sz="1800" noProof="0" dirty="0">
                <a:solidFill>
                  <a:srgbClr val="C00000"/>
                </a:solidFill>
              </a:rPr>
              <a:t>House Number</a:t>
            </a:r>
          </a:p>
          <a:p>
            <a:pPr lvl="2"/>
            <a:r>
              <a:rPr lang="en-CA" sz="1800" noProof="0" dirty="0">
                <a:solidFill>
                  <a:srgbClr val="C00000"/>
                </a:solidFill>
              </a:rPr>
              <a:t>Street</a:t>
            </a:r>
          </a:p>
          <a:p>
            <a:pPr lvl="2"/>
            <a:r>
              <a:rPr lang="en-CA" sz="1800" noProof="0" dirty="0">
                <a:solidFill>
                  <a:srgbClr val="C00000"/>
                </a:solidFill>
              </a:rPr>
              <a:t>City</a:t>
            </a:r>
          </a:p>
          <a:p>
            <a:pPr lvl="2"/>
            <a:r>
              <a:rPr lang="en-CA" sz="1800" noProof="0" dirty="0">
                <a:solidFill>
                  <a:srgbClr val="C00000"/>
                </a:solidFill>
              </a:rPr>
              <a:t>Province/Territory</a:t>
            </a:r>
          </a:p>
          <a:p>
            <a:pPr lvl="2"/>
            <a:r>
              <a:rPr lang="en-CA" sz="1800" noProof="0" dirty="0">
                <a:solidFill>
                  <a:srgbClr val="C00000"/>
                </a:solidFill>
              </a:rPr>
              <a:t>Postal Code</a:t>
            </a:r>
          </a:p>
          <a:p>
            <a:pPr lvl="1"/>
            <a:r>
              <a:rPr lang="en-CA" sz="1800" noProof="0" dirty="0">
                <a:solidFill>
                  <a:srgbClr val="C00000"/>
                </a:solidFill>
              </a:rPr>
              <a:t>Name</a:t>
            </a:r>
          </a:p>
          <a:p>
            <a:pPr lvl="2"/>
            <a:r>
              <a:rPr lang="en-CA" sz="1800" noProof="0" dirty="0">
                <a:solidFill>
                  <a:srgbClr val="C00000"/>
                </a:solidFill>
              </a:rPr>
              <a:t>First Name</a:t>
            </a:r>
          </a:p>
          <a:p>
            <a:pPr lvl="2"/>
            <a:r>
              <a:rPr lang="en-CA" sz="1800" noProof="0" dirty="0">
                <a:solidFill>
                  <a:srgbClr val="C00000"/>
                </a:solidFill>
              </a:rPr>
              <a:t>Last Name</a:t>
            </a:r>
          </a:p>
          <a:p>
            <a:pPr marL="0" indent="0">
              <a:buNone/>
            </a:pPr>
            <a:endParaRPr lang="en-CA" sz="1800" noProof="0" dirty="0"/>
          </a:p>
        </p:txBody>
      </p:sp>
      <p:sp>
        <p:nvSpPr>
          <p:cNvPr id="6" name="Rectangle 5">
            <a:extLst>
              <a:ext uri="{FF2B5EF4-FFF2-40B4-BE49-F238E27FC236}">
                <a16:creationId xmlns:a16="http://schemas.microsoft.com/office/drawing/2014/main" id="{BB246CEA-9439-07E1-786D-D21C6394E0CD}"/>
              </a:ext>
            </a:extLst>
          </p:cNvPr>
          <p:cNvSpPr/>
          <p:nvPr/>
        </p:nvSpPr>
        <p:spPr>
          <a:xfrm>
            <a:off x="8103780" y="3241548"/>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Employee</a:t>
            </a:r>
          </a:p>
        </p:txBody>
      </p:sp>
      <p:sp>
        <p:nvSpPr>
          <p:cNvPr id="9" name="Oval 8">
            <a:extLst>
              <a:ext uri="{FF2B5EF4-FFF2-40B4-BE49-F238E27FC236}">
                <a16:creationId xmlns:a16="http://schemas.microsoft.com/office/drawing/2014/main" id="{282D429D-130C-8AC8-6C55-F47B96ED1D7B}"/>
              </a:ext>
            </a:extLst>
          </p:cNvPr>
          <p:cNvSpPr/>
          <p:nvPr/>
        </p:nvSpPr>
        <p:spPr>
          <a:xfrm>
            <a:off x="5773517" y="3177540"/>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Address</a:t>
            </a:r>
          </a:p>
        </p:txBody>
      </p:sp>
      <p:sp>
        <p:nvSpPr>
          <p:cNvPr id="10" name="Oval 9">
            <a:extLst>
              <a:ext uri="{FF2B5EF4-FFF2-40B4-BE49-F238E27FC236}">
                <a16:creationId xmlns:a16="http://schemas.microsoft.com/office/drawing/2014/main" id="{C3AF823B-E115-9AC5-DF9C-DB871A126EAD}"/>
              </a:ext>
            </a:extLst>
          </p:cNvPr>
          <p:cNvSpPr/>
          <p:nvPr/>
        </p:nvSpPr>
        <p:spPr>
          <a:xfrm>
            <a:off x="3888833" y="3279652"/>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House Number</a:t>
            </a:r>
          </a:p>
        </p:txBody>
      </p:sp>
      <p:sp>
        <p:nvSpPr>
          <p:cNvPr id="11" name="Oval 10">
            <a:extLst>
              <a:ext uri="{FF2B5EF4-FFF2-40B4-BE49-F238E27FC236}">
                <a16:creationId xmlns:a16="http://schemas.microsoft.com/office/drawing/2014/main" id="{19333AAF-7E2B-3F40-0769-215B5F9A3F86}"/>
              </a:ext>
            </a:extLst>
          </p:cNvPr>
          <p:cNvSpPr/>
          <p:nvPr/>
        </p:nvSpPr>
        <p:spPr>
          <a:xfrm>
            <a:off x="3778769" y="4039180"/>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Street</a:t>
            </a:r>
          </a:p>
        </p:txBody>
      </p:sp>
      <p:sp>
        <p:nvSpPr>
          <p:cNvPr id="12" name="Oval 11">
            <a:extLst>
              <a:ext uri="{FF2B5EF4-FFF2-40B4-BE49-F238E27FC236}">
                <a16:creationId xmlns:a16="http://schemas.microsoft.com/office/drawing/2014/main" id="{72E6CA3C-31FF-916B-ECBB-7790CEE50B55}"/>
              </a:ext>
            </a:extLst>
          </p:cNvPr>
          <p:cNvSpPr/>
          <p:nvPr/>
        </p:nvSpPr>
        <p:spPr>
          <a:xfrm>
            <a:off x="5041997" y="459633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City</a:t>
            </a:r>
          </a:p>
        </p:txBody>
      </p:sp>
      <p:sp>
        <p:nvSpPr>
          <p:cNvPr id="13" name="Oval 12">
            <a:extLst>
              <a:ext uri="{FF2B5EF4-FFF2-40B4-BE49-F238E27FC236}">
                <a16:creationId xmlns:a16="http://schemas.microsoft.com/office/drawing/2014/main" id="{A93B2FF3-A68D-29E5-2C75-CD9B06FAB5C9}"/>
              </a:ext>
            </a:extLst>
          </p:cNvPr>
          <p:cNvSpPr/>
          <p:nvPr/>
        </p:nvSpPr>
        <p:spPr>
          <a:xfrm>
            <a:off x="6392429" y="4133301"/>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Province</a:t>
            </a:r>
          </a:p>
        </p:txBody>
      </p:sp>
      <p:sp>
        <p:nvSpPr>
          <p:cNvPr id="14" name="Oval 13">
            <a:extLst>
              <a:ext uri="{FF2B5EF4-FFF2-40B4-BE49-F238E27FC236}">
                <a16:creationId xmlns:a16="http://schemas.microsoft.com/office/drawing/2014/main" id="{61DFF616-3827-5BAB-21A7-187FCF45B471}"/>
              </a:ext>
            </a:extLst>
          </p:cNvPr>
          <p:cNvSpPr/>
          <p:nvPr/>
        </p:nvSpPr>
        <p:spPr>
          <a:xfrm>
            <a:off x="6305225" y="2034068"/>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Postal Code</a:t>
            </a:r>
          </a:p>
        </p:txBody>
      </p:sp>
      <p:sp>
        <p:nvSpPr>
          <p:cNvPr id="15" name="Oval 14">
            <a:extLst>
              <a:ext uri="{FF2B5EF4-FFF2-40B4-BE49-F238E27FC236}">
                <a16:creationId xmlns:a16="http://schemas.microsoft.com/office/drawing/2014/main" id="{3F692E26-69D1-1D43-429F-3FFAFAFA422B}"/>
              </a:ext>
            </a:extLst>
          </p:cNvPr>
          <p:cNvSpPr/>
          <p:nvPr/>
        </p:nvSpPr>
        <p:spPr>
          <a:xfrm>
            <a:off x="8200980" y="2086642"/>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Name</a:t>
            </a:r>
          </a:p>
        </p:txBody>
      </p:sp>
      <p:sp>
        <p:nvSpPr>
          <p:cNvPr id="16" name="Oval 15">
            <a:extLst>
              <a:ext uri="{FF2B5EF4-FFF2-40B4-BE49-F238E27FC236}">
                <a16:creationId xmlns:a16="http://schemas.microsoft.com/office/drawing/2014/main" id="{4BFD13EF-DC66-37AE-7F1B-142BDF37C15E}"/>
              </a:ext>
            </a:extLst>
          </p:cNvPr>
          <p:cNvSpPr/>
          <p:nvPr/>
        </p:nvSpPr>
        <p:spPr>
          <a:xfrm>
            <a:off x="10206228" y="1644210"/>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First Name</a:t>
            </a:r>
          </a:p>
        </p:txBody>
      </p:sp>
      <p:sp>
        <p:nvSpPr>
          <p:cNvPr id="17" name="Oval 16">
            <a:extLst>
              <a:ext uri="{FF2B5EF4-FFF2-40B4-BE49-F238E27FC236}">
                <a16:creationId xmlns:a16="http://schemas.microsoft.com/office/drawing/2014/main" id="{020C5684-9935-A477-B17B-ABBBDA25E2DA}"/>
              </a:ext>
            </a:extLst>
          </p:cNvPr>
          <p:cNvSpPr/>
          <p:nvPr/>
        </p:nvSpPr>
        <p:spPr>
          <a:xfrm>
            <a:off x="10206228" y="2540188"/>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Last Name</a:t>
            </a:r>
          </a:p>
        </p:txBody>
      </p:sp>
      <p:sp>
        <p:nvSpPr>
          <p:cNvPr id="18" name="Oval 17">
            <a:extLst>
              <a:ext uri="{FF2B5EF4-FFF2-40B4-BE49-F238E27FC236}">
                <a16:creationId xmlns:a16="http://schemas.microsoft.com/office/drawing/2014/main" id="{01E8DC0D-2134-1300-C9F8-169445A945BE}"/>
              </a:ext>
            </a:extLst>
          </p:cNvPr>
          <p:cNvSpPr/>
          <p:nvPr/>
        </p:nvSpPr>
        <p:spPr>
          <a:xfrm>
            <a:off x="10107084" y="3550889"/>
            <a:ext cx="1670388"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u="sng" noProof="0" dirty="0">
                <a:solidFill>
                  <a:srgbClr val="C00000"/>
                </a:solidFill>
              </a:rPr>
              <a:t>Employee ID</a:t>
            </a:r>
          </a:p>
        </p:txBody>
      </p:sp>
      <p:cxnSp>
        <p:nvCxnSpPr>
          <p:cNvPr id="22" name="Straight Connector 21">
            <a:extLst>
              <a:ext uri="{FF2B5EF4-FFF2-40B4-BE49-F238E27FC236}">
                <a16:creationId xmlns:a16="http://schemas.microsoft.com/office/drawing/2014/main" id="{E2D47648-020A-D43C-513E-6CB0BD9F3E24}"/>
              </a:ext>
            </a:extLst>
          </p:cNvPr>
          <p:cNvCxnSpPr>
            <a:stCxn id="9" idx="6"/>
            <a:endCxn id="6" idx="1"/>
          </p:cNvCxnSpPr>
          <p:nvPr/>
        </p:nvCxnSpPr>
        <p:spPr>
          <a:xfrm>
            <a:off x="7236557" y="3493008"/>
            <a:ext cx="867223" cy="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8C45BA8C-417C-2864-7D97-40C3DC3A24E1}"/>
              </a:ext>
            </a:extLst>
          </p:cNvPr>
          <p:cNvCxnSpPr>
            <a:stCxn id="14" idx="3"/>
            <a:endCxn id="9" idx="0"/>
          </p:cNvCxnSpPr>
          <p:nvPr/>
        </p:nvCxnSpPr>
        <p:spPr>
          <a:xfrm flipH="1">
            <a:off x="6505037" y="2572606"/>
            <a:ext cx="14445" cy="604934"/>
          </a:xfrm>
          <a:prstGeom prst="line">
            <a:avLst/>
          </a:prstGeom>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08284796-C1F8-28D2-7D33-6140E3A34C35}"/>
              </a:ext>
            </a:extLst>
          </p:cNvPr>
          <p:cNvCxnSpPr>
            <a:stCxn id="10" idx="6"/>
            <a:endCxn id="9" idx="2"/>
          </p:cNvCxnSpPr>
          <p:nvPr/>
        </p:nvCxnSpPr>
        <p:spPr>
          <a:xfrm flipV="1">
            <a:off x="5351873" y="3493008"/>
            <a:ext cx="421644" cy="102112"/>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23D94107-748C-3B1C-35E5-74198612AB1C}"/>
              </a:ext>
            </a:extLst>
          </p:cNvPr>
          <p:cNvCxnSpPr>
            <a:stCxn id="11" idx="6"/>
            <a:endCxn id="9" idx="3"/>
          </p:cNvCxnSpPr>
          <p:nvPr/>
        </p:nvCxnSpPr>
        <p:spPr>
          <a:xfrm flipV="1">
            <a:off x="5241809" y="3716078"/>
            <a:ext cx="745965" cy="638570"/>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A8BD284C-AAC6-0895-9EAF-6CA5FCAF8E60}"/>
              </a:ext>
            </a:extLst>
          </p:cNvPr>
          <p:cNvCxnSpPr>
            <a:stCxn id="9" idx="4"/>
            <a:endCxn id="12" idx="0"/>
          </p:cNvCxnSpPr>
          <p:nvPr/>
        </p:nvCxnSpPr>
        <p:spPr>
          <a:xfrm flipH="1">
            <a:off x="5773517" y="3808476"/>
            <a:ext cx="731520" cy="787858"/>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DCB22696-B3C4-3482-7C22-0703F041C18D}"/>
              </a:ext>
            </a:extLst>
          </p:cNvPr>
          <p:cNvCxnSpPr>
            <a:stCxn id="9" idx="5"/>
            <a:endCxn id="13" idx="0"/>
          </p:cNvCxnSpPr>
          <p:nvPr/>
        </p:nvCxnSpPr>
        <p:spPr>
          <a:xfrm>
            <a:off x="7022300" y="3716078"/>
            <a:ext cx="101649" cy="417223"/>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AA9991F5-DC43-2777-16D9-D096386C6360}"/>
              </a:ext>
            </a:extLst>
          </p:cNvPr>
          <p:cNvCxnSpPr>
            <a:stCxn id="15" idx="4"/>
            <a:endCxn id="6" idx="0"/>
          </p:cNvCxnSpPr>
          <p:nvPr/>
        </p:nvCxnSpPr>
        <p:spPr>
          <a:xfrm flipH="1">
            <a:off x="8785008" y="2717578"/>
            <a:ext cx="147492" cy="523970"/>
          </a:xfrm>
          <a:prstGeom prst="line">
            <a:avLst/>
          </a:prstGeom>
        </p:spPr>
        <p:style>
          <a:lnRef idx="2">
            <a:schemeClr val="dk1"/>
          </a:lnRef>
          <a:fillRef idx="0">
            <a:schemeClr val="dk1"/>
          </a:fillRef>
          <a:effectRef idx="1">
            <a:schemeClr val="dk1"/>
          </a:effectRef>
          <a:fontRef idx="minor">
            <a:schemeClr val="tx1"/>
          </a:fontRef>
        </p:style>
      </p:cxnSp>
      <p:cxnSp>
        <p:nvCxnSpPr>
          <p:cNvPr id="38" name="Straight Connector 37">
            <a:extLst>
              <a:ext uri="{FF2B5EF4-FFF2-40B4-BE49-F238E27FC236}">
                <a16:creationId xmlns:a16="http://schemas.microsoft.com/office/drawing/2014/main" id="{61A92176-8098-6AF6-3DD6-811BDD81E406}"/>
              </a:ext>
            </a:extLst>
          </p:cNvPr>
          <p:cNvCxnSpPr>
            <a:stCxn id="15" idx="7"/>
            <a:endCxn id="16" idx="2"/>
          </p:cNvCxnSpPr>
          <p:nvPr/>
        </p:nvCxnSpPr>
        <p:spPr>
          <a:xfrm flipV="1">
            <a:off x="9449763" y="1959678"/>
            <a:ext cx="756465" cy="219362"/>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CEC29E75-7C51-1516-49B7-8008FBD5A335}"/>
              </a:ext>
            </a:extLst>
          </p:cNvPr>
          <p:cNvCxnSpPr>
            <a:stCxn id="15" idx="5"/>
            <a:endCxn id="17" idx="2"/>
          </p:cNvCxnSpPr>
          <p:nvPr/>
        </p:nvCxnSpPr>
        <p:spPr>
          <a:xfrm>
            <a:off x="9449763" y="2625180"/>
            <a:ext cx="756465" cy="230476"/>
          </a:xfrm>
          <a:prstGeom prst="line">
            <a:avLst/>
          </a:prstGeom>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0AF8502C-4169-B330-3FB3-EA74CDA0814A}"/>
              </a:ext>
            </a:extLst>
          </p:cNvPr>
          <p:cNvCxnSpPr>
            <a:stCxn id="6" idx="3"/>
            <a:endCxn id="18" idx="2"/>
          </p:cNvCxnSpPr>
          <p:nvPr/>
        </p:nvCxnSpPr>
        <p:spPr>
          <a:xfrm>
            <a:off x="9466236" y="3493008"/>
            <a:ext cx="640848" cy="373349"/>
          </a:xfrm>
          <a:prstGeom prst="line">
            <a:avLst/>
          </a:prstGeom>
        </p:spPr>
        <p:style>
          <a:lnRef idx="2">
            <a:schemeClr val="dk1"/>
          </a:lnRef>
          <a:fillRef idx="0">
            <a:schemeClr val="dk1"/>
          </a:fillRef>
          <a:effectRef idx="1">
            <a:schemeClr val="dk1"/>
          </a:effectRef>
          <a:fontRef idx="minor">
            <a:schemeClr val="tx1"/>
          </a:fontRef>
        </p:style>
      </p:cxnSp>
      <p:sp>
        <p:nvSpPr>
          <p:cNvPr id="43" name="Rectangle 42">
            <a:extLst>
              <a:ext uri="{FF2B5EF4-FFF2-40B4-BE49-F238E27FC236}">
                <a16:creationId xmlns:a16="http://schemas.microsoft.com/office/drawing/2014/main" id="{904D4D5E-8B51-DB93-3003-22BA7D068C84}"/>
              </a:ext>
            </a:extLst>
          </p:cNvPr>
          <p:cNvSpPr/>
          <p:nvPr/>
        </p:nvSpPr>
        <p:spPr>
          <a:xfrm>
            <a:off x="6269904" y="5890260"/>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Doctor</a:t>
            </a:r>
          </a:p>
        </p:txBody>
      </p:sp>
      <p:sp>
        <p:nvSpPr>
          <p:cNvPr id="44" name="Rectangle 43">
            <a:extLst>
              <a:ext uri="{FF2B5EF4-FFF2-40B4-BE49-F238E27FC236}">
                <a16:creationId xmlns:a16="http://schemas.microsoft.com/office/drawing/2014/main" id="{26BEAE0F-3D32-3820-EF71-503ED5BF0D9B}"/>
              </a:ext>
            </a:extLst>
          </p:cNvPr>
          <p:cNvSpPr/>
          <p:nvPr/>
        </p:nvSpPr>
        <p:spPr>
          <a:xfrm>
            <a:off x="8103780" y="5890260"/>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Assistant</a:t>
            </a:r>
          </a:p>
        </p:txBody>
      </p:sp>
      <p:sp>
        <p:nvSpPr>
          <p:cNvPr id="45" name="Rectangle 44">
            <a:extLst>
              <a:ext uri="{FF2B5EF4-FFF2-40B4-BE49-F238E27FC236}">
                <a16:creationId xmlns:a16="http://schemas.microsoft.com/office/drawing/2014/main" id="{FE7DB271-A238-608A-E687-77EFD07981E4}"/>
              </a:ext>
            </a:extLst>
          </p:cNvPr>
          <p:cNvSpPr/>
          <p:nvPr/>
        </p:nvSpPr>
        <p:spPr>
          <a:xfrm>
            <a:off x="9987949" y="5890260"/>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Nurse</a:t>
            </a:r>
          </a:p>
        </p:txBody>
      </p:sp>
      <p:sp>
        <p:nvSpPr>
          <p:cNvPr id="46" name="Oval 45">
            <a:extLst>
              <a:ext uri="{FF2B5EF4-FFF2-40B4-BE49-F238E27FC236}">
                <a16:creationId xmlns:a16="http://schemas.microsoft.com/office/drawing/2014/main" id="{DE710C50-322F-D77D-B742-8A2B6F899B28}"/>
              </a:ext>
            </a:extLst>
          </p:cNvPr>
          <p:cNvSpPr/>
          <p:nvPr/>
        </p:nvSpPr>
        <p:spPr>
          <a:xfrm>
            <a:off x="8695008" y="4893247"/>
            <a:ext cx="180000" cy="180000"/>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cxnSp>
        <p:nvCxnSpPr>
          <p:cNvPr id="48" name="Straight Connector 47">
            <a:extLst>
              <a:ext uri="{FF2B5EF4-FFF2-40B4-BE49-F238E27FC236}">
                <a16:creationId xmlns:a16="http://schemas.microsoft.com/office/drawing/2014/main" id="{A24BE95B-E94A-739A-2248-48891B3B9CB8}"/>
              </a:ext>
            </a:extLst>
          </p:cNvPr>
          <p:cNvCxnSpPr>
            <a:stCxn id="6" idx="2"/>
            <a:endCxn id="46" idx="0"/>
          </p:cNvCxnSpPr>
          <p:nvPr/>
        </p:nvCxnSpPr>
        <p:spPr>
          <a:xfrm>
            <a:off x="8785008" y="3744468"/>
            <a:ext cx="0" cy="1148779"/>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05486100-FFA2-7587-1307-B5B74387E689}"/>
              </a:ext>
            </a:extLst>
          </p:cNvPr>
          <p:cNvCxnSpPr>
            <a:stCxn id="46" idx="4"/>
            <a:endCxn id="44" idx="0"/>
          </p:cNvCxnSpPr>
          <p:nvPr/>
        </p:nvCxnSpPr>
        <p:spPr>
          <a:xfrm>
            <a:off x="8785008" y="5073247"/>
            <a:ext cx="0" cy="817013"/>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55" name="Connector: Elbow 54">
            <a:extLst>
              <a:ext uri="{FF2B5EF4-FFF2-40B4-BE49-F238E27FC236}">
                <a16:creationId xmlns:a16="http://schemas.microsoft.com/office/drawing/2014/main" id="{7BE31C59-F3D7-C388-2E6A-E3259ABEC3AC}"/>
              </a:ext>
            </a:extLst>
          </p:cNvPr>
          <p:cNvCxnSpPr>
            <a:stCxn id="46" idx="2"/>
            <a:endCxn id="43" idx="0"/>
          </p:cNvCxnSpPr>
          <p:nvPr/>
        </p:nvCxnSpPr>
        <p:spPr>
          <a:xfrm rot="10800000" flipV="1">
            <a:off x="6951132" y="4983246"/>
            <a:ext cx="1743876" cy="907013"/>
          </a:xfrm>
          <a:prstGeom prst="bentConnector2">
            <a:avLst/>
          </a:prstGeom>
          <a:ln w="38100" cmpd="dbl"/>
        </p:spPr>
        <p:style>
          <a:lnRef idx="2">
            <a:schemeClr val="dk1"/>
          </a:lnRef>
          <a:fillRef idx="0">
            <a:schemeClr val="dk1"/>
          </a:fillRef>
          <a:effectRef idx="1">
            <a:schemeClr val="dk1"/>
          </a:effectRef>
          <a:fontRef idx="minor">
            <a:schemeClr val="tx1"/>
          </a:fontRef>
        </p:style>
      </p:cxnSp>
      <p:cxnSp>
        <p:nvCxnSpPr>
          <p:cNvPr id="57" name="Connector: Elbow 56">
            <a:extLst>
              <a:ext uri="{FF2B5EF4-FFF2-40B4-BE49-F238E27FC236}">
                <a16:creationId xmlns:a16="http://schemas.microsoft.com/office/drawing/2014/main" id="{CBC86C18-FF1E-4386-AB06-CF87C52DE88E}"/>
              </a:ext>
            </a:extLst>
          </p:cNvPr>
          <p:cNvCxnSpPr>
            <a:stCxn id="46" idx="6"/>
            <a:endCxn id="45" idx="0"/>
          </p:cNvCxnSpPr>
          <p:nvPr/>
        </p:nvCxnSpPr>
        <p:spPr>
          <a:xfrm>
            <a:off x="8875008" y="4983247"/>
            <a:ext cx="1794169" cy="907013"/>
          </a:xfrm>
          <a:prstGeom prst="bentConnector2">
            <a:avLst/>
          </a:prstGeom>
          <a:ln w="38100" cmpd="dbl"/>
        </p:spPr>
        <p:style>
          <a:lnRef idx="2">
            <a:schemeClr val="dk1"/>
          </a:lnRef>
          <a:fillRef idx="0">
            <a:schemeClr val="dk1"/>
          </a:fillRef>
          <a:effectRef idx="1">
            <a:schemeClr val="dk1"/>
          </a:effectRef>
          <a:fontRef idx="minor">
            <a:schemeClr val="tx1"/>
          </a:fontRef>
        </p:style>
      </p:cxnSp>
      <p:sp>
        <p:nvSpPr>
          <p:cNvPr id="58" name="Block Arc 57">
            <a:extLst>
              <a:ext uri="{FF2B5EF4-FFF2-40B4-BE49-F238E27FC236}">
                <a16:creationId xmlns:a16="http://schemas.microsoft.com/office/drawing/2014/main" id="{D6D4B5D4-CE81-F913-BC7F-2E8848E1FEBD}"/>
              </a:ext>
            </a:extLst>
          </p:cNvPr>
          <p:cNvSpPr/>
          <p:nvPr/>
        </p:nvSpPr>
        <p:spPr>
          <a:xfrm flipV="1">
            <a:off x="8613234" y="5253247"/>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59" name="Block Arc 58">
            <a:extLst>
              <a:ext uri="{FF2B5EF4-FFF2-40B4-BE49-F238E27FC236}">
                <a16:creationId xmlns:a16="http://schemas.microsoft.com/office/drawing/2014/main" id="{E0E13BB1-7646-EC60-3A6B-34F7D015ACE6}"/>
              </a:ext>
            </a:extLst>
          </p:cNvPr>
          <p:cNvSpPr/>
          <p:nvPr/>
        </p:nvSpPr>
        <p:spPr>
          <a:xfrm rot="16200000" flipV="1">
            <a:off x="9189035" y="4803246"/>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60" name="Block Arc 59">
            <a:extLst>
              <a:ext uri="{FF2B5EF4-FFF2-40B4-BE49-F238E27FC236}">
                <a16:creationId xmlns:a16="http://schemas.microsoft.com/office/drawing/2014/main" id="{2B2AF3C4-C21B-BAC5-CAC5-303BB17B3C44}"/>
              </a:ext>
            </a:extLst>
          </p:cNvPr>
          <p:cNvSpPr/>
          <p:nvPr/>
        </p:nvSpPr>
        <p:spPr>
          <a:xfrm rot="5400000" flipH="1" flipV="1">
            <a:off x="8020980" y="4803246"/>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3" name="TextBox 2">
            <a:extLst>
              <a:ext uri="{FF2B5EF4-FFF2-40B4-BE49-F238E27FC236}">
                <a16:creationId xmlns:a16="http://schemas.microsoft.com/office/drawing/2014/main" id="{F599C512-01E1-EB6C-CF7D-66C3006767CB}"/>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21 of 30</a:t>
            </a:r>
          </a:p>
          <a:p>
            <a:pPr algn="r"/>
            <a:r>
              <a:rPr lang="en-CA" noProof="0" dirty="0">
                <a:solidFill>
                  <a:srgbClr val="002060"/>
                </a:solidFill>
              </a:rPr>
              <a:t>19 January 2026</a:t>
            </a:r>
          </a:p>
        </p:txBody>
      </p:sp>
    </p:spTree>
    <p:extLst>
      <p:ext uri="{BB962C8B-B14F-4D97-AF65-F5344CB8AC3E}">
        <p14:creationId xmlns:p14="http://schemas.microsoft.com/office/powerpoint/2010/main" val="1268643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anim calcmode="lin" valueType="num">
                                      <p:cBhvr additive="base">
                                        <p:cTn id="31" dur="500" fill="hold"/>
                                        <p:tgtEl>
                                          <p:spTgt spid="36"/>
                                        </p:tgtEl>
                                        <p:attrNameLst>
                                          <p:attrName>ppt_x</p:attrName>
                                        </p:attrNameLst>
                                      </p:cBhvr>
                                      <p:tavLst>
                                        <p:tav tm="0">
                                          <p:val>
                                            <p:strVal val="#ppt_x"/>
                                          </p:val>
                                        </p:tav>
                                        <p:tav tm="100000">
                                          <p:val>
                                            <p:strVal val="#ppt_x"/>
                                          </p:val>
                                        </p:tav>
                                      </p:tavLst>
                                    </p:anim>
                                    <p:anim calcmode="lin" valueType="num">
                                      <p:cBhvr additive="base">
                                        <p:cTn id="32" dur="500" fill="hold"/>
                                        <p:tgtEl>
                                          <p:spTgt spid="3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anim calcmode="lin" valueType="num">
                                      <p:cBhvr additive="base">
                                        <p:cTn id="35" dur="500" fill="hold"/>
                                        <p:tgtEl>
                                          <p:spTgt spid="42"/>
                                        </p:tgtEl>
                                        <p:attrNameLst>
                                          <p:attrName>ppt_x</p:attrName>
                                        </p:attrNameLst>
                                      </p:cBhvr>
                                      <p:tavLst>
                                        <p:tav tm="0">
                                          <p:val>
                                            <p:strVal val="#ppt_x"/>
                                          </p:val>
                                        </p:tav>
                                        <p:tav tm="100000">
                                          <p:val>
                                            <p:strVal val="#ppt_x"/>
                                          </p:val>
                                        </p:tav>
                                      </p:tavLst>
                                    </p:anim>
                                    <p:anim calcmode="lin" valueType="num">
                                      <p:cBhvr additive="base">
                                        <p:cTn id="36" dur="500" fill="hold"/>
                                        <p:tgtEl>
                                          <p:spTgt spid="4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anim calcmode="lin" valueType="num">
                                      <p:cBhvr additive="base">
                                        <p:cTn id="39" dur="500" fill="hold"/>
                                        <p:tgtEl>
                                          <p:spTgt spid="40"/>
                                        </p:tgtEl>
                                        <p:attrNameLst>
                                          <p:attrName>ppt_x</p:attrName>
                                        </p:attrNameLst>
                                      </p:cBhvr>
                                      <p:tavLst>
                                        <p:tav tm="0">
                                          <p:val>
                                            <p:strVal val="#ppt_x"/>
                                          </p:val>
                                        </p:tav>
                                        <p:tav tm="100000">
                                          <p:val>
                                            <p:strVal val="#ppt_x"/>
                                          </p:val>
                                        </p:tav>
                                      </p:tavLst>
                                    </p:anim>
                                    <p:anim calcmode="lin" valueType="num">
                                      <p:cBhvr additive="base">
                                        <p:cTn id="40" dur="500" fill="hold"/>
                                        <p:tgtEl>
                                          <p:spTgt spid="40"/>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additive="base">
                                        <p:cTn id="67" dur="500" fill="hold"/>
                                        <p:tgtEl>
                                          <p:spTgt spid="9"/>
                                        </p:tgtEl>
                                        <p:attrNameLst>
                                          <p:attrName>ppt_x</p:attrName>
                                        </p:attrNameLst>
                                      </p:cBhvr>
                                      <p:tavLst>
                                        <p:tav tm="0">
                                          <p:val>
                                            <p:strVal val="#ppt_x"/>
                                          </p:val>
                                        </p:tav>
                                        <p:tav tm="100000">
                                          <p:val>
                                            <p:strVal val="#ppt_x"/>
                                          </p:val>
                                        </p:tav>
                                      </p:tavLst>
                                    </p:anim>
                                    <p:anim calcmode="lin" valueType="num">
                                      <p:cBhvr additive="base">
                                        <p:cTn id="68" dur="500" fill="hold"/>
                                        <p:tgtEl>
                                          <p:spTgt spid="9"/>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anim calcmode="lin" valueType="num">
                                      <p:cBhvr additive="base">
                                        <p:cTn id="71" dur="500" fill="hold"/>
                                        <p:tgtEl>
                                          <p:spTgt spid="10"/>
                                        </p:tgtEl>
                                        <p:attrNameLst>
                                          <p:attrName>ppt_x</p:attrName>
                                        </p:attrNameLst>
                                      </p:cBhvr>
                                      <p:tavLst>
                                        <p:tav tm="0">
                                          <p:val>
                                            <p:strVal val="#ppt_x"/>
                                          </p:val>
                                        </p:tav>
                                        <p:tav tm="100000">
                                          <p:val>
                                            <p:strVal val="#ppt_x"/>
                                          </p:val>
                                        </p:tav>
                                      </p:tavLst>
                                    </p:anim>
                                    <p:anim calcmode="lin" valueType="num">
                                      <p:cBhvr additive="base">
                                        <p:cTn id="72" dur="500" fill="hold"/>
                                        <p:tgtEl>
                                          <p:spTgt spid="1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 calcmode="lin" valueType="num">
                                      <p:cBhvr additive="base">
                                        <p:cTn id="75" dur="500" fill="hold"/>
                                        <p:tgtEl>
                                          <p:spTgt spid="11"/>
                                        </p:tgtEl>
                                        <p:attrNameLst>
                                          <p:attrName>ppt_x</p:attrName>
                                        </p:attrNameLst>
                                      </p:cBhvr>
                                      <p:tavLst>
                                        <p:tav tm="0">
                                          <p:val>
                                            <p:strVal val="#ppt_x"/>
                                          </p:val>
                                        </p:tav>
                                        <p:tav tm="100000">
                                          <p:val>
                                            <p:strVal val="#ppt_x"/>
                                          </p:val>
                                        </p:tav>
                                      </p:tavLst>
                                    </p:anim>
                                    <p:anim calcmode="lin" valueType="num">
                                      <p:cBhvr additive="base">
                                        <p:cTn id="76" dur="500" fill="hold"/>
                                        <p:tgtEl>
                                          <p:spTgt spid="11"/>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2"/>
                                        </p:tgtEl>
                                        <p:attrNameLst>
                                          <p:attrName>style.visibility</p:attrName>
                                        </p:attrNameLst>
                                      </p:cBhvr>
                                      <p:to>
                                        <p:strVal val="visible"/>
                                      </p:to>
                                    </p:set>
                                    <p:anim calcmode="lin" valueType="num">
                                      <p:cBhvr additive="base">
                                        <p:cTn id="79" dur="500" fill="hold"/>
                                        <p:tgtEl>
                                          <p:spTgt spid="12"/>
                                        </p:tgtEl>
                                        <p:attrNameLst>
                                          <p:attrName>ppt_x</p:attrName>
                                        </p:attrNameLst>
                                      </p:cBhvr>
                                      <p:tavLst>
                                        <p:tav tm="0">
                                          <p:val>
                                            <p:strVal val="#ppt_x"/>
                                          </p:val>
                                        </p:tav>
                                        <p:tav tm="100000">
                                          <p:val>
                                            <p:strVal val="#ppt_x"/>
                                          </p:val>
                                        </p:tav>
                                      </p:tavLst>
                                    </p:anim>
                                    <p:anim calcmode="lin" valueType="num">
                                      <p:cBhvr additive="base">
                                        <p:cTn id="80" dur="500" fill="hold"/>
                                        <p:tgtEl>
                                          <p:spTgt spid="12"/>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3"/>
                                        </p:tgtEl>
                                        <p:attrNameLst>
                                          <p:attrName>style.visibility</p:attrName>
                                        </p:attrNameLst>
                                      </p:cBhvr>
                                      <p:to>
                                        <p:strVal val="visible"/>
                                      </p:to>
                                    </p:set>
                                    <p:anim calcmode="lin" valueType="num">
                                      <p:cBhvr additive="base">
                                        <p:cTn id="83" dur="500" fill="hold"/>
                                        <p:tgtEl>
                                          <p:spTgt spid="13"/>
                                        </p:tgtEl>
                                        <p:attrNameLst>
                                          <p:attrName>ppt_x</p:attrName>
                                        </p:attrNameLst>
                                      </p:cBhvr>
                                      <p:tavLst>
                                        <p:tav tm="0">
                                          <p:val>
                                            <p:strVal val="#ppt_x"/>
                                          </p:val>
                                        </p:tav>
                                        <p:tav tm="100000">
                                          <p:val>
                                            <p:strVal val="#ppt_x"/>
                                          </p:val>
                                        </p:tav>
                                      </p:tavLst>
                                    </p:anim>
                                    <p:anim calcmode="lin" valueType="num">
                                      <p:cBhvr additive="base">
                                        <p:cTn id="8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64740-8D1A-D755-734A-62FE875DCDD1}"/>
              </a:ext>
            </a:extLst>
          </p:cNvPr>
          <p:cNvSpPr>
            <a:spLocks noGrp="1"/>
          </p:cNvSpPr>
          <p:nvPr>
            <p:ph type="title"/>
          </p:nvPr>
        </p:nvSpPr>
        <p:spPr/>
        <p:txBody>
          <a:bodyPr/>
          <a:lstStyle/>
          <a:p>
            <a:r>
              <a:rPr lang="en-CA" noProof="0" dirty="0">
                <a:solidFill>
                  <a:srgbClr val="002060"/>
                </a:solidFill>
              </a:rPr>
              <a:t>DRAWING DOCTORS (1/2)</a:t>
            </a:r>
          </a:p>
        </p:txBody>
      </p:sp>
      <p:sp>
        <p:nvSpPr>
          <p:cNvPr id="3" name="Content Placeholder 2">
            <a:extLst>
              <a:ext uri="{FF2B5EF4-FFF2-40B4-BE49-F238E27FC236}">
                <a16:creationId xmlns:a16="http://schemas.microsoft.com/office/drawing/2014/main" id="{E11C950B-FEEB-F515-E56E-02AB57F92F85}"/>
              </a:ext>
            </a:extLst>
          </p:cNvPr>
          <p:cNvSpPr>
            <a:spLocks noGrp="1"/>
          </p:cNvSpPr>
          <p:nvPr>
            <p:ph sz="half" idx="1"/>
          </p:nvPr>
        </p:nvSpPr>
        <p:spPr>
          <a:xfrm>
            <a:off x="838200" y="1468176"/>
            <a:ext cx="10755901" cy="4351338"/>
          </a:xfrm>
        </p:spPr>
        <p:txBody>
          <a:bodyPr>
            <a:normAutofit/>
          </a:bodyPr>
          <a:lstStyle/>
          <a:p>
            <a:r>
              <a:rPr lang="en-CA" sz="1800" noProof="0" dirty="0"/>
              <a:t>“Eldercare employs a number of </a:t>
            </a:r>
            <a:r>
              <a:rPr lang="en-CA" sz="1800" b="1" noProof="0" dirty="0">
                <a:solidFill>
                  <a:srgbClr val="0070C0"/>
                </a:solidFill>
              </a:rPr>
              <a:t>doctors</a:t>
            </a:r>
            <a:r>
              <a:rPr lang="en-CA" sz="1800" b="1" noProof="0" dirty="0"/>
              <a:t> </a:t>
            </a:r>
            <a:r>
              <a:rPr lang="en-CA" sz="1800" noProof="0" dirty="0"/>
              <a:t>each with different types of </a:t>
            </a:r>
            <a:r>
              <a:rPr lang="en-CA" sz="1800" b="1" noProof="0" dirty="0">
                <a:solidFill>
                  <a:srgbClr val="C00000"/>
                </a:solidFill>
              </a:rPr>
              <a:t>specialties</a:t>
            </a:r>
            <a:r>
              <a:rPr lang="en-CA" sz="1800" noProof="0" dirty="0"/>
              <a:t> (a doctor may be more than one type of specialist).  A doctor has an </a:t>
            </a:r>
            <a:r>
              <a:rPr lang="en-CA" sz="1800" b="1" noProof="0" dirty="0">
                <a:solidFill>
                  <a:schemeClr val="accent3"/>
                </a:solidFill>
              </a:rPr>
              <a:t>employee ID</a:t>
            </a:r>
            <a:r>
              <a:rPr lang="en-CA" sz="1800" noProof="0" dirty="0"/>
              <a:t>, a </a:t>
            </a:r>
            <a:r>
              <a:rPr lang="en-CA" sz="1800" b="1" noProof="0" dirty="0">
                <a:solidFill>
                  <a:srgbClr val="C00000"/>
                </a:solidFill>
              </a:rPr>
              <a:t>name</a:t>
            </a:r>
            <a:r>
              <a:rPr lang="en-CA" sz="1800" noProof="0" dirty="0"/>
              <a:t> and an </a:t>
            </a:r>
            <a:r>
              <a:rPr lang="en-CA" sz="1800" b="1" noProof="0" dirty="0">
                <a:solidFill>
                  <a:srgbClr val="C00000"/>
                </a:solidFill>
              </a:rPr>
              <a:t>address</a:t>
            </a:r>
            <a:r>
              <a:rPr lang="en-CA" sz="1800" noProof="0" dirty="0"/>
              <a:t> and one or more </a:t>
            </a:r>
            <a:r>
              <a:rPr lang="en-CA" sz="1800" b="1" noProof="0" dirty="0">
                <a:solidFill>
                  <a:srgbClr val="C00000"/>
                </a:solidFill>
              </a:rPr>
              <a:t>phone numbers </a:t>
            </a:r>
            <a:r>
              <a:rPr lang="en-CA" sz="1800" noProof="0" dirty="0"/>
              <a:t>where they can be reached.”</a:t>
            </a:r>
          </a:p>
          <a:p>
            <a:r>
              <a:rPr lang="en-CA" sz="1800" noProof="0" dirty="0"/>
              <a:t>We already addressed </a:t>
            </a:r>
            <a:r>
              <a:rPr lang="en-CA" sz="1800" noProof="0" dirty="0">
                <a:solidFill>
                  <a:schemeClr val="accent3"/>
                </a:solidFill>
              </a:rPr>
              <a:t>Employee ID</a:t>
            </a:r>
            <a:r>
              <a:rPr lang="en-CA" sz="1800" noProof="0" dirty="0"/>
              <a:t>, </a:t>
            </a:r>
            <a:r>
              <a:rPr lang="en-CA" sz="1800" noProof="0" dirty="0">
                <a:solidFill>
                  <a:srgbClr val="C00000"/>
                </a:solidFill>
              </a:rPr>
              <a:t>Name</a:t>
            </a:r>
            <a:r>
              <a:rPr lang="en-CA" sz="1800" noProof="0" dirty="0"/>
              <a:t>, and </a:t>
            </a:r>
            <a:r>
              <a:rPr lang="en-CA" sz="1800" noProof="0" dirty="0">
                <a:solidFill>
                  <a:srgbClr val="C00000"/>
                </a:solidFill>
              </a:rPr>
              <a:t>Address</a:t>
            </a:r>
            <a:r>
              <a:rPr lang="en-CA" sz="1800" noProof="0" dirty="0"/>
              <a:t> in the superclass of </a:t>
            </a:r>
            <a:r>
              <a:rPr lang="en-CA" sz="1800" noProof="0" dirty="0">
                <a:solidFill>
                  <a:srgbClr val="0070C0"/>
                </a:solidFill>
              </a:rPr>
              <a:t>Employee</a:t>
            </a:r>
          </a:p>
          <a:p>
            <a:pPr lvl="1"/>
            <a:r>
              <a:rPr lang="en-CA" sz="1800" noProof="0" dirty="0"/>
              <a:t>So we just need to address attributes and relations that are specific to </a:t>
            </a:r>
            <a:r>
              <a:rPr lang="en-CA" sz="1800" noProof="0" dirty="0">
                <a:solidFill>
                  <a:srgbClr val="0070C0"/>
                </a:solidFill>
              </a:rPr>
              <a:t>Doctors</a:t>
            </a:r>
          </a:p>
          <a:p>
            <a:r>
              <a:rPr lang="en-CA" sz="1800" noProof="0" dirty="0"/>
              <a:t>We decided on the following:</a:t>
            </a:r>
          </a:p>
          <a:p>
            <a:pPr lvl="1"/>
            <a:r>
              <a:rPr lang="en-CA" sz="1800" noProof="0" dirty="0">
                <a:solidFill>
                  <a:srgbClr val="C00000"/>
                </a:solidFill>
              </a:rPr>
              <a:t>Specialisation</a:t>
            </a:r>
            <a:r>
              <a:rPr lang="en-CA" sz="1800" noProof="0" dirty="0"/>
              <a:t> and </a:t>
            </a:r>
            <a:r>
              <a:rPr lang="en-CA" sz="1800" noProof="0" dirty="0">
                <a:solidFill>
                  <a:srgbClr val="C00000"/>
                </a:solidFill>
              </a:rPr>
              <a:t>Phone Numbers </a:t>
            </a:r>
            <a:r>
              <a:rPr lang="en-CA" sz="1800" noProof="0" dirty="0"/>
              <a:t>are multi-value attributes</a:t>
            </a:r>
          </a:p>
        </p:txBody>
      </p:sp>
      <p:sp>
        <p:nvSpPr>
          <p:cNvPr id="8" name="Rectangle 7">
            <a:extLst>
              <a:ext uri="{FF2B5EF4-FFF2-40B4-BE49-F238E27FC236}">
                <a16:creationId xmlns:a16="http://schemas.microsoft.com/office/drawing/2014/main" id="{5C32885A-8C35-525E-90E4-038BF4EC7E4C}"/>
              </a:ext>
            </a:extLst>
          </p:cNvPr>
          <p:cNvSpPr/>
          <p:nvPr/>
        </p:nvSpPr>
        <p:spPr>
          <a:xfrm>
            <a:off x="7490795" y="3869801"/>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Employee</a:t>
            </a:r>
          </a:p>
        </p:txBody>
      </p:sp>
      <p:sp>
        <p:nvSpPr>
          <p:cNvPr id="9" name="Rectangle 8">
            <a:extLst>
              <a:ext uri="{FF2B5EF4-FFF2-40B4-BE49-F238E27FC236}">
                <a16:creationId xmlns:a16="http://schemas.microsoft.com/office/drawing/2014/main" id="{2E98234C-D74D-1186-3B3D-6E40BC583E5C}"/>
              </a:ext>
            </a:extLst>
          </p:cNvPr>
          <p:cNvSpPr/>
          <p:nvPr/>
        </p:nvSpPr>
        <p:spPr>
          <a:xfrm>
            <a:off x="6038288" y="5738333"/>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Doctor</a:t>
            </a:r>
          </a:p>
        </p:txBody>
      </p:sp>
      <p:sp>
        <p:nvSpPr>
          <p:cNvPr id="10" name="Oval 9">
            <a:extLst>
              <a:ext uri="{FF2B5EF4-FFF2-40B4-BE49-F238E27FC236}">
                <a16:creationId xmlns:a16="http://schemas.microsoft.com/office/drawing/2014/main" id="{337586B6-55D1-7FE9-B1D1-DF2934A693F2}"/>
              </a:ext>
            </a:extLst>
          </p:cNvPr>
          <p:cNvSpPr/>
          <p:nvPr/>
        </p:nvSpPr>
        <p:spPr>
          <a:xfrm>
            <a:off x="8074772" y="4748337"/>
            <a:ext cx="180000" cy="180000"/>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cxnSp>
        <p:nvCxnSpPr>
          <p:cNvPr id="11" name="Straight Connector 10">
            <a:extLst>
              <a:ext uri="{FF2B5EF4-FFF2-40B4-BE49-F238E27FC236}">
                <a16:creationId xmlns:a16="http://schemas.microsoft.com/office/drawing/2014/main" id="{6680357C-64F5-3062-0D17-A668EC9E15D3}"/>
              </a:ext>
            </a:extLst>
          </p:cNvPr>
          <p:cNvCxnSpPr>
            <a:stCxn id="8" idx="2"/>
            <a:endCxn id="10" idx="0"/>
          </p:cNvCxnSpPr>
          <p:nvPr/>
        </p:nvCxnSpPr>
        <p:spPr>
          <a:xfrm flipH="1">
            <a:off x="8164772" y="4372721"/>
            <a:ext cx="7251" cy="375616"/>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2" name="Connector: Elbow 11">
            <a:extLst>
              <a:ext uri="{FF2B5EF4-FFF2-40B4-BE49-F238E27FC236}">
                <a16:creationId xmlns:a16="http://schemas.microsoft.com/office/drawing/2014/main" id="{AF2A88C3-52BE-E6D9-6AA1-45DDEA22030C}"/>
              </a:ext>
            </a:extLst>
          </p:cNvPr>
          <p:cNvCxnSpPr>
            <a:stCxn id="10" idx="2"/>
            <a:endCxn id="9" idx="0"/>
          </p:cNvCxnSpPr>
          <p:nvPr/>
        </p:nvCxnSpPr>
        <p:spPr>
          <a:xfrm rot="10800000" flipV="1">
            <a:off x="6719516" y="4838337"/>
            <a:ext cx="1355256" cy="899996"/>
          </a:xfrm>
          <a:prstGeom prst="bentConnector2">
            <a:avLst/>
          </a:prstGeom>
          <a:ln w="38100" cmpd="dbl"/>
        </p:spPr>
        <p:style>
          <a:lnRef idx="2">
            <a:schemeClr val="dk1"/>
          </a:lnRef>
          <a:fillRef idx="0">
            <a:schemeClr val="dk1"/>
          </a:fillRef>
          <a:effectRef idx="1">
            <a:schemeClr val="dk1"/>
          </a:effectRef>
          <a:fontRef idx="minor">
            <a:schemeClr val="tx1"/>
          </a:fontRef>
        </p:style>
      </p:cxnSp>
      <p:sp>
        <p:nvSpPr>
          <p:cNvPr id="13" name="Block Arc 12">
            <a:extLst>
              <a:ext uri="{FF2B5EF4-FFF2-40B4-BE49-F238E27FC236}">
                <a16:creationId xmlns:a16="http://schemas.microsoft.com/office/drawing/2014/main" id="{575F359D-4655-D42C-D7EE-71DE8C7B0C4A}"/>
              </a:ext>
            </a:extLst>
          </p:cNvPr>
          <p:cNvSpPr/>
          <p:nvPr/>
        </p:nvSpPr>
        <p:spPr>
          <a:xfrm rot="5400000" flipH="1" flipV="1">
            <a:off x="7400744" y="4658336"/>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14" name="TextBox 13">
            <a:extLst>
              <a:ext uri="{FF2B5EF4-FFF2-40B4-BE49-F238E27FC236}">
                <a16:creationId xmlns:a16="http://schemas.microsoft.com/office/drawing/2014/main" id="{26A58456-129F-D295-0EFC-3CEFABF12E9B}"/>
              </a:ext>
            </a:extLst>
          </p:cNvPr>
          <p:cNvSpPr txBox="1"/>
          <p:nvPr/>
        </p:nvSpPr>
        <p:spPr>
          <a:xfrm>
            <a:off x="8869294" y="3901682"/>
            <a:ext cx="2477255" cy="369332"/>
          </a:xfrm>
          <a:prstGeom prst="rect">
            <a:avLst/>
          </a:prstGeom>
          <a:noFill/>
        </p:spPr>
        <p:txBody>
          <a:bodyPr wrap="square" rtlCol="0">
            <a:spAutoFit/>
          </a:bodyPr>
          <a:lstStyle/>
          <a:p>
            <a:r>
              <a:rPr lang="en-CA" noProof="0" dirty="0"/>
              <a:t>… (</a:t>
            </a:r>
            <a:r>
              <a:rPr lang="en-CA" sz="1200" noProof="0" dirty="0"/>
              <a:t>See Diagram from Prev. Slide</a:t>
            </a:r>
            <a:r>
              <a:rPr lang="en-CA" noProof="0" dirty="0"/>
              <a:t>)</a:t>
            </a:r>
          </a:p>
        </p:txBody>
      </p:sp>
      <p:sp>
        <p:nvSpPr>
          <p:cNvPr id="18" name="Oval 17">
            <a:extLst>
              <a:ext uri="{FF2B5EF4-FFF2-40B4-BE49-F238E27FC236}">
                <a16:creationId xmlns:a16="http://schemas.microsoft.com/office/drawing/2014/main" id="{7B2C15F4-F2A6-32E1-5463-F2658AA9807F}"/>
              </a:ext>
            </a:extLst>
          </p:cNvPr>
          <p:cNvSpPr/>
          <p:nvPr/>
        </p:nvSpPr>
        <p:spPr>
          <a:xfrm>
            <a:off x="3124624" y="5192574"/>
            <a:ext cx="2239636" cy="630936"/>
          </a:xfrm>
          <a:prstGeom prst="ellipse">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Specialisation</a:t>
            </a:r>
          </a:p>
        </p:txBody>
      </p:sp>
      <p:sp>
        <p:nvSpPr>
          <p:cNvPr id="19" name="Oval 18">
            <a:extLst>
              <a:ext uri="{FF2B5EF4-FFF2-40B4-BE49-F238E27FC236}">
                <a16:creationId xmlns:a16="http://schemas.microsoft.com/office/drawing/2014/main" id="{2EE41651-C9AF-8EAA-4B3C-7DF7C49B087E}"/>
              </a:ext>
            </a:extLst>
          </p:cNvPr>
          <p:cNvSpPr/>
          <p:nvPr/>
        </p:nvSpPr>
        <p:spPr>
          <a:xfrm>
            <a:off x="3512922" y="6150182"/>
            <a:ext cx="1463040" cy="630936"/>
          </a:xfrm>
          <a:prstGeom prst="ellipse">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Phone</a:t>
            </a:r>
          </a:p>
        </p:txBody>
      </p:sp>
      <p:cxnSp>
        <p:nvCxnSpPr>
          <p:cNvPr id="21" name="Straight Connector 20">
            <a:extLst>
              <a:ext uri="{FF2B5EF4-FFF2-40B4-BE49-F238E27FC236}">
                <a16:creationId xmlns:a16="http://schemas.microsoft.com/office/drawing/2014/main" id="{CA7E4B30-72C4-4E72-125A-174B0D2943F6}"/>
              </a:ext>
            </a:extLst>
          </p:cNvPr>
          <p:cNvCxnSpPr>
            <a:stCxn id="18" idx="6"/>
            <a:endCxn id="9" idx="1"/>
          </p:cNvCxnSpPr>
          <p:nvPr/>
        </p:nvCxnSpPr>
        <p:spPr>
          <a:xfrm>
            <a:off x="5364260" y="5508042"/>
            <a:ext cx="674028" cy="481751"/>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749397A5-54D2-A39D-684B-BDCBED046F88}"/>
              </a:ext>
            </a:extLst>
          </p:cNvPr>
          <p:cNvCxnSpPr>
            <a:stCxn id="19" idx="6"/>
            <a:endCxn id="9" idx="1"/>
          </p:cNvCxnSpPr>
          <p:nvPr/>
        </p:nvCxnSpPr>
        <p:spPr>
          <a:xfrm flipV="1">
            <a:off x="4975962" y="5989793"/>
            <a:ext cx="1062326" cy="475857"/>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2F335D2D-8ED2-E870-CE68-F99523983B52}"/>
              </a:ext>
            </a:extLst>
          </p:cNvPr>
          <p:cNvSpPr txBox="1"/>
          <p:nvPr/>
        </p:nvSpPr>
        <p:spPr>
          <a:xfrm>
            <a:off x="7760745" y="4954540"/>
            <a:ext cx="2477255" cy="369332"/>
          </a:xfrm>
          <a:prstGeom prst="rect">
            <a:avLst/>
          </a:prstGeom>
          <a:noFill/>
        </p:spPr>
        <p:txBody>
          <a:bodyPr wrap="square" rtlCol="0">
            <a:spAutoFit/>
          </a:bodyPr>
          <a:lstStyle/>
          <a:p>
            <a:r>
              <a:rPr lang="en-CA" noProof="0" dirty="0"/>
              <a:t>… (</a:t>
            </a:r>
            <a:r>
              <a:rPr lang="en-CA" sz="1200" noProof="0" dirty="0"/>
              <a:t>See Diagram from Prev. Slide</a:t>
            </a:r>
            <a:r>
              <a:rPr lang="en-CA" noProof="0" dirty="0"/>
              <a:t>)</a:t>
            </a:r>
          </a:p>
        </p:txBody>
      </p:sp>
      <p:sp>
        <p:nvSpPr>
          <p:cNvPr id="5" name="TextBox 4">
            <a:extLst>
              <a:ext uri="{FF2B5EF4-FFF2-40B4-BE49-F238E27FC236}">
                <a16:creationId xmlns:a16="http://schemas.microsoft.com/office/drawing/2014/main" id="{54F819A2-D2BB-3956-D60C-17DB0956CADD}"/>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22 of 30</a:t>
            </a:r>
          </a:p>
          <a:p>
            <a:pPr algn="r"/>
            <a:r>
              <a:rPr lang="en-CA" noProof="0" dirty="0">
                <a:solidFill>
                  <a:srgbClr val="002060"/>
                </a:solidFill>
              </a:rPr>
              <a:t>19 January 2026</a:t>
            </a:r>
          </a:p>
        </p:txBody>
      </p:sp>
    </p:spTree>
    <p:extLst>
      <p:ext uri="{BB962C8B-B14F-4D97-AF65-F5344CB8AC3E}">
        <p14:creationId xmlns:p14="http://schemas.microsoft.com/office/powerpoint/2010/main" val="334155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09DD5-F38F-C5F0-681C-B28DA0B40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3D027-BC46-405A-708A-588C1A27FAF4}"/>
              </a:ext>
            </a:extLst>
          </p:cNvPr>
          <p:cNvSpPr>
            <a:spLocks noGrp="1"/>
          </p:cNvSpPr>
          <p:nvPr>
            <p:ph type="title"/>
          </p:nvPr>
        </p:nvSpPr>
        <p:spPr/>
        <p:txBody>
          <a:bodyPr/>
          <a:lstStyle/>
          <a:p>
            <a:r>
              <a:rPr lang="en-CA" noProof="0" dirty="0">
                <a:solidFill>
                  <a:srgbClr val="002060"/>
                </a:solidFill>
              </a:rPr>
              <a:t>DRAWING DOCTORS (2/2)</a:t>
            </a:r>
          </a:p>
        </p:txBody>
      </p:sp>
      <p:sp>
        <p:nvSpPr>
          <p:cNvPr id="3" name="Content Placeholder 2">
            <a:extLst>
              <a:ext uri="{FF2B5EF4-FFF2-40B4-BE49-F238E27FC236}">
                <a16:creationId xmlns:a16="http://schemas.microsoft.com/office/drawing/2014/main" id="{08CBEDFB-49CD-6BF8-5BC2-DEB397A3770F}"/>
              </a:ext>
            </a:extLst>
          </p:cNvPr>
          <p:cNvSpPr>
            <a:spLocks noGrp="1"/>
          </p:cNvSpPr>
          <p:nvPr>
            <p:ph sz="half" idx="1"/>
          </p:nvPr>
        </p:nvSpPr>
        <p:spPr/>
        <p:txBody>
          <a:bodyPr>
            <a:normAutofit/>
          </a:bodyPr>
          <a:lstStyle/>
          <a:p>
            <a:r>
              <a:rPr lang="en-CA" noProof="0" dirty="0"/>
              <a:t>“Residents are </a:t>
            </a:r>
            <a:r>
              <a:rPr lang="en-CA" b="1" noProof="0" dirty="0">
                <a:solidFill>
                  <a:srgbClr val="7030A0"/>
                </a:solidFill>
              </a:rPr>
              <a:t>treated by </a:t>
            </a:r>
            <a:r>
              <a:rPr lang="en-CA" noProof="0" dirty="0"/>
              <a:t>one or more Eldercare doctors but all residents have a single </a:t>
            </a:r>
            <a:r>
              <a:rPr lang="en-CA" b="1" noProof="0" dirty="0">
                <a:solidFill>
                  <a:srgbClr val="7030A0"/>
                </a:solidFill>
              </a:rPr>
              <a:t>primary care doctor</a:t>
            </a:r>
            <a:r>
              <a:rPr lang="en-CA" noProof="0" dirty="0"/>
              <a:t>.”</a:t>
            </a:r>
          </a:p>
          <a:p>
            <a:r>
              <a:rPr lang="en-CA" noProof="0" dirty="0"/>
              <a:t>We decided on the following:</a:t>
            </a:r>
          </a:p>
          <a:p>
            <a:pPr lvl="1"/>
            <a:r>
              <a:rPr lang="en-CA" noProof="0" dirty="0">
                <a:solidFill>
                  <a:srgbClr val="7030A0"/>
                </a:solidFill>
              </a:rPr>
              <a:t>Primary Doctor </a:t>
            </a:r>
            <a:r>
              <a:rPr lang="en-CA" noProof="0" dirty="0"/>
              <a:t>relationships are 1:N where all </a:t>
            </a:r>
            <a:r>
              <a:rPr lang="en-CA" noProof="0" dirty="0">
                <a:solidFill>
                  <a:srgbClr val="0070C0"/>
                </a:solidFill>
              </a:rPr>
              <a:t>residents</a:t>
            </a:r>
            <a:r>
              <a:rPr lang="en-CA" noProof="0" dirty="0"/>
              <a:t> are required to have a primary </a:t>
            </a:r>
            <a:r>
              <a:rPr lang="en-CA" noProof="0" dirty="0">
                <a:solidFill>
                  <a:srgbClr val="0070C0"/>
                </a:solidFill>
              </a:rPr>
              <a:t>doctor</a:t>
            </a:r>
            <a:r>
              <a:rPr lang="en-CA" noProof="0" dirty="0"/>
              <a:t> (total participation)</a:t>
            </a:r>
          </a:p>
          <a:p>
            <a:pPr lvl="1"/>
            <a:r>
              <a:rPr lang="en-CA" noProof="0" dirty="0">
                <a:solidFill>
                  <a:srgbClr val="7030A0"/>
                </a:solidFill>
              </a:rPr>
              <a:t>Treatment</a:t>
            </a:r>
            <a:r>
              <a:rPr lang="en-CA" noProof="0" dirty="0"/>
              <a:t> scenarios are a N:M relation</a:t>
            </a:r>
          </a:p>
        </p:txBody>
      </p:sp>
      <p:sp>
        <p:nvSpPr>
          <p:cNvPr id="8" name="Rectangle 7">
            <a:extLst>
              <a:ext uri="{FF2B5EF4-FFF2-40B4-BE49-F238E27FC236}">
                <a16:creationId xmlns:a16="http://schemas.microsoft.com/office/drawing/2014/main" id="{D82F6E9E-012E-E2B1-8DA2-0BDFBAFCE725}"/>
              </a:ext>
            </a:extLst>
          </p:cNvPr>
          <p:cNvSpPr/>
          <p:nvPr/>
        </p:nvSpPr>
        <p:spPr>
          <a:xfrm>
            <a:off x="10462594" y="1693382"/>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Employee</a:t>
            </a:r>
          </a:p>
        </p:txBody>
      </p:sp>
      <p:sp>
        <p:nvSpPr>
          <p:cNvPr id="9" name="Rectangle 8">
            <a:extLst>
              <a:ext uri="{FF2B5EF4-FFF2-40B4-BE49-F238E27FC236}">
                <a16:creationId xmlns:a16="http://schemas.microsoft.com/office/drawing/2014/main" id="{20A84526-1757-63B4-220C-94A529946320}"/>
              </a:ext>
            </a:extLst>
          </p:cNvPr>
          <p:cNvSpPr/>
          <p:nvPr/>
        </p:nvSpPr>
        <p:spPr>
          <a:xfrm>
            <a:off x="9010087" y="3561914"/>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Doctor</a:t>
            </a:r>
          </a:p>
        </p:txBody>
      </p:sp>
      <p:sp>
        <p:nvSpPr>
          <p:cNvPr id="10" name="Oval 9">
            <a:extLst>
              <a:ext uri="{FF2B5EF4-FFF2-40B4-BE49-F238E27FC236}">
                <a16:creationId xmlns:a16="http://schemas.microsoft.com/office/drawing/2014/main" id="{2B13B766-A712-0FBE-29EF-285A3852F265}"/>
              </a:ext>
            </a:extLst>
          </p:cNvPr>
          <p:cNvSpPr/>
          <p:nvPr/>
        </p:nvSpPr>
        <p:spPr>
          <a:xfrm>
            <a:off x="11046571" y="2571918"/>
            <a:ext cx="180000" cy="180000"/>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cxnSp>
        <p:nvCxnSpPr>
          <p:cNvPr id="11" name="Straight Connector 10">
            <a:extLst>
              <a:ext uri="{FF2B5EF4-FFF2-40B4-BE49-F238E27FC236}">
                <a16:creationId xmlns:a16="http://schemas.microsoft.com/office/drawing/2014/main" id="{0ACAF95B-BCB4-ED0E-FEDA-13BBA308C89B}"/>
              </a:ext>
            </a:extLst>
          </p:cNvPr>
          <p:cNvCxnSpPr>
            <a:stCxn id="8" idx="2"/>
            <a:endCxn id="10" idx="0"/>
          </p:cNvCxnSpPr>
          <p:nvPr/>
        </p:nvCxnSpPr>
        <p:spPr>
          <a:xfrm flipH="1">
            <a:off x="11136571" y="2196302"/>
            <a:ext cx="7251" cy="375616"/>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2" name="Connector: Elbow 11">
            <a:extLst>
              <a:ext uri="{FF2B5EF4-FFF2-40B4-BE49-F238E27FC236}">
                <a16:creationId xmlns:a16="http://schemas.microsoft.com/office/drawing/2014/main" id="{3F2FEFE7-6172-BB60-2179-FFF11948C8E4}"/>
              </a:ext>
            </a:extLst>
          </p:cNvPr>
          <p:cNvCxnSpPr>
            <a:stCxn id="10" idx="2"/>
            <a:endCxn id="9" idx="0"/>
          </p:cNvCxnSpPr>
          <p:nvPr/>
        </p:nvCxnSpPr>
        <p:spPr>
          <a:xfrm rot="10800000" flipV="1">
            <a:off x="9691315" y="2661918"/>
            <a:ext cx="1355256" cy="899996"/>
          </a:xfrm>
          <a:prstGeom prst="bentConnector2">
            <a:avLst/>
          </a:prstGeom>
          <a:ln w="38100" cmpd="dbl"/>
        </p:spPr>
        <p:style>
          <a:lnRef idx="2">
            <a:schemeClr val="dk1"/>
          </a:lnRef>
          <a:fillRef idx="0">
            <a:schemeClr val="dk1"/>
          </a:fillRef>
          <a:effectRef idx="1">
            <a:schemeClr val="dk1"/>
          </a:effectRef>
          <a:fontRef idx="minor">
            <a:schemeClr val="tx1"/>
          </a:fontRef>
        </p:style>
      </p:cxnSp>
      <p:sp>
        <p:nvSpPr>
          <p:cNvPr id="13" name="Block Arc 12">
            <a:extLst>
              <a:ext uri="{FF2B5EF4-FFF2-40B4-BE49-F238E27FC236}">
                <a16:creationId xmlns:a16="http://schemas.microsoft.com/office/drawing/2014/main" id="{80432F9C-0DA7-9EA0-F260-D36185A77D16}"/>
              </a:ext>
            </a:extLst>
          </p:cNvPr>
          <p:cNvSpPr/>
          <p:nvPr/>
        </p:nvSpPr>
        <p:spPr>
          <a:xfrm rot="5400000" flipH="1" flipV="1">
            <a:off x="10372543" y="2481917"/>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18" name="Oval 17">
            <a:extLst>
              <a:ext uri="{FF2B5EF4-FFF2-40B4-BE49-F238E27FC236}">
                <a16:creationId xmlns:a16="http://schemas.microsoft.com/office/drawing/2014/main" id="{0B54F4C3-5656-6FFB-C741-4BF306301DB3}"/>
              </a:ext>
            </a:extLst>
          </p:cNvPr>
          <p:cNvSpPr/>
          <p:nvPr/>
        </p:nvSpPr>
        <p:spPr>
          <a:xfrm>
            <a:off x="6096423" y="3016155"/>
            <a:ext cx="2239636" cy="630936"/>
          </a:xfrm>
          <a:prstGeom prst="ellipse">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Specialisation</a:t>
            </a:r>
          </a:p>
        </p:txBody>
      </p:sp>
      <p:sp>
        <p:nvSpPr>
          <p:cNvPr id="19" name="Oval 18">
            <a:extLst>
              <a:ext uri="{FF2B5EF4-FFF2-40B4-BE49-F238E27FC236}">
                <a16:creationId xmlns:a16="http://schemas.microsoft.com/office/drawing/2014/main" id="{240ACE66-7CF3-D850-2FB8-74219DF755F8}"/>
              </a:ext>
            </a:extLst>
          </p:cNvPr>
          <p:cNvSpPr/>
          <p:nvPr/>
        </p:nvSpPr>
        <p:spPr>
          <a:xfrm>
            <a:off x="6484721" y="3973763"/>
            <a:ext cx="1463040" cy="630936"/>
          </a:xfrm>
          <a:prstGeom prst="ellipse">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Phone</a:t>
            </a:r>
          </a:p>
        </p:txBody>
      </p:sp>
      <p:cxnSp>
        <p:nvCxnSpPr>
          <p:cNvPr id="21" name="Straight Connector 20">
            <a:extLst>
              <a:ext uri="{FF2B5EF4-FFF2-40B4-BE49-F238E27FC236}">
                <a16:creationId xmlns:a16="http://schemas.microsoft.com/office/drawing/2014/main" id="{72DA6884-D749-5987-4314-AA3A4BF85BA1}"/>
              </a:ext>
            </a:extLst>
          </p:cNvPr>
          <p:cNvCxnSpPr>
            <a:stCxn id="18" idx="6"/>
            <a:endCxn id="9" idx="1"/>
          </p:cNvCxnSpPr>
          <p:nvPr/>
        </p:nvCxnSpPr>
        <p:spPr>
          <a:xfrm>
            <a:off x="8336059" y="3331623"/>
            <a:ext cx="674028" cy="481751"/>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B2803D9C-1FF8-EB00-428E-307FE3A8F484}"/>
              </a:ext>
            </a:extLst>
          </p:cNvPr>
          <p:cNvCxnSpPr>
            <a:stCxn id="19" idx="6"/>
            <a:endCxn id="9" idx="1"/>
          </p:cNvCxnSpPr>
          <p:nvPr/>
        </p:nvCxnSpPr>
        <p:spPr>
          <a:xfrm flipV="1">
            <a:off x="7947761" y="3813374"/>
            <a:ext cx="1062326" cy="475857"/>
          </a:xfrm>
          <a:prstGeom prst="line">
            <a:avLst/>
          </a:prstGeom>
        </p:spPr>
        <p:style>
          <a:lnRef idx="2">
            <a:schemeClr val="dk1"/>
          </a:lnRef>
          <a:fillRef idx="0">
            <a:schemeClr val="dk1"/>
          </a:fillRef>
          <a:effectRef idx="1">
            <a:schemeClr val="dk1"/>
          </a:effectRef>
          <a:fontRef idx="minor">
            <a:schemeClr val="tx1"/>
          </a:fontRef>
        </p:style>
      </p:cxnSp>
      <p:sp>
        <p:nvSpPr>
          <p:cNvPr id="24" name="Rectangle 23">
            <a:extLst>
              <a:ext uri="{FF2B5EF4-FFF2-40B4-BE49-F238E27FC236}">
                <a16:creationId xmlns:a16="http://schemas.microsoft.com/office/drawing/2014/main" id="{CB7A83A2-494F-45F1-04B8-05B0831355E4}"/>
              </a:ext>
            </a:extLst>
          </p:cNvPr>
          <p:cNvSpPr/>
          <p:nvPr/>
        </p:nvSpPr>
        <p:spPr>
          <a:xfrm>
            <a:off x="8890161" y="5684600"/>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Resident</a:t>
            </a:r>
          </a:p>
        </p:txBody>
      </p:sp>
      <p:sp>
        <p:nvSpPr>
          <p:cNvPr id="26" name="Flowchart: Decision 25">
            <a:extLst>
              <a:ext uri="{FF2B5EF4-FFF2-40B4-BE49-F238E27FC236}">
                <a16:creationId xmlns:a16="http://schemas.microsoft.com/office/drawing/2014/main" id="{945AEEE8-4F7E-1DD7-FA96-1DF926072ADE}"/>
              </a:ext>
            </a:extLst>
          </p:cNvPr>
          <p:cNvSpPr/>
          <p:nvPr/>
        </p:nvSpPr>
        <p:spPr>
          <a:xfrm>
            <a:off x="7442478" y="4598534"/>
            <a:ext cx="2271414" cy="630936"/>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Primary Doctor</a:t>
            </a:r>
            <a:endParaRPr lang="en-CA" noProof="0" dirty="0">
              <a:solidFill>
                <a:srgbClr val="7030A0"/>
              </a:solidFill>
            </a:endParaRPr>
          </a:p>
        </p:txBody>
      </p:sp>
      <p:sp>
        <p:nvSpPr>
          <p:cNvPr id="27" name="Flowchart: Decision 26">
            <a:extLst>
              <a:ext uri="{FF2B5EF4-FFF2-40B4-BE49-F238E27FC236}">
                <a16:creationId xmlns:a16="http://schemas.microsoft.com/office/drawing/2014/main" id="{54E4CD04-C051-2AF3-561B-680EDBF57A57}"/>
              </a:ext>
            </a:extLst>
          </p:cNvPr>
          <p:cNvSpPr/>
          <p:nvPr/>
        </p:nvSpPr>
        <p:spPr>
          <a:xfrm>
            <a:off x="9789542" y="4602665"/>
            <a:ext cx="2402458" cy="630936"/>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Treatment</a:t>
            </a:r>
            <a:endParaRPr lang="en-CA" noProof="0" dirty="0">
              <a:solidFill>
                <a:srgbClr val="7030A0"/>
              </a:solidFill>
            </a:endParaRPr>
          </a:p>
        </p:txBody>
      </p:sp>
      <p:cxnSp>
        <p:nvCxnSpPr>
          <p:cNvPr id="29" name="Straight Arrow Connector 28">
            <a:extLst>
              <a:ext uri="{FF2B5EF4-FFF2-40B4-BE49-F238E27FC236}">
                <a16:creationId xmlns:a16="http://schemas.microsoft.com/office/drawing/2014/main" id="{C744A61D-49AA-D48B-1A57-F81BD21730B7}"/>
              </a:ext>
            </a:extLst>
          </p:cNvPr>
          <p:cNvCxnSpPr>
            <a:stCxn id="26" idx="0"/>
            <a:endCxn id="9" idx="2"/>
          </p:cNvCxnSpPr>
          <p:nvPr/>
        </p:nvCxnSpPr>
        <p:spPr>
          <a:xfrm flipV="1">
            <a:off x="8578185" y="4064834"/>
            <a:ext cx="1113130" cy="5337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4F11B07A-BD0D-679C-51CC-1F5445DF3BBB}"/>
              </a:ext>
            </a:extLst>
          </p:cNvPr>
          <p:cNvCxnSpPr>
            <a:stCxn id="26" idx="2"/>
            <a:endCxn id="24" idx="0"/>
          </p:cNvCxnSpPr>
          <p:nvPr/>
        </p:nvCxnSpPr>
        <p:spPr>
          <a:xfrm>
            <a:off x="8578185" y="5229470"/>
            <a:ext cx="993204" cy="455130"/>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B8EFBBAC-016E-4162-3816-A1E06B4213AC}"/>
              </a:ext>
            </a:extLst>
          </p:cNvPr>
          <p:cNvCxnSpPr>
            <a:stCxn id="9" idx="3"/>
          </p:cNvCxnSpPr>
          <p:nvPr/>
        </p:nvCxnSpPr>
        <p:spPr>
          <a:xfrm>
            <a:off x="10372543" y="3813374"/>
            <a:ext cx="618228" cy="78516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F680F4AC-C13F-FCC8-2949-3CE37462B093}"/>
              </a:ext>
            </a:extLst>
          </p:cNvPr>
          <p:cNvCxnSpPr>
            <a:stCxn id="27" idx="2"/>
            <a:endCxn id="24" idx="0"/>
          </p:cNvCxnSpPr>
          <p:nvPr/>
        </p:nvCxnSpPr>
        <p:spPr>
          <a:xfrm flipH="1">
            <a:off x="9571389" y="5233601"/>
            <a:ext cx="1419382" cy="450999"/>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900BD8CD-C07A-282C-6802-B68FDA502CFD}"/>
              </a:ext>
            </a:extLst>
          </p:cNvPr>
          <p:cNvSpPr txBox="1"/>
          <p:nvPr/>
        </p:nvSpPr>
        <p:spPr>
          <a:xfrm>
            <a:off x="9897943" y="1255067"/>
            <a:ext cx="2477255" cy="369332"/>
          </a:xfrm>
          <a:prstGeom prst="rect">
            <a:avLst/>
          </a:prstGeom>
          <a:noFill/>
        </p:spPr>
        <p:txBody>
          <a:bodyPr wrap="square" rtlCol="0">
            <a:spAutoFit/>
          </a:bodyPr>
          <a:lstStyle/>
          <a:p>
            <a:r>
              <a:rPr lang="en-CA" noProof="0" dirty="0"/>
              <a:t>… (</a:t>
            </a:r>
            <a:r>
              <a:rPr lang="en-CA" sz="1200" noProof="0" dirty="0"/>
              <a:t>See Diagram for Employee</a:t>
            </a:r>
            <a:r>
              <a:rPr lang="en-CA" noProof="0" dirty="0"/>
              <a:t>)</a:t>
            </a:r>
          </a:p>
        </p:txBody>
      </p:sp>
      <p:sp>
        <p:nvSpPr>
          <p:cNvPr id="6" name="TextBox 5">
            <a:extLst>
              <a:ext uri="{FF2B5EF4-FFF2-40B4-BE49-F238E27FC236}">
                <a16:creationId xmlns:a16="http://schemas.microsoft.com/office/drawing/2014/main" id="{B03556CF-2DD1-2321-487C-B583D5AF3CDF}"/>
              </a:ext>
            </a:extLst>
          </p:cNvPr>
          <p:cNvSpPr txBox="1"/>
          <p:nvPr/>
        </p:nvSpPr>
        <p:spPr>
          <a:xfrm>
            <a:off x="8506998" y="6269187"/>
            <a:ext cx="2477255" cy="369332"/>
          </a:xfrm>
          <a:prstGeom prst="rect">
            <a:avLst/>
          </a:prstGeom>
          <a:noFill/>
        </p:spPr>
        <p:txBody>
          <a:bodyPr wrap="square" rtlCol="0">
            <a:spAutoFit/>
          </a:bodyPr>
          <a:lstStyle/>
          <a:p>
            <a:r>
              <a:rPr lang="en-CA" noProof="0" dirty="0"/>
              <a:t>… (</a:t>
            </a:r>
            <a:r>
              <a:rPr lang="en-CA" sz="1200" noProof="0" dirty="0"/>
              <a:t>See Diagram for Resident</a:t>
            </a:r>
            <a:r>
              <a:rPr lang="en-CA" noProof="0" dirty="0"/>
              <a:t>)</a:t>
            </a:r>
          </a:p>
        </p:txBody>
      </p:sp>
      <p:sp>
        <p:nvSpPr>
          <p:cNvPr id="5" name="TextBox 4">
            <a:extLst>
              <a:ext uri="{FF2B5EF4-FFF2-40B4-BE49-F238E27FC236}">
                <a16:creationId xmlns:a16="http://schemas.microsoft.com/office/drawing/2014/main" id="{C9869EB9-9956-67FB-051E-9B579E4E34D4}"/>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23 of 30</a:t>
            </a:r>
          </a:p>
          <a:p>
            <a:pPr algn="r"/>
            <a:r>
              <a:rPr lang="en-CA" noProof="0" dirty="0">
                <a:solidFill>
                  <a:srgbClr val="002060"/>
                </a:solidFill>
              </a:rPr>
              <a:t>19 January 2026</a:t>
            </a:r>
          </a:p>
        </p:txBody>
      </p:sp>
    </p:spTree>
    <p:extLst>
      <p:ext uri="{BB962C8B-B14F-4D97-AF65-F5344CB8AC3E}">
        <p14:creationId xmlns:p14="http://schemas.microsoft.com/office/powerpoint/2010/main" val="2758128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ppt_x"/>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additive="base">
                                        <p:cTn id="21" dur="500" fill="hold"/>
                                        <p:tgtEl>
                                          <p:spTgt spid="35"/>
                                        </p:tgtEl>
                                        <p:attrNameLst>
                                          <p:attrName>ppt_x</p:attrName>
                                        </p:attrNameLst>
                                      </p:cBhvr>
                                      <p:tavLst>
                                        <p:tav tm="0">
                                          <p:val>
                                            <p:strVal val="#ppt_x"/>
                                          </p:val>
                                        </p:tav>
                                        <p:tav tm="100000">
                                          <p:val>
                                            <p:strVal val="#ppt_x"/>
                                          </p:val>
                                        </p:tav>
                                      </p:tavLst>
                                    </p:anim>
                                    <p:anim calcmode="lin" valueType="num">
                                      <p:cBhvr additive="base">
                                        <p:cTn id="22" dur="500" fill="hold"/>
                                        <p:tgtEl>
                                          <p:spTgt spid="3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fill="hold"/>
                                        <p:tgtEl>
                                          <p:spTgt spid="27"/>
                                        </p:tgtEl>
                                        <p:attrNameLst>
                                          <p:attrName>ppt_x</p:attrName>
                                        </p:attrNameLst>
                                      </p:cBhvr>
                                      <p:tavLst>
                                        <p:tav tm="0">
                                          <p:val>
                                            <p:strVal val="#ppt_x"/>
                                          </p:val>
                                        </p:tav>
                                        <p:tav tm="100000">
                                          <p:val>
                                            <p:strVal val="#ppt_x"/>
                                          </p:val>
                                        </p:tav>
                                      </p:tavLst>
                                    </p:anim>
                                    <p:anim calcmode="lin" valueType="num">
                                      <p:cBhvr additive="base">
                                        <p:cTn id="26" dur="500" fill="hold"/>
                                        <p:tgtEl>
                                          <p:spTgt spid="27"/>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anim calcmode="lin" valueType="num">
                                      <p:cBhvr additive="base">
                                        <p:cTn id="29" dur="500" fill="hold"/>
                                        <p:tgtEl>
                                          <p:spTgt spid="33"/>
                                        </p:tgtEl>
                                        <p:attrNameLst>
                                          <p:attrName>ppt_x</p:attrName>
                                        </p:attrNameLst>
                                      </p:cBhvr>
                                      <p:tavLst>
                                        <p:tav tm="0">
                                          <p:val>
                                            <p:strVal val="#ppt_x"/>
                                          </p:val>
                                        </p:tav>
                                        <p:tav tm="100000">
                                          <p:val>
                                            <p:strVal val="#ppt_x"/>
                                          </p:val>
                                        </p:tav>
                                      </p:tavLst>
                                    </p:anim>
                                    <p:anim calcmode="lin" valueType="num">
                                      <p:cBhvr additive="base">
                                        <p:cTn id="3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97D37-6DC9-22AB-258C-62630ACAD3DB}"/>
              </a:ext>
            </a:extLst>
          </p:cNvPr>
          <p:cNvSpPr>
            <a:spLocks noGrp="1"/>
          </p:cNvSpPr>
          <p:nvPr>
            <p:ph type="title"/>
          </p:nvPr>
        </p:nvSpPr>
        <p:spPr/>
        <p:txBody>
          <a:bodyPr/>
          <a:lstStyle/>
          <a:p>
            <a:r>
              <a:rPr lang="en-US" dirty="0">
                <a:solidFill>
                  <a:srgbClr val="002060"/>
                </a:solidFill>
              </a:rPr>
              <a:t>DRAWING NURSES AND SHIFTS (1/3)</a:t>
            </a:r>
            <a:endParaRPr lang="en-CA" dirty="0">
              <a:solidFill>
                <a:srgbClr val="002060"/>
              </a:solidFill>
            </a:endParaRPr>
          </a:p>
        </p:txBody>
      </p:sp>
      <p:sp>
        <p:nvSpPr>
          <p:cNvPr id="3" name="Content Placeholder 2">
            <a:extLst>
              <a:ext uri="{FF2B5EF4-FFF2-40B4-BE49-F238E27FC236}">
                <a16:creationId xmlns:a16="http://schemas.microsoft.com/office/drawing/2014/main" id="{78B8E26A-F064-F9A6-0BA4-9B35D1BFB381}"/>
              </a:ext>
            </a:extLst>
          </p:cNvPr>
          <p:cNvSpPr>
            <a:spLocks noGrp="1"/>
          </p:cNvSpPr>
          <p:nvPr>
            <p:ph sz="half" idx="1"/>
          </p:nvPr>
        </p:nvSpPr>
        <p:spPr>
          <a:xfrm>
            <a:off x="838200" y="1825625"/>
            <a:ext cx="10515600" cy="4351338"/>
          </a:xfrm>
        </p:spPr>
        <p:txBody>
          <a:bodyPr>
            <a:normAutofit/>
          </a:bodyPr>
          <a:lstStyle/>
          <a:p>
            <a:r>
              <a:rPr lang="en-US" sz="1800" dirty="0"/>
              <a:t>“</a:t>
            </a:r>
            <a:r>
              <a:rPr lang="en-CA" sz="1800" b="1" dirty="0">
                <a:solidFill>
                  <a:srgbClr val="0070C0"/>
                </a:solidFill>
              </a:rPr>
              <a:t>Nurses</a:t>
            </a:r>
            <a:r>
              <a:rPr lang="en-CA" sz="1800" dirty="0"/>
              <a:t> are identified by a unique </a:t>
            </a:r>
            <a:r>
              <a:rPr lang="en-CA" sz="1800" b="1" dirty="0">
                <a:solidFill>
                  <a:schemeClr val="accent3"/>
                </a:solidFill>
              </a:rPr>
              <a:t>ID</a:t>
            </a:r>
            <a:r>
              <a:rPr lang="en-CA" sz="1800" dirty="0"/>
              <a:t> and have a single </a:t>
            </a:r>
            <a:r>
              <a:rPr lang="en-CA" sz="1800" b="1" dirty="0">
                <a:solidFill>
                  <a:srgbClr val="C00000"/>
                </a:solidFill>
              </a:rPr>
              <a:t>rank</a:t>
            </a:r>
            <a:r>
              <a:rPr lang="en-CA" sz="1800" dirty="0">
                <a:solidFill>
                  <a:srgbClr val="C00000"/>
                </a:solidFill>
              </a:rPr>
              <a:t> </a:t>
            </a:r>
            <a:r>
              <a:rPr lang="en-CA" sz="1800" dirty="0"/>
              <a:t>(RN, RNA etc.), a </a:t>
            </a:r>
            <a:r>
              <a:rPr lang="en-CA" sz="1800" b="1" dirty="0">
                <a:solidFill>
                  <a:srgbClr val="C00000"/>
                </a:solidFill>
              </a:rPr>
              <a:t>name </a:t>
            </a:r>
            <a:r>
              <a:rPr lang="en-CA" sz="1800" dirty="0"/>
              <a:t>and an </a:t>
            </a:r>
            <a:r>
              <a:rPr lang="en-CA" sz="1800" b="1" dirty="0">
                <a:solidFill>
                  <a:srgbClr val="C00000"/>
                </a:solidFill>
              </a:rPr>
              <a:t>address</a:t>
            </a:r>
            <a:r>
              <a:rPr lang="en-CA" sz="1800" dirty="0"/>
              <a:t>. ”</a:t>
            </a:r>
          </a:p>
          <a:p>
            <a:r>
              <a:rPr lang="en-CA" sz="1800" dirty="0"/>
              <a:t>We already addressed </a:t>
            </a:r>
            <a:r>
              <a:rPr lang="en-CA" sz="1800" dirty="0">
                <a:solidFill>
                  <a:schemeClr val="accent3"/>
                </a:solidFill>
              </a:rPr>
              <a:t>Employee ID</a:t>
            </a:r>
            <a:r>
              <a:rPr lang="en-CA" sz="1800" dirty="0"/>
              <a:t>, </a:t>
            </a:r>
            <a:r>
              <a:rPr lang="en-CA" sz="1800" dirty="0">
                <a:solidFill>
                  <a:srgbClr val="C00000"/>
                </a:solidFill>
              </a:rPr>
              <a:t>Name</a:t>
            </a:r>
            <a:r>
              <a:rPr lang="en-CA" sz="1800" dirty="0"/>
              <a:t>, and </a:t>
            </a:r>
            <a:r>
              <a:rPr lang="en-CA" sz="1800" dirty="0">
                <a:solidFill>
                  <a:srgbClr val="C00000"/>
                </a:solidFill>
              </a:rPr>
              <a:t>Address</a:t>
            </a:r>
            <a:r>
              <a:rPr lang="en-CA" sz="1800" dirty="0"/>
              <a:t> in the superclass of </a:t>
            </a:r>
            <a:r>
              <a:rPr lang="en-CA" sz="1800" dirty="0">
                <a:solidFill>
                  <a:srgbClr val="0070C0"/>
                </a:solidFill>
              </a:rPr>
              <a:t>Employee</a:t>
            </a:r>
          </a:p>
          <a:p>
            <a:pPr lvl="1"/>
            <a:r>
              <a:rPr lang="en-CA" sz="1800" dirty="0"/>
              <a:t>So we just need to address attributes and relations that are specific to </a:t>
            </a:r>
            <a:r>
              <a:rPr lang="en-CA" sz="1800" dirty="0">
                <a:solidFill>
                  <a:srgbClr val="0070C0"/>
                </a:solidFill>
              </a:rPr>
              <a:t>Nurses</a:t>
            </a:r>
            <a:endParaRPr lang="en-CA" sz="1800" dirty="0"/>
          </a:p>
        </p:txBody>
      </p:sp>
      <p:sp>
        <p:nvSpPr>
          <p:cNvPr id="15" name="Rectangle 14">
            <a:extLst>
              <a:ext uri="{FF2B5EF4-FFF2-40B4-BE49-F238E27FC236}">
                <a16:creationId xmlns:a16="http://schemas.microsoft.com/office/drawing/2014/main" id="{2E172A7F-A93D-636E-EDE7-A3D166C1545A}"/>
              </a:ext>
            </a:extLst>
          </p:cNvPr>
          <p:cNvSpPr/>
          <p:nvPr/>
        </p:nvSpPr>
        <p:spPr>
          <a:xfrm>
            <a:off x="3897639" y="3905101"/>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Employee</a:t>
            </a:r>
          </a:p>
        </p:txBody>
      </p:sp>
      <p:sp>
        <p:nvSpPr>
          <p:cNvPr id="16" name="Rectangle 15">
            <a:extLst>
              <a:ext uri="{FF2B5EF4-FFF2-40B4-BE49-F238E27FC236}">
                <a16:creationId xmlns:a16="http://schemas.microsoft.com/office/drawing/2014/main" id="{BF4B29D9-D7E4-E041-62FE-C2F709A5B26B}"/>
              </a:ext>
            </a:extLst>
          </p:cNvPr>
          <p:cNvSpPr/>
          <p:nvPr/>
        </p:nvSpPr>
        <p:spPr>
          <a:xfrm>
            <a:off x="6235251" y="4939808"/>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Nurse</a:t>
            </a:r>
          </a:p>
        </p:txBody>
      </p:sp>
      <p:sp>
        <p:nvSpPr>
          <p:cNvPr id="17" name="Oval 16">
            <a:extLst>
              <a:ext uri="{FF2B5EF4-FFF2-40B4-BE49-F238E27FC236}">
                <a16:creationId xmlns:a16="http://schemas.microsoft.com/office/drawing/2014/main" id="{639EF65B-35D0-D5E0-694B-677539AE43F9}"/>
              </a:ext>
            </a:extLst>
          </p:cNvPr>
          <p:cNvSpPr/>
          <p:nvPr/>
        </p:nvSpPr>
        <p:spPr>
          <a:xfrm>
            <a:off x="4488867" y="4606789"/>
            <a:ext cx="180000" cy="180000"/>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cxnSp>
        <p:nvCxnSpPr>
          <p:cNvPr id="18" name="Straight Connector 17">
            <a:extLst>
              <a:ext uri="{FF2B5EF4-FFF2-40B4-BE49-F238E27FC236}">
                <a16:creationId xmlns:a16="http://schemas.microsoft.com/office/drawing/2014/main" id="{EB8147A8-BDE3-77E0-247B-819CAEA7AD2A}"/>
              </a:ext>
            </a:extLst>
          </p:cNvPr>
          <p:cNvCxnSpPr>
            <a:stCxn id="15" idx="2"/>
            <a:endCxn id="17" idx="0"/>
          </p:cNvCxnSpPr>
          <p:nvPr/>
        </p:nvCxnSpPr>
        <p:spPr>
          <a:xfrm>
            <a:off x="4578867" y="4408021"/>
            <a:ext cx="0" cy="198768"/>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9" name="Connector: Elbow 18">
            <a:extLst>
              <a:ext uri="{FF2B5EF4-FFF2-40B4-BE49-F238E27FC236}">
                <a16:creationId xmlns:a16="http://schemas.microsoft.com/office/drawing/2014/main" id="{6DBA27F2-DD70-5DFE-480F-4EF9A8DBD08C}"/>
              </a:ext>
            </a:extLst>
          </p:cNvPr>
          <p:cNvCxnSpPr>
            <a:stCxn id="17" idx="6"/>
            <a:endCxn id="16" idx="0"/>
          </p:cNvCxnSpPr>
          <p:nvPr/>
        </p:nvCxnSpPr>
        <p:spPr>
          <a:xfrm>
            <a:off x="4668867" y="4696789"/>
            <a:ext cx="2247612" cy="243019"/>
          </a:xfrm>
          <a:prstGeom prst="bentConnector2">
            <a:avLst/>
          </a:prstGeom>
          <a:ln w="38100" cmpd="dbl"/>
        </p:spPr>
        <p:style>
          <a:lnRef idx="2">
            <a:schemeClr val="dk1"/>
          </a:lnRef>
          <a:fillRef idx="0">
            <a:schemeClr val="dk1"/>
          </a:fillRef>
          <a:effectRef idx="1">
            <a:schemeClr val="dk1"/>
          </a:effectRef>
          <a:fontRef idx="minor">
            <a:schemeClr val="tx1"/>
          </a:fontRef>
        </p:style>
      </p:cxnSp>
      <p:sp>
        <p:nvSpPr>
          <p:cNvPr id="20" name="Block Arc 19">
            <a:extLst>
              <a:ext uri="{FF2B5EF4-FFF2-40B4-BE49-F238E27FC236}">
                <a16:creationId xmlns:a16="http://schemas.microsoft.com/office/drawing/2014/main" id="{DF48182E-221F-C7FA-D05B-12AF01DFF0F3}"/>
              </a:ext>
            </a:extLst>
          </p:cNvPr>
          <p:cNvSpPr/>
          <p:nvPr/>
        </p:nvSpPr>
        <p:spPr>
          <a:xfrm rot="16200000" flipV="1">
            <a:off x="4968673" y="4516788"/>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49" name="Oval 48">
            <a:extLst>
              <a:ext uri="{FF2B5EF4-FFF2-40B4-BE49-F238E27FC236}">
                <a16:creationId xmlns:a16="http://schemas.microsoft.com/office/drawing/2014/main" id="{86DB1234-C18F-BAC9-A806-3AB2616D429A}"/>
              </a:ext>
            </a:extLst>
          </p:cNvPr>
          <p:cNvSpPr/>
          <p:nvPr/>
        </p:nvSpPr>
        <p:spPr>
          <a:xfrm>
            <a:off x="8092807" y="4884291"/>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rgbClr val="C00000"/>
                </a:solidFill>
              </a:rPr>
              <a:t>Rank</a:t>
            </a:r>
          </a:p>
        </p:txBody>
      </p:sp>
      <p:cxnSp>
        <p:nvCxnSpPr>
          <p:cNvPr id="54" name="Straight Connector 53">
            <a:extLst>
              <a:ext uri="{FF2B5EF4-FFF2-40B4-BE49-F238E27FC236}">
                <a16:creationId xmlns:a16="http://schemas.microsoft.com/office/drawing/2014/main" id="{E1E02142-B3B3-9CA3-6569-D4CE02AAAEB8}"/>
              </a:ext>
            </a:extLst>
          </p:cNvPr>
          <p:cNvCxnSpPr>
            <a:stCxn id="16" idx="3"/>
            <a:endCxn id="49" idx="2"/>
          </p:cNvCxnSpPr>
          <p:nvPr/>
        </p:nvCxnSpPr>
        <p:spPr>
          <a:xfrm>
            <a:off x="7597707" y="5191268"/>
            <a:ext cx="495100" cy="8491"/>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1153FA62-93AD-D0FC-2202-3360FA3EDD5E}"/>
              </a:ext>
            </a:extLst>
          </p:cNvPr>
          <p:cNvSpPr txBox="1"/>
          <p:nvPr/>
        </p:nvSpPr>
        <p:spPr>
          <a:xfrm>
            <a:off x="3618745" y="3557131"/>
            <a:ext cx="2477255" cy="369332"/>
          </a:xfrm>
          <a:prstGeom prst="rect">
            <a:avLst/>
          </a:prstGeom>
          <a:noFill/>
        </p:spPr>
        <p:txBody>
          <a:bodyPr wrap="square" rtlCol="0">
            <a:spAutoFit/>
          </a:bodyPr>
          <a:lstStyle/>
          <a:p>
            <a:r>
              <a:rPr lang="en-CA" noProof="0" dirty="0"/>
              <a:t>… (</a:t>
            </a:r>
            <a:r>
              <a:rPr lang="en-CA" sz="1200" noProof="0" dirty="0"/>
              <a:t>See Diagram for Employee</a:t>
            </a:r>
            <a:r>
              <a:rPr lang="en-CA" noProof="0" dirty="0"/>
              <a:t>)</a:t>
            </a:r>
          </a:p>
        </p:txBody>
      </p:sp>
      <p:sp>
        <p:nvSpPr>
          <p:cNvPr id="14" name="TextBox 13">
            <a:extLst>
              <a:ext uri="{FF2B5EF4-FFF2-40B4-BE49-F238E27FC236}">
                <a16:creationId xmlns:a16="http://schemas.microsoft.com/office/drawing/2014/main" id="{2F9BC047-A86E-9908-6D45-8A3DC512F46E}"/>
              </a:ext>
            </a:extLst>
          </p:cNvPr>
          <p:cNvSpPr txBox="1"/>
          <p:nvPr/>
        </p:nvSpPr>
        <p:spPr>
          <a:xfrm>
            <a:off x="3573133" y="4839483"/>
            <a:ext cx="2477255" cy="369332"/>
          </a:xfrm>
          <a:prstGeom prst="rect">
            <a:avLst/>
          </a:prstGeom>
          <a:noFill/>
        </p:spPr>
        <p:txBody>
          <a:bodyPr wrap="square" rtlCol="0">
            <a:spAutoFit/>
          </a:bodyPr>
          <a:lstStyle/>
          <a:p>
            <a:r>
              <a:rPr lang="en-CA" noProof="0" dirty="0"/>
              <a:t>… (</a:t>
            </a:r>
            <a:r>
              <a:rPr lang="en-CA" sz="1200" noProof="0" dirty="0"/>
              <a:t>See Diagram for Employee</a:t>
            </a:r>
            <a:r>
              <a:rPr lang="en-CA" noProof="0" dirty="0"/>
              <a:t>)</a:t>
            </a:r>
          </a:p>
        </p:txBody>
      </p:sp>
      <p:sp>
        <p:nvSpPr>
          <p:cNvPr id="6" name="TextBox 5">
            <a:extLst>
              <a:ext uri="{FF2B5EF4-FFF2-40B4-BE49-F238E27FC236}">
                <a16:creationId xmlns:a16="http://schemas.microsoft.com/office/drawing/2014/main" id="{3BB564E7-5103-34EB-FAB6-AAC42DC54539}"/>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24 of 30</a:t>
            </a:r>
          </a:p>
          <a:p>
            <a:pPr algn="r"/>
            <a:r>
              <a:rPr lang="en-CA" noProof="0" dirty="0">
                <a:solidFill>
                  <a:srgbClr val="002060"/>
                </a:solidFill>
              </a:rPr>
              <a:t>19 January 2026</a:t>
            </a:r>
          </a:p>
        </p:txBody>
      </p:sp>
    </p:spTree>
    <p:extLst>
      <p:ext uri="{BB962C8B-B14F-4D97-AF65-F5344CB8AC3E}">
        <p14:creationId xmlns:p14="http://schemas.microsoft.com/office/powerpoint/2010/main" val="1468439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ppt_x"/>
                                          </p:val>
                                        </p:tav>
                                        <p:tav tm="100000">
                                          <p:val>
                                            <p:strVal val="#ppt_x"/>
                                          </p:val>
                                        </p:tav>
                                      </p:tavLst>
                                    </p:anim>
                                    <p:anim calcmode="lin" valueType="num">
                                      <p:cBhvr additive="base">
                                        <p:cTn id="8" dur="500" fill="hold"/>
                                        <p:tgtEl>
                                          <p:spTgt spid="4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500" fill="hold"/>
                                        <p:tgtEl>
                                          <p:spTgt spid="54"/>
                                        </p:tgtEl>
                                        <p:attrNameLst>
                                          <p:attrName>ppt_x</p:attrName>
                                        </p:attrNameLst>
                                      </p:cBhvr>
                                      <p:tavLst>
                                        <p:tav tm="0">
                                          <p:val>
                                            <p:strVal val="#ppt_x"/>
                                          </p:val>
                                        </p:tav>
                                        <p:tav tm="100000">
                                          <p:val>
                                            <p:strVal val="#ppt_x"/>
                                          </p:val>
                                        </p:tav>
                                      </p:tavLst>
                                    </p:anim>
                                    <p:anim calcmode="lin" valueType="num">
                                      <p:cBhvr additive="base">
                                        <p:cTn id="1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A9A0C-B33F-DC14-E5ED-EE25CEECD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80FB-2295-4794-8992-CACC3287302A}"/>
              </a:ext>
            </a:extLst>
          </p:cNvPr>
          <p:cNvSpPr>
            <a:spLocks noGrp="1"/>
          </p:cNvSpPr>
          <p:nvPr>
            <p:ph type="title"/>
          </p:nvPr>
        </p:nvSpPr>
        <p:spPr/>
        <p:txBody>
          <a:bodyPr/>
          <a:lstStyle/>
          <a:p>
            <a:r>
              <a:rPr lang="en-US" dirty="0">
                <a:solidFill>
                  <a:srgbClr val="002060"/>
                </a:solidFill>
              </a:rPr>
              <a:t>DRAWING NURSES AND SHIFTS (2/3)</a:t>
            </a:r>
            <a:endParaRPr lang="en-CA" dirty="0">
              <a:solidFill>
                <a:srgbClr val="002060"/>
              </a:solidFill>
            </a:endParaRPr>
          </a:p>
        </p:txBody>
      </p:sp>
      <p:sp>
        <p:nvSpPr>
          <p:cNvPr id="3" name="Content Placeholder 2">
            <a:extLst>
              <a:ext uri="{FF2B5EF4-FFF2-40B4-BE49-F238E27FC236}">
                <a16:creationId xmlns:a16="http://schemas.microsoft.com/office/drawing/2014/main" id="{F6A36BEA-BD55-321C-98CD-63213AC10FC3}"/>
              </a:ext>
            </a:extLst>
          </p:cNvPr>
          <p:cNvSpPr>
            <a:spLocks noGrp="1"/>
          </p:cNvSpPr>
          <p:nvPr>
            <p:ph sz="half" idx="1"/>
          </p:nvPr>
        </p:nvSpPr>
        <p:spPr>
          <a:xfrm>
            <a:off x="838199" y="1825625"/>
            <a:ext cx="10515599" cy="4351338"/>
          </a:xfrm>
        </p:spPr>
        <p:txBody>
          <a:bodyPr>
            <a:normAutofit/>
          </a:bodyPr>
          <a:lstStyle/>
          <a:p>
            <a:r>
              <a:rPr lang="en-US" sz="1800" dirty="0"/>
              <a:t>“</a:t>
            </a:r>
            <a:r>
              <a:rPr lang="en-CA" sz="1800" dirty="0"/>
              <a:t>Nurses also </a:t>
            </a:r>
            <a:r>
              <a:rPr lang="en-CA" sz="1800" b="1" dirty="0">
                <a:solidFill>
                  <a:srgbClr val="7030A0"/>
                </a:solidFill>
              </a:rPr>
              <a:t>have</a:t>
            </a:r>
            <a:r>
              <a:rPr lang="en-CA" sz="1800" dirty="0"/>
              <a:t> a </a:t>
            </a:r>
            <a:r>
              <a:rPr lang="en-CA" sz="1800" b="1" dirty="0">
                <a:solidFill>
                  <a:srgbClr val="0070C0"/>
                </a:solidFill>
              </a:rPr>
              <a:t>work schedule </a:t>
            </a:r>
            <a:r>
              <a:rPr lang="en-CA" sz="1800" dirty="0"/>
              <a:t>that indicates the </a:t>
            </a:r>
            <a:r>
              <a:rPr lang="en-CA" sz="1800" b="1" dirty="0">
                <a:solidFill>
                  <a:schemeClr val="accent3"/>
                </a:solidFill>
              </a:rPr>
              <a:t>date of their shift</a:t>
            </a:r>
            <a:r>
              <a:rPr lang="en-CA" sz="1800" dirty="0"/>
              <a:t>, the </a:t>
            </a:r>
            <a:r>
              <a:rPr lang="en-CA" sz="1800" b="1" dirty="0">
                <a:solidFill>
                  <a:srgbClr val="C00000"/>
                </a:solidFill>
              </a:rPr>
              <a:t>start time </a:t>
            </a:r>
            <a:r>
              <a:rPr lang="en-CA" sz="1800" dirty="0"/>
              <a:t>and the </a:t>
            </a:r>
            <a:r>
              <a:rPr lang="en-CA" sz="1800" b="1" dirty="0">
                <a:solidFill>
                  <a:srgbClr val="C00000"/>
                </a:solidFill>
              </a:rPr>
              <a:t>end time</a:t>
            </a:r>
            <a:r>
              <a:rPr lang="en-CA" sz="1800" dirty="0"/>
              <a:t>.”</a:t>
            </a:r>
          </a:p>
          <a:p>
            <a:r>
              <a:rPr lang="en-CA" sz="1800" dirty="0"/>
              <a:t>What we decided:</a:t>
            </a:r>
          </a:p>
          <a:p>
            <a:pPr lvl="1"/>
            <a:r>
              <a:rPr lang="en-CA" sz="1800" dirty="0">
                <a:solidFill>
                  <a:srgbClr val="0070C0"/>
                </a:solidFill>
              </a:rPr>
              <a:t>Shifts </a:t>
            </a:r>
            <a:r>
              <a:rPr lang="en-CA" sz="1800" dirty="0"/>
              <a:t>are a weak entity as they are meaningless without the </a:t>
            </a:r>
            <a:r>
              <a:rPr lang="en-CA" sz="1800" dirty="0">
                <a:solidFill>
                  <a:srgbClr val="0070C0"/>
                </a:solidFill>
              </a:rPr>
              <a:t>nurses</a:t>
            </a:r>
            <a:r>
              <a:rPr lang="en-CA" sz="1800" dirty="0"/>
              <a:t> responsible for them</a:t>
            </a:r>
          </a:p>
          <a:p>
            <a:pPr lvl="1"/>
            <a:r>
              <a:rPr lang="en-CA" sz="1800" dirty="0">
                <a:solidFill>
                  <a:srgbClr val="0070C0"/>
                </a:solidFill>
              </a:rPr>
              <a:t>Shifts </a:t>
            </a:r>
            <a:r>
              <a:rPr lang="en-CA" sz="1800" dirty="0"/>
              <a:t>have a primary key of </a:t>
            </a:r>
            <a:r>
              <a:rPr lang="en-CA" sz="1800" dirty="0">
                <a:solidFill>
                  <a:schemeClr val="accent3"/>
                </a:solidFill>
              </a:rPr>
              <a:t>date</a:t>
            </a:r>
            <a:r>
              <a:rPr lang="en-CA" sz="1800" dirty="0"/>
              <a:t> as each </a:t>
            </a:r>
            <a:r>
              <a:rPr lang="en-CA" sz="1800" dirty="0">
                <a:solidFill>
                  <a:schemeClr val="accent3"/>
                </a:solidFill>
              </a:rPr>
              <a:t>date</a:t>
            </a:r>
            <a:r>
              <a:rPr lang="en-CA" sz="1800" dirty="0"/>
              <a:t> is unique</a:t>
            </a:r>
          </a:p>
        </p:txBody>
      </p:sp>
      <p:sp>
        <p:nvSpPr>
          <p:cNvPr id="7" name="Rectangle 6">
            <a:extLst>
              <a:ext uri="{FF2B5EF4-FFF2-40B4-BE49-F238E27FC236}">
                <a16:creationId xmlns:a16="http://schemas.microsoft.com/office/drawing/2014/main" id="{E47658AE-B42D-9360-9F9E-D333C11B26E4}"/>
              </a:ext>
            </a:extLst>
          </p:cNvPr>
          <p:cNvSpPr/>
          <p:nvPr/>
        </p:nvSpPr>
        <p:spPr>
          <a:xfrm>
            <a:off x="5414772" y="4261824"/>
            <a:ext cx="1362456" cy="502920"/>
          </a:xfrm>
          <a:prstGeom prst="rect">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Shift</a:t>
            </a:r>
          </a:p>
        </p:txBody>
      </p:sp>
      <p:sp>
        <p:nvSpPr>
          <p:cNvPr id="8" name="Oval 7">
            <a:extLst>
              <a:ext uri="{FF2B5EF4-FFF2-40B4-BE49-F238E27FC236}">
                <a16:creationId xmlns:a16="http://schemas.microsoft.com/office/drawing/2014/main" id="{AF2116F9-ED42-7F11-067C-8457B50CA508}"/>
              </a:ext>
            </a:extLst>
          </p:cNvPr>
          <p:cNvSpPr/>
          <p:nvPr/>
        </p:nvSpPr>
        <p:spPr>
          <a:xfrm>
            <a:off x="7272328" y="4197816"/>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End</a:t>
            </a:r>
          </a:p>
        </p:txBody>
      </p:sp>
      <p:sp>
        <p:nvSpPr>
          <p:cNvPr id="9" name="Oval 8">
            <a:extLst>
              <a:ext uri="{FF2B5EF4-FFF2-40B4-BE49-F238E27FC236}">
                <a16:creationId xmlns:a16="http://schemas.microsoft.com/office/drawing/2014/main" id="{D9DB362D-8A96-3CCF-9C1F-E9C815B6ACD7}"/>
              </a:ext>
            </a:extLst>
          </p:cNvPr>
          <p:cNvSpPr/>
          <p:nvPr/>
        </p:nvSpPr>
        <p:spPr>
          <a:xfrm>
            <a:off x="3542537" y="4197816"/>
            <a:ext cx="1463041"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Start</a:t>
            </a:r>
          </a:p>
        </p:txBody>
      </p:sp>
      <p:cxnSp>
        <p:nvCxnSpPr>
          <p:cNvPr id="10" name="Straight Connector 9">
            <a:extLst>
              <a:ext uri="{FF2B5EF4-FFF2-40B4-BE49-F238E27FC236}">
                <a16:creationId xmlns:a16="http://schemas.microsoft.com/office/drawing/2014/main" id="{9C961217-F3AC-82B5-2EED-040DE7DDA03B}"/>
              </a:ext>
            </a:extLst>
          </p:cNvPr>
          <p:cNvCxnSpPr>
            <a:cxnSpLocks/>
            <a:stCxn id="9" idx="6"/>
            <a:endCxn id="7" idx="1"/>
          </p:cNvCxnSpPr>
          <p:nvPr/>
        </p:nvCxnSpPr>
        <p:spPr>
          <a:xfrm>
            <a:off x="5005578" y="4513284"/>
            <a:ext cx="409194" cy="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201C3E01-7E02-F239-DE7F-5BBC1F47A01E}"/>
              </a:ext>
            </a:extLst>
          </p:cNvPr>
          <p:cNvCxnSpPr>
            <a:stCxn id="7" idx="3"/>
            <a:endCxn id="8" idx="2"/>
          </p:cNvCxnSpPr>
          <p:nvPr/>
        </p:nvCxnSpPr>
        <p:spPr>
          <a:xfrm>
            <a:off x="6777228" y="4513284"/>
            <a:ext cx="495100" cy="0"/>
          </a:xfrm>
          <a:prstGeom prst="line">
            <a:avLst/>
          </a:prstGeom>
        </p:spPr>
        <p:style>
          <a:lnRef idx="2">
            <a:schemeClr val="dk1"/>
          </a:lnRef>
          <a:fillRef idx="0">
            <a:schemeClr val="dk1"/>
          </a:fillRef>
          <a:effectRef idx="1">
            <a:schemeClr val="dk1"/>
          </a:effectRef>
          <a:fontRef idx="minor">
            <a:schemeClr val="tx1"/>
          </a:fontRef>
        </p:style>
      </p:cxnSp>
      <p:sp>
        <p:nvSpPr>
          <p:cNvPr id="50" name="Oval 49">
            <a:extLst>
              <a:ext uri="{FF2B5EF4-FFF2-40B4-BE49-F238E27FC236}">
                <a16:creationId xmlns:a16="http://schemas.microsoft.com/office/drawing/2014/main" id="{BA5F00FF-C5F5-557A-1BFE-2244A1F7A439}"/>
              </a:ext>
            </a:extLst>
          </p:cNvPr>
          <p:cNvSpPr/>
          <p:nvPr/>
        </p:nvSpPr>
        <p:spPr>
          <a:xfrm>
            <a:off x="5364480" y="5134041"/>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noProof="0" dirty="0">
                <a:solidFill>
                  <a:srgbClr val="C00000"/>
                </a:solidFill>
              </a:rPr>
              <a:t>Date</a:t>
            </a:r>
            <a:endParaRPr lang="en-CA" u="sng" noProof="0" dirty="0">
              <a:solidFill>
                <a:srgbClr val="C00000"/>
              </a:solidFill>
            </a:endParaRPr>
          </a:p>
        </p:txBody>
      </p:sp>
      <p:cxnSp>
        <p:nvCxnSpPr>
          <p:cNvPr id="52" name="Straight Connector 51">
            <a:extLst>
              <a:ext uri="{FF2B5EF4-FFF2-40B4-BE49-F238E27FC236}">
                <a16:creationId xmlns:a16="http://schemas.microsoft.com/office/drawing/2014/main" id="{BB9D9DCD-DD83-631E-CDA3-4B800A35C101}"/>
              </a:ext>
            </a:extLst>
          </p:cNvPr>
          <p:cNvCxnSpPr>
            <a:stCxn id="7" idx="2"/>
            <a:endCxn id="50" idx="0"/>
          </p:cNvCxnSpPr>
          <p:nvPr/>
        </p:nvCxnSpPr>
        <p:spPr>
          <a:xfrm>
            <a:off x="6096000" y="4764744"/>
            <a:ext cx="0" cy="369297"/>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009F5736-649F-8F53-5595-FF9F9A15D427}"/>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25 of 30</a:t>
            </a:r>
          </a:p>
          <a:p>
            <a:pPr algn="r"/>
            <a:r>
              <a:rPr lang="en-CA" noProof="0" dirty="0">
                <a:solidFill>
                  <a:srgbClr val="002060"/>
                </a:solidFill>
              </a:rPr>
              <a:t>19 January 2026</a:t>
            </a:r>
          </a:p>
        </p:txBody>
      </p:sp>
    </p:spTree>
    <p:extLst>
      <p:ext uri="{BB962C8B-B14F-4D97-AF65-F5344CB8AC3E}">
        <p14:creationId xmlns:p14="http://schemas.microsoft.com/office/powerpoint/2010/main" val="140398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anim calcmode="lin" valueType="num">
                                      <p:cBhvr additive="base">
                                        <p:cTn id="27" dur="500" fill="hold"/>
                                        <p:tgtEl>
                                          <p:spTgt spid="50"/>
                                        </p:tgtEl>
                                        <p:attrNameLst>
                                          <p:attrName>ppt_x</p:attrName>
                                        </p:attrNameLst>
                                      </p:cBhvr>
                                      <p:tavLst>
                                        <p:tav tm="0">
                                          <p:val>
                                            <p:strVal val="#ppt_x"/>
                                          </p:val>
                                        </p:tav>
                                        <p:tav tm="100000">
                                          <p:val>
                                            <p:strVal val="#ppt_x"/>
                                          </p:val>
                                        </p:tav>
                                      </p:tavLst>
                                    </p:anim>
                                    <p:anim calcmode="lin" valueType="num">
                                      <p:cBhvr additive="base">
                                        <p:cTn id="28" dur="500" fill="hold"/>
                                        <p:tgtEl>
                                          <p:spTgt spid="5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anim calcmode="lin" valueType="num">
                                      <p:cBhvr additive="base">
                                        <p:cTn id="31" dur="500" fill="hold"/>
                                        <p:tgtEl>
                                          <p:spTgt spid="52"/>
                                        </p:tgtEl>
                                        <p:attrNameLst>
                                          <p:attrName>ppt_x</p:attrName>
                                        </p:attrNameLst>
                                      </p:cBhvr>
                                      <p:tavLst>
                                        <p:tav tm="0">
                                          <p:val>
                                            <p:strVal val="#ppt_x"/>
                                          </p:val>
                                        </p:tav>
                                        <p:tav tm="100000">
                                          <p:val>
                                            <p:strVal val="#ppt_x"/>
                                          </p:val>
                                        </p:tav>
                                      </p:tavLst>
                                    </p:anim>
                                    <p:anim calcmode="lin" valueType="num">
                                      <p:cBhvr additive="base">
                                        <p:cTn id="3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5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0D4DB-5A2C-C8DF-15E1-0CFDECF8E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8B6AB-7CBC-7802-1350-5FED0FB65910}"/>
              </a:ext>
            </a:extLst>
          </p:cNvPr>
          <p:cNvSpPr>
            <a:spLocks noGrp="1"/>
          </p:cNvSpPr>
          <p:nvPr>
            <p:ph type="title"/>
          </p:nvPr>
        </p:nvSpPr>
        <p:spPr/>
        <p:txBody>
          <a:bodyPr/>
          <a:lstStyle/>
          <a:p>
            <a:r>
              <a:rPr lang="en-US" dirty="0">
                <a:solidFill>
                  <a:srgbClr val="002060"/>
                </a:solidFill>
              </a:rPr>
              <a:t>DRAWING NURSES AND SHIFTS (3/3)</a:t>
            </a:r>
            <a:endParaRPr lang="en-CA" dirty="0">
              <a:solidFill>
                <a:srgbClr val="002060"/>
              </a:solidFill>
            </a:endParaRPr>
          </a:p>
        </p:txBody>
      </p:sp>
      <p:sp>
        <p:nvSpPr>
          <p:cNvPr id="3" name="Content Placeholder 2">
            <a:extLst>
              <a:ext uri="{FF2B5EF4-FFF2-40B4-BE49-F238E27FC236}">
                <a16:creationId xmlns:a16="http://schemas.microsoft.com/office/drawing/2014/main" id="{7494691B-6E74-71FE-D2CC-6C638C08E372}"/>
              </a:ext>
            </a:extLst>
          </p:cNvPr>
          <p:cNvSpPr>
            <a:spLocks noGrp="1"/>
          </p:cNvSpPr>
          <p:nvPr>
            <p:ph sz="half" idx="1"/>
          </p:nvPr>
        </p:nvSpPr>
        <p:spPr/>
        <p:txBody>
          <a:bodyPr>
            <a:normAutofit/>
          </a:bodyPr>
          <a:lstStyle/>
          <a:p>
            <a:r>
              <a:rPr lang="en-US" sz="1800" dirty="0"/>
              <a:t>“</a:t>
            </a:r>
            <a:r>
              <a:rPr lang="en-CA" sz="1800" dirty="0"/>
              <a:t>Nurses also </a:t>
            </a:r>
            <a:r>
              <a:rPr lang="en-CA" sz="1800" b="1" dirty="0">
                <a:solidFill>
                  <a:srgbClr val="7030A0"/>
                </a:solidFill>
              </a:rPr>
              <a:t>have</a:t>
            </a:r>
            <a:r>
              <a:rPr lang="en-CA" sz="1800" dirty="0"/>
              <a:t> a </a:t>
            </a:r>
            <a:r>
              <a:rPr lang="en-CA" sz="1800" b="1" dirty="0">
                <a:solidFill>
                  <a:srgbClr val="0070C0"/>
                </a:solidFill>
              </a:rPr>
              <a:t>work schedule </a:t>
            </a:r>
            <a:r>
              <a:rPr lang="en-CA" sz="1800" dirty="0"/>
              <a:t>that indicates the </a:t>
            </a:r>
            <a:r>
              <a:rPr lang="en-CA" sz="1800" b="1" dirty="0">
                <a:solidFill>
                  <a:schemeClr val="accent3"/>
                </a:solidFill>
              </a:rPr>
              <a:t>date of their shift</a:t>
            </a:r>
            <a:r>
              <a:rPr lang="en-CA" sz="1800" dirty="0"/>
              <a:t>, the </a:t>
            </a:r>
            <a:r>
              <a:rPr lang="en-CA" sz="1800" b="1" dirty="0">
                <a:solidFill>
                  <a:srgbClr val="C00000"/>
                </a:solidFill>
              </a:rPr>
              <a:t>start time </a:t>
            </a:r>
            <a:r>
              <a:rPr lang="en-CA" sz="1800" dirty="0"/>
              <a:t>and the </a:t>
            </a:r>
            <a:r>
              <a:rPr lang="en-CA" sz="1800" b="1" dirty="0">
                <a:solidFill>
                  <a:srgbClr val="C00000"/>
                </a:solidFill>
              </a:rPr>
              <a:t>end time</a:t>
            </a:r>
            <a:r>
              <a:rPr lang="en-CA" sz="1800" dirty="0"/>
              <a:t>.”</a:t>
            </a:r>
          </a:p>
          <a:p>
            <a:r>
              <a:rPr lang="en-CA" sz="1800" dirty="0"/>
              <a:t>What we decided:</a:t>
            </a:r>
          </a:p>
          <a:p>
            <a:pPr lvl="1"/>
            <a:r>
              <a:rPr lang="en-CA" sz="1800" dirty="0">
                <a:solidFill>
                  <a:srgbClr val="0070C0"/>
                </a:solidFill>
              </a:rPr>
              <a:t>Nurses</a:t>
            </a:r>
            <a:r>
              <a:rPr lang="en-CA" sz="1800" dirty="0"/>
              <a:t> have a 1:N relationship with </a:t>
            </a:r>
            <a:r>
              <a:rPr lang="en-CA" sz="1800" dirty="0">
                <a:solidFill>
                  <a:srgbClr val="0070C0"/>
                </a:solidFill>
              </a:rPr>
              <a:t>shifts</a:t>
            </a:r>
            <a:r>
              <a:rPr lang="en-CA" sz="1800" dirty="0"/>
              <a:t> as only one nurse can do a shift, but a nurse will have many shifts in his/her career</a:t>
            </a:r>
          </a:p>
        </p:txBody>
      </p:sp>
      <p:sp>
        <p:nvSpPr>
          <p:cNvPr id="6" name="Flowchart: Decision 5">
            <a:extLst>
              <a:ext uri="{FF2B5EF4-FFF2-40B4-BE49-F238E27FC236}">
                <a16:creationId xmlns:a16="http://schemas.microsoft.com/office/drawing/2014/main" id="{7715014A-9AF9-E29C-A961-FFDB295D3892}"/>
              </a:ext>
            </a:extLst>
          </p:cNvPr>
          <p:cNvSpPr/>
          <p:nvPr/>
        </p:nvSpPr>
        <p:spPr>
          <a:xfrm>
            <a:off x="8348270" y="3585958"/>
            <a:ext cx="1938528" cy="763365"/>
          </a:xfrm>
          <a:prstGeom prst="flowChartDecision">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7030A0"/>
                </a:solidFill>
              </a:rPr>
              <a:t>Related To</a:t>
            </a:r>
          </a:p>
        </p:txBody>
      </p:sp>
      <p:sp>
        <p:nvSpPr>
          <p:cNvPr id="7" name="Rectangle 6">
            <a:extLst>
              <a:ext uri="{FF2B5EF4-FFF2-40B4-BE49-F238E27FC236}">
                <a16:creationId xmlns:a16="http://schemas.microsoft.com/office/drawing/2014/main" id="{63B9965F-23F1-5C41-8506-F1AC48C677AF}"/>
              </a:ext>
            </a:extLst>
          </p:cNvPr>
          <p:cNvSpPr/>
          <p:nvPr/>
        </p:nvSpPr>
        <p:spPr>
          <a:xfrm>
            <a:off x="8636306" y="4634802"/>
            <a:ext cx="1362456" cy="502920"/>
          </a:xfrm>
          <a:prstGeom prst="rect">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Shift</a:t>
            </a:r>
          </a:p>
        </p:txBody>
      </p:sp>
      <p:sp>
        <p:nvSpPr>
          <p:cNvPr id="8" name="Oval 7">
            <a:extLst>
              <a:ext uri="{FF2B5EF4-FFF2-40B4-BE49-F238E27FC236}">
                <a16:creationId xmlns:a16="http://schemas.microsoft.com/office/drawing/2014/main" id="{AB96B756-1B26-632C-4194-CB2C6374408C}"/>
              </a:ext>
            </a:extLst>
          </p:cNvPr>
          <p:cNvSpPr/>
          <p:nvPr/>
        </p:nvSpPr>
        <p:spPr>
          <a:xfrm>
            <a:off x="10493862" y="4570794"/>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End</a:t>
            </a:r>
          </a:p>
        </p:txBody>
      </p:sp>
      <p:sp>
        <p:nvSpPr>
          <p:cNvPr id="9" name="Oval 8">
            <a:extLst>
              <a:ext uri="{FF2B5EF4-FFF2-40B4-BE49-F238E27FC236}">
                <a16:creationId xmlns:a16="http://schemas.microsoft.com/office/drawing/2014/main" id="{1CCD82E3-1AC2-4022-30E7-EDFF3A47B473}"/>
              </a:ext>
            </a:extLst>
          </p:cNvPr>
          <p:cNvSpPr/>
          <p:nvPr/>
        </p:nvSpPr>
        <p:spPr>
          <a:xfrm>
            <a:off x="6764071" y="4570794"/>
            <a:ext cx="1463041"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Start</a:t>
            </a:r>
          </a:p>
        </p:txBody>
      </p:sp>
      <p:cxnSp>
        <p:nvCxnSpPr>
          <p:cNvPr id="10" name="Straight Connector 9">
            <a:extLst>
              <a:ext uri="{FF2B5EF4-FFF2-40B4-BE49-F238E27FC236}">
                <a16:creationId xmlns:a16="http://schemas.microsoft.com/office/drawing/2014/main" id="{22A64768-4CAC-F8AC-0509-20648ED7D015}"/>
              </a:ext>
            </a:extLst>
          </p:cNvPr>
          <p:cNvCxnSpPr>
            <a:cxnSpLocks/>
            <a:stCxn id="9" idx="6"/>
            <a:endCxn id="7" idx="1"/>
          </p:cNvCxnSpPr>
          <p:nvPr/>
        </p:nvCxnSpPr>
        <p:spPr>
          <a:xfrm>
            <a:off x="8227112" y="4886262"/>
            <a:ext cx="409194" cy="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29FB2FCA-7159-A514-07EC-D5BFF632A3F3}"/>
              </a:ext>
            </a:extLst>
          </p:cNvPr>
          <p:cNvCxnSpPr>
            <a:stCxn id="7" idx="3"/>
            <a:endCxn id="8" idx="2"/>
          </p:cNvCxnSpPr>
          <p:nvPr/>
        </p:nvCxnSpPr>
        <p:spPr>
          <a:xfrm>
            <a:off x="9998762" y="4886262"/>
            <a:ext cx="495100" cy="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41485C20-A4E1-6B9B-F3AE-6D5AF0660FF6}"/>
              </a:ext>
            </a:extLst>
          </p:cNvPr>
          <p:cNvCxnSpPr>
            <a:cxnSpLocks/>
            <a:stCxn id="6" idx="0"/>
            <a:endCxn id="16" idx="2"/>
          </p:cNvCxnSpPr>
          <p:nvPr/>
        </p:nvCxnSpPr>
        <p:spPr>
          <a:xfrm flipV="1">
            <a:off x="9317534" y="3156857"/>
            <a:ext cx="0" cy="4291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A5959FA9-0B24-B497-3D71-0B27928EB370}"/>
              </a:ext>
            </a:extLst>
          </p:cNvPr>
          <p:cNvCxnSpPr>
            <a:cxnSpLocks/>
            <a:stCxn id="6" idx="2"/>
            <a:endCxn id="7" idx="0"/>
          </p:cNvCxnSpPr>
          <p:nvPr/>
        </p:nvCxnSpPr>
        <p:spPr>
          <a:xfrm>
            <a:off x="9317534" y="4349323"/>
            <a:ext cx="0" cy="285479"/>
          </a:xfrm>
          <a:prstGeom prst="line">
            <a:avLst/>
          </a:prstGeom>
          <a:ln w="38100" cmpd="dbl"/>
        </p:spPr>
        <p:style>
          <a:lnRef idx="2">
            <a:schemeClr val="dk1"/>
          </a:lnRef>
          <a:fillRef idx="0">
            <a:schemeClr val="dk1"/>
          </a:fillRef>
          <a:effectRef idx="1">
            <a:schemeClr val="dk1"/>
          </a:effectRef>
          <a:fontRef idx="minor">
            <a:schemeClr val="tx1"/>
          </a:fontRef>
        </p:style>
      </p:cxnSp>
      <p:sp>
        <p:nvSpPr>
          <p:cNvPr id="15" name="Rectangle 14">
            <a:extLst>
              <a:ext uri="{FF2B5EF4-FFF2-40B4-BE49-F238E27FC236}">
                <a16:creationId xmlns:a16="http://schemas.microsoft.com/office/drawing/2014/main" id="{383822B8-47A3-0C22-1A48-F253A6F3F7DA}"/>
              </a:ext>
            </a:extLst>
          </p:cNvPr>
          <p:cNvSpPr/>
          <p:nvPr/>
        </p:nvSpPr>
        <p:spPr>
          <a:xfrm>
            <a:off x="6298694" y="1619230"/>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Employee</a:t>
            </a:r>
          </a:p>
        </p:txBody>
      </p:sp>
      <p:sp>
        <p:nvSpPr>
          <p:cNvPr id="16" name="Rectangle 15">
            <a:extLst>
              <a:ext uri="{FF2B5EF4-FFF2-40B4-BE49-F238E27FC236}">
                <a16:creationId xmlns:a16="http://schemas.microsoft.com/office/drawing/2014/main" id="{4D8CDD32-9C84-90AF-BC44-E32D043A7DAA}"/>
              </a:ext>
            </a:extLst>
          </p:cNvPr>
          <p:cNvSpPr/>
          <p:nvPr/>
        </p:nvSpPr>
        <p:spPr>
          <a:xfrm>
            <a:off x="8636306" y="2653937"/>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Nurse</a:t>
            </a:r>
          </a:p>
        </p:txBody>
      </p:sp>
      <p:sp>
        <p:nvSpPr>
          <p:cNvPr id="17" name="Oval 16">
            <a:extLst>
              <a:ext uri="{FF2B5EF4-FFF2-40B4-BE49-F238E27FC236}">
                <a16:creationId xmlns:a16="http://schemas.microsoft.com/office/drawing/2014/main" id="{1DC98CBC-27ED-97C4-7099-0CA04B6CEDB7}"/>
              </a:ext>
            </a:extLst>
          </p:cNvPr>
          <p:cNvSpPr/>
          <p:nvPr/>
        </p:nvSpPr>
        <p:spPr>
          <a:xfrm>
            <a:off x="6889922" y="2320918"/>
            <a:ext cx="180000" cy="180000"/>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cxnSp>
        <p:nvCxnSpPr>
          <p:cNvPr id="18" name="Straight Connector 17">
            <a:extLst>
              <a:ext uri="{FF2B5EF4-FFF2-40B4-BE49-F238E27FC236}">
                <a16:creationId xmlns:a16="http://schemas.microsoft.com/office/drawing/2014/main" id="{BD0BF116-90A0-3717-41C4-782C489207F4}"/>
              </a:ext>
            </a:extLst>
          </p:cNvPr>
          <p:cNvCxnSpPr>
            <a:stCxn id="15" idx="2"/>
            <a:endCxn id="17" idx="0"/>
          </p:cNvCxnSpPr>
          <p:nvPr/>
        </p:nvCxnSpPr>
        <p:spPr>
          <a:xfrm>
            <a:off x="6979922" y="2122150"/>
            <a:ext cx="0" cy="198768"/>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9" name="Connector: Elbow 18">
            <a:extLst>
              <a:ext uri="{FF2B5EF4-FFF2-40B4-BE49-F238E27FC236}">
                <a16:creationId xmlns:a16="http://schemas.microsoft.com/office/drawing/2014/main" id="{CA2C3715-735D-BB2D-958A-AD45A56B58F3}"/>
              </a:ext>
            </a:extLst>
          </p:cNvPr>
          <p:cNvCxnSpPr>
            <a:stCxn id="17" idx="6"/>
            <a:endCxn id="16" idx="0"/>
          </p:cNvCxnSpPr>
          <p:nvPr/>
        </p:nvCxnSpPr>
        <p:spPr>
          <a:xfrm>
            <a:off x="7069922" y="2410918"/>
            <a:ext cx="2247612" cy="243019"/>
          </a:xfrm>
          <a:prstGeom prst="bentConnector2">
            <a:avLst/>
          </a:prstGeom>
          <a:ln w="38100" cmpd="dbl"/>
        </p:spPr>
        <p:style>
          <a:lnRef idx="2">
            <a:schemeClr val="dk1"/>
          </a:lnRef>
          <a:fillRef idx="0">
            <a:schemeClr val="dk1"/>
          </a:fillRef>
          <a:effectRef idx="1">
            <a:schemeClr val="dk1"/>
          </a:effectRef>
          <a:fontRef idx="minor">
            <a:schemeClr val="tx1"/>
          </a:fontRef>
        </p:style>
      </p:cxnSp>
      <p:sp>
        <p:nvSpPr>
          <p:cNvPr id="20" name="Block Arc 19">
            <a:extLst>
              <a:ext uri="{FF2B5EF4-FFF2-40B4-BE49-F238E27FC236}">
                <a16:creationId xmlns:a16="http://schemas.microsoft.com/office/drawing/2014/main" id="{93B19788-9ED6-D759-DC5C-490F3512FF21}"/>
              </a:ext>
            </a:extLst>
          </p:cNvPr>
          <p:cNvSpPr/>
          <p:nvPr/>
        </p:nvSpPr>
        <p:spPr>
          <a:xfrm rot="16200000" flipV="1">
            <a:off x="7369728" y="2230917"/>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49" name="Oval 48">
            <a:extLst>
              <a:ext uri="{FF2B5EF4-FFF2-40B4-BE49-F238E27FC236}">
                <a16:creationId xmlns:a16="http://schemas.microsoft.com/office/drawing/2014/main" id="{5FAFA76E-636E-F067-541E-E1CF75C1A24C}"/>
              </a:ext>
            </a:extLst>
          </p:cNvPr>
          <p:cNvSpPr/>
          <p:nvPr/>
        </p:nvSpPr>
        <p:spPr>
          <a:xfrm>
            <a:off x="10493862" y="2598420"/>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rgbClr val="C00000"/>
                </a:solidFill>
              </a:rPr>
              <a:t>Rank</a:t>
            </a:r>
          </a:p>
        </p:txBody>
      </p:sp>
      <p:sp>
        <p:nvSpPr>
          <p:cNvPr id="50" name="Oval 49">
            <a:extLst>
              <a:ext uri="{FF2B5EF4-FFF2-40B4-BE49-F238E27FC236}">
                <a16:creationId xmlns:a16="http://schemas.microsoft.com/office/drawing/2014/main" id="{997D9A3C-BE71-659E-EEC3-FC234736F4EE}"/>
              </a:ext>
            </a:extLst>
          </p:cNvPr>
          <p:cNvSpPr/>
          <p:nvPr/>
        </p:nvSpPr>
        <p:spPr>
          <a:xfrm>
            <a:off x="8586014" y="5507019"/>
            <a:ext cx="1463040"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noProof="0" dirty="0">
                <a:solidFill>
                  <a:srgbClr val="C00000"/>
                </a:solidFill>
              </a:rPr>
              <a:t>Date</a:t>
            </a:r>
            <a:endParaRPr lang="en-CA" u="sng" noProof="0" dirty="0">
              <a:solidFill>
                <a:srgbClr val="C00000"/>
              </a:solidFill>
            </a:endParaRPr>
          </a:p>
        </p:txBody>
      </p:sp>
      <p:cxnSp>
        <p:nvCxnSpPr>
          <p:cNvPr id="52" name="Straight Connector 51">
            <a:extLst>
              <a:ext uri="{FF2B5EF4-FFF2-40B4-BE49-F238E27FC236}">
                <a16:creationId xmlns:a16="http://schemas.microsoft.com/office/drawing/2014/main" id="{E354E7AB-2E0A-C331-9C2D-0078A04B9E05}"/>
              </a:ext>
            </a:extLst>
          </p:cNvPr>
          <p:cNvCxnSpPr>
            <a:stCxn id="7" idx="2"/>
            <a:endCxn id="50" idx="0"/>
          </p:cNvCxnSpPr>
          <p:nvPr/>
        </p:nvCxnSpPr>
        <p:spPr>
          <a:xfrm>
            <a:off x="9317534" y="5137722"/>
            <a:ext cx="0" cy="369297"/>
          </a:xfrm>
          <a:prstGeom prst="line">
            <a:avLst/>
          </a:prstGeom>
        </p:spPr>
        <p:style>
          <a:lnRef idx="2">
            <a:schemeClr val="dk1"/>
          </a:lnRef>
          <a:fillRef idx="0">
            <a:schemeClr val="dk1"/>
          </a:fillRef>
          <a:effectRef idx="1">
            <a:schemeClr val="dk1"/>
          </a:effectRef>
          <a:fontRef idx="minor">
            <a:schemeClr val="tx1"/>
          </a:fontRef>
        </p:style>
      </p:cxnSp>
      <p:cxnSp>
        <p:nvCxnSpPr>
          <p:cNvPr id="54" name="Straight Connector 53">
            <a:extLst>
              <a:ext uri="{FF2B5EF4-FFF2-40B4-BE49-F238E27FC236}">
                <a16:creationId xmlns:a16="http://schemas.microsoft.com/office/drawing/2014/main" id="{CAD8232E-75EA-62E6-50E8-3646635B35AA}"/>
              </a:ext>
            </a:extLst>
          </p:cNvPr>
          <p:cNvCxnSpPr>
            <a:stCxn id="16" idx="3"/>
            <a:endCxn id="49" idx="2"/>
          </p:cNvCxnSpPr>
          <p:nvPr/>
        </p:nvCxnSpPr>
        <p:spPr>
          <a:xfrm>
            <a:off x="9998762" y="2905397"/>
            <a:ext cx="495100" cy="8491"/>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88A9FE93-D5E8-0DDB-8459-DFC316C4BA79}"/>
              </a:ext>
            </a:extLst>
          </p:cNvPr>
          <p:cNvSpPr txBox="1"/>
          <p:nvPr/>
        </p:nvSpPr>
        <p:spPr>
          <a:xfrm>
            <a:off x="6019800" y="1240562"/>
            <a:ext cx="2477255" cy="369332"/>
          </a:xfrm>
          <a:prstGeom prst="rect">
            <a:avLst/>
          </a:prstGeom>
          <a:noFill/>
        </p:spPr>
        <p:txBody>
          <a:bodyPr wrap="square" rtlCol="0">
            <a:spAutoFit/>
          </a:bodyPr>
          <a:lstStyle/>
          <a:p>
            <a:r>
              <a:rPr lang="en-CA" noProof="0" dirty="0"/>
              <a:t>… (</a:t>
            </a:r>
            <a:r>
              <a:rPr lang="en-CA" sz="1200" noProof="0" dirty="0"/>
              <a:t>See Diagram for Employee</a:t>
            </a:r>
            <a:r>
              <a:rPr lang="en-CA" noProof="0" dirty="0"/>
              <a:t>)</a:t>
            </a:r>
          </a:p>
        </p:txBody>
      </p:sp>
      <p:sp>
        <p:nvSpPr>
          <p:cNvPr id="14" name="TextBox 13">
            <a:extLst>
              <a:ext uri="{FF2B5EF4-FFF2-40B4-BE49-F238E27FC236}">
                <a16:creationId xmlns:a16="http://schemas.microsoft.com/office/drawing/2014/main" id="{0AB6848D-7721-582F-17EA-F566BDB46E46}"/>
              </a:ext>
            </a:extLst>
          </p:cNvPr>
          <p:cNvSpPr txBox="1"/>
          <p:nvPr/>
        </p:nvSpPr>
        <p:spPr>
          <a:xfrm>
            <a:off x="6019799" y="2594983"/>
            <a:ext cx="2477255" cy="369332"/>
          </a:xfrm>
          <a:prstGeom prst="rect">
            <a:avLst/>
          </a:prstGeom>
          <a:noFill/>
        </p:spPr>
        <p:txBody>
          <a:bodyPr wrap="square" rtlCol="0">
            <a:spAutoFit/>
          </a:bodyPr>
          <a:lstStyle/>
          <a:p>
            <a:r>
              <a:rPr lang="en-CA" noProof="0" dirty="0"/>
              <a:t>… (</a:t>
            </a:r>
            <a:r>
              <a:rPr lang="en-CA" sz="1200" noProof="0" dirty="0"/>
              <a:t>See Diagram for Employee</a:t>
            </a:r>
            <a:r>
              <a:rPr lang="en-CA" noProof="0" dirty="0"/>
              <a:t>)</a:t>
            </a:r>
          </a:p>
        </p:txBody>
      </p:sp>
      <p:sp>
        <p:nvSpPr>
          <p:cNvPr id="21" name="TextBox 20">
            <a:extLst>
              <a:ext uri="{FF2B5EF4-FFF2-40B4-BE49-F238E27FC236}">
                <a16:creationId xmlns:a16="http://schemas.microsoft.com/office/drawing/2014/main" id="{2410F7AB-3967-5313-065F-60866F201BBE}"/>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26 of 30</a:t>
            </a:r>
          </a:p>
          <a:p>
            <a:pPr algn="r"/>
            <a:r>
              <a:rPr lang="en-CA" noProof="0" dirty="0">
                <a:solidFill>
                  <a:srgbClr val="002060"/>
                </a:solidFill>
              </a:rPr>
              <a:t>19 January 2026</a:t>
            </a:r>
          </a:p>
        </p:txBody>
      </p:sp>
    </p:spTree>
    <p:extLst>
      <p:ext uri="{BB962C8B-B14F-4D97-AF65-F5344CB8AC3E}">
        <p14:creationId xmlns:p14="http://schemas.microsoft.com/office/powerpoint/2010/main" val="118656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1D6BB-607E-0153-1F5F-05E63484CBBB}"/>
              </a:ext>
            </a:extLst>
          </p:cNvPr>
          <p:cNvSpPr>
            <a:spLocks noGrp="1"/>
          </p:cNvSpPr>
          <p:nvPr>
            <p:ph type="title"/>
          </p:nvPr>
        </p:nvSpPr>
        <p:spPr/>
        <p:txBody>
          <a:bodyPr/>
          <a:lstStyle/>
          <a:p>
            <a:r>
              <a:rPr lang="en-US" dirty="0">
                <a:solidFill>
                  <a:srgbClr val="002060"/>
                </a:solidFill>
              </a:rPr>
              <a:t>DRAWING ASSISTANTS (1/2)</a:t>
            </a:r>
            <a:endParaRPr lang="en-CA" dirty="0">
              <a:solidFill>
                <a:srgbClr val="002060"/>
              </a:solidFill>
            </a:endParaRPr>
          </a:p>
        </p:txBody>
      </p:sp>
      <p:sp>
        <p:nvSpPr>
          <p:cNvPr id="3" name="Content Placeholder 2">
            <a:extLst>
              <a:ext uri="{FF2B5EF4-FFF2-40B4-BE49-F238E27FC236}">
                <a16:creationId xmlns:a16="http://schemas.microsoft.com/office/drawing/2014/main" id="{32485BD2-DCB8-56CD-97EC-7F27CB295CA9}"/>
              </a:ext>
            </a:extLst>
          </p:cNvPr>
          <p:cNvSpPr>
            <a:spLocks noGrp="1"/>
          </p:cNvSpPr>
          <p:nvPr>
            <p:ph sz="half" idx="1"/>
          </p:nvPr>
        </p:nvSpPr>
        <p:spPr>
          <a:xfrm>
            <a:off x="838200" y="1825625"/>
            <a:ext cx="10784812" cy="4351338"/>
          </a:xfrm>
        </p:spPr>
        <p:txBody>
          <a:bodyPr>
            <a:normAutofit/>
          </a:bodyPr>
          <a:lstStyle/>
          <a:p>
            <a:r>
              <a:rPr lang="en-CA" sz="1800" dirty="0"/>
              <a:t>“Eldercare has a staff of ‘</a:t>
            </a:r>
            <a:r>
              <a:rPr lang="en-CA" sz="1800" b="1" dirty="0">
                <a:solidFill>
                  <a:srgbClr val="0070C0"/>
                </a:solidFill>
              </a:rPr>
              <a:t>helpers</a:t>
            </a:r>
            <a:r>
              <a:rPr lang="en-CA" sz="1800" dirty="0"/>
              <a:t>’ and each has an </a:t>
            </a:r>
            <a:r>
              <a:rPr lang="en-CA" sz="1800" b="1" dirty="0">
                <a:solidFill>
                  <a:schemeClr val="accent3"/>
                </a:solidFill>
              </a:rPr>
              <a:t>employee ID</a:t>
            </a:r>
            <a:r>
              <a:rPr lang="en-CA" sz="1800" dirty="0"/>
              <a:t>, a </a:t>
            </a:r>
            <a:r>
              <a:rPr lang="en-CA" sz="1800" b="1" dirty="0">
                <a:solidFill>
                  <a:srgbClr val="C00000"/>
                </a:solidFill>
              </a:rPr>
              <a:t>name</a:t>
            </a:r>
            <a:r>
              <a:rPr lang="en-CA" sz="1800" dirty="0"/>
              <a:t> and an </a:t>
            </a:r>
            <a:r>
              <a:rPr lang="en-CA" sz="1800" b="1" dirty="0">
                <a:solidFill>
                  <a:srgbClr val="C00000"/>
                </a:solidFill>
              </a:rPr>
              <a:t>address</a:t>
            </a:r>
            <a:r>
              <a:rPr lang="en-CA" sz="1800" dirty="0"/>
              <a:t>.  We'd also like to keep track </a:t>
            </a:r>
            <a:r>
              <a:rPr lang="en-CA" sz="1800" b="1" dirty="0">
                <a:solidFill>
                  <a:srgbClr val="C00000"/>
                </a:solidFill>
              </a:rPr>
              <a:t>of how long the helper has been working </a:t>
            </a:r>
            <a:r>
              <a:rPr lang="en-CA" sz="1800" dirty="0"/>
              <a:t>at Eldercare.”</a:t>
            </a:r>
          </a:p>
          <a:p>
            <a:r>
              <a:rPr lang="en-CA" sz="1800" dirty="0"/>
              <a:t>We already addressed </a:t>
            </a:r>
            <a:r>
              <a:rPr lang="en-CA" sz="1800" dirty="0">
                <a:solidFill>
                  <a:schemeClr val="accent3"/>
                </a:solidFill>
              </a:rPr>
              <a:t>Employee ID</a:t>
            </a:r>
            <a:r>
              <a:rPr lang="en-CA" sz="1800" dirty="0"/>
              <a:t>, </a:t>
            </a:r>
            <a:r>
              <a:rPr lang="en-CA" sz="1800" dirty="0">
                <a:solidFill>
                  <a:srgbClr val="C00000"/>
                </a:solidFill>
              </a:rPr>
              <a:t>Name</a:t>
            </a:r>
            <a:r>
              <a:rPr lang="en-CA" sz="1800" dirty="0"/>
              <a:t>, and </a:t>
            </a:r>
            <a:r>
              <a:rPr lang="en-CA" sz="1800" dirty="0">
                <a:solidFill>
                  <a:srgbClr val="C00000"/>
                </a:solidFill>
              </a:rPr>
              <a:t>Address</a:t>
            </a:r>
            <a:r>
              <a:rPr lang="en-CA" sz="1800" dirty="0"/>
              <a:t> in the superclass of </a:t>
            </a:r>
            <a:r>
              <a:rPr lang="en-CA" sz="1800" dirty="0">
                <a:solidFill>
                  <a:srgbClr val="0070C0"/>
                </a:solidFill>
              </a:rPr>
              <a:t>Employee</a:t>
            </a:r>
          </a:p>
          <a:p>
            <a:pPr lvl="1"/>
            <a:r>
              <a:rPr lang="en-CA" sz="1800" dirty="0"/>
              <a:t>So we just need to address attributes and relations that are specific to </a:t>
            </a:r>
            <a:r>
              <a:rPr lang="en-CA" sz="1800" dirty="0">
                <a:solidFill>
                  <a:srgbClr val="0070C0"/>
                </a:solidFill>
              </a:rPr>
              <a:t>Assistants</a:t>
            </a:r>
          </a:p>
          <a:p>
            <a:r>
              <a:rPr lang="en-CA" sz="1800" dirty="0"/>
              <a:t>What we decided:</a:t>
            </a:r>
          </a:p>
          <a:p>
            <a:pPr lvl="1"/>
            <a:r>
              <a:rPr lang="en-CA" sz="1800" dirty="0"/>
              <a:t>Instead of storing the </a:t>
            </a:r>
            <a:r>
              <a:rPr lang="en-CA" sz="1800" dirty="0">
                <a:solidFill>
                  <a:srgbClr val="C00000"/>
                </a:solidFill>
              </a:rPr>
              <a:t>Seniority</a:t>
            </a:r>
            <a:r>
              <a:rPr lang="en-CA" sz="1800" dirty="0"/>
              <a:t> (i.e. “how long the helper has been working”) of </a:t>
            </a:r>
            <a:r>
              <a:rPr lang="en-CA" sz="1800" dirty="0">
                <a:solidFill>
                  <a:srgbClr val="0070C0"/>
                </a:solidFill>
              </a:rPr>
              <a:t>Assistants</a:t>
            </a:r>
            <a:r>
              <a:rPr lang="en-CA" sz="1800" dirty="0"/>
              <a:t>, we store their </a:t>
            </a:r>
            <a:r>
              <a:rPr lang="en-CA" sz="1800" i="1" dirty="0">
                <a:solidFill>
                  <a:srgbClr val="C00000"/>
                </a:solidFill>
              </a:rPr>
              <a:t>Hire Date </a:t>
            </a:r>
            <a:r>
              <a:rPr lang="en-CA" sz="1800" dirty="0"/>
              <a:t>and calculate from there</a:t>
            </a:r>
          </a:p>
        </p:txBody>
      </p:sp>
      <p:sp>
        <p:nvSpPr>
          <p:cNvPr id="6" name="Rectangle 5">
            <a:extLst>
              <a:ext uri="{FF2B5EF4-FFF2-40B4-BE49-F238E27FC236}">
                <a16:creationId xmlns:a16="http://schemas.microsoft.com/office/drawing/2014/main" id="{06E67F4B-79E4-DC22-EBA4-37CFD31AE566}"/>
              </a:ext>
            </a:extLst>
          </p:cNvPr>
          <p:cNvSpPr/>
          <p:nvPr/>
        </p:nvSpPr>
        <p:spPr>
          <a:xfrm>
            <a:off x="5703530" y="4303089"/>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Employee</a:t>
            </a:r>
          </a:p>
        </p:txBody>
      </p:sp>
      <p:sp>
        <p:nvSpPr>
          <p:cNvPr id="7" name="Rectangle 6">
            <a:extLst>
              <a:ext uri="{FF2B5EF4-FFF2-40B4-BE49-F238E27FC236}">
                <a16:creationId xmlns:a16="http://schemas.microsoft.com/office/drawing/2014/main" id="{5F8FC90F-A660-F0E7-AC90-AE94C3995186}"/>
              </a:ext>
            </a:extLst>
          </p:cNvPr>
          <p:cNvSpPr/>
          <p:nvPr/>
        </p:nvSpPr>
        <p:spPr>
          <a:xfrm>
            <a:off x="5703530" y="5628652"/>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Assistant</a:t>
            </a:r>
          </a:p>
        </p:txBody>
      </p:sp>
      <p:sp>
        <p:nvSpPr>
          <p:cNvPr id="8" name="Oval 7">
            <a:extLst>
              <a:ext uri="{FF2B5EF4-FFF2-40B4-BE49-F238E27FC236}">
                <a16:creationId xmlns:a16="http://schemas.microsoft.com/office/drawing/2014/main" id="{DCA67451-34F1-BD8A-1B21-88D4D00F5032}"/>
              </a:ext>
            </a:extLst>
          </p:cNvPr>
          <p:cNvSpPr/>
          <p:nvPr/>
        </p:nvSpPr>
        <p:spPr>
          <a:xfrm>
            <a:off x="6294758" y="4971892"/>
            <a:ext cx="180000" cy="180000"/>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cxnSp>
        <p:nvCxnSpPr>
          <p:cNvPr id="9" name="Straight Connector 8">
            <a:extLst>
              <a:ext uri="{FF2B5EF4-FFF2-40B4-BE49-F238E27FC236}">
                <a16:creationId xmlns:a16="http://schemas.microsoft.com/office/drawing/2014/main" id="{8A4CD8B2-CD4A-1B86-3145-B1E7C161A9A4}"/>
              </a:ext>
            </a:extLst>
          </p:cNvPr>
          <p:cNvCxnSpPr>
            <a:stCxn id="6" idx="2"/>
            <a:endCxn id="8" idx="0"/>
          </p:cNvCxnSpPr>
          <p:nvPr/>
        </p:nvCxnSpPr>
        <p:spPr>
          <a:xfrm>
            <a:off x="6384758" y="4806009"/>
            <a:ext cx="0" cy="165883"/>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11017DBF-F331-22E9-9641-60C891093EED}"/>
              </a:ext>
            </a:extLst>
          </p:cNvPr>
          <p:cNvCxnSpPr>
            <a:stCxn id="8" idx="4"/>
            <a:endCxn id="7" idx="0"/>
          </p:cNvCxnSpPr>
          <p:nvPr/>
        </p:nvCxnSpPr>
        <p:spPr>
          <a:xfrm>
            <a:off x="6384758" y="5151892"/>
            <a:ext cx="0" cy="476760"/>
          </a:xfrm>
          <a:prstGeom prst="line">
            <a:avLst/>
          </a:prstGeom>
          <a:ln w="38100" cmpd="dbl"/>
        </p:spPr>
        <p:style>
          <a:lnRef idx="2">
            <a:schemeClr val="dk1"/>
          </a:lnRef>
          <a:fillRef idx="0">
            <a:schemeClr val="dk1"/>
          </a:fillRef>
          <a:effectRef idx="1">
            <a:schemeClr val="dk1"/>
          </a:effectRef>
          <a:fontRef idx="minor">
            <a:schemeClr val="tx1"/>
          </a:fontRef>
        </p:style>
      </p:cxnSp>
      <p:sp>
        <p:nvSpPr>
          <p:cNvPr id="11" name="Block Arc 10">
            <a:extLst>
              <a:ext uri="{FF2B5EF4-FFF2-40B4-BE49-F238E27FC236}">
                <a16:creationId xmlns:a16="http://schemas.microsoft.com/office/drawing/2014/main" id="{DB7487CD-BE64-C3AA-2407-57E7A9A7717E}"/>
              </a:ext>
            </a:extLst>
          </p:cNvPr>
          <p:cNvSpPr/>
          <p:nvPr/>
        </p:nvSpPr>
        <p:spPr>
          <a:xfrm flipV="1">
            <a:off x="6204758" y="5151892"/>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27" name="Oval 26">
            <a:extLst>
              <a:ext uri="{FF2B5EF4-FFF2-40B4-BE49-F238E27FC236}">
                <a16:creationId xmlns:a16="http://schemas.microsoft.com/office/drawing/2014/main" id="{9AD1740E-54C4-7C0D-351C-B83465A514CA}"/>
              </a:ext>
            </a:extLst>
          </p:cNvPr>
          <p:cNvSpPr/>
          <p:nvPr/>
        </p:nvSpPr>
        <p:spPr>
          <a:xfrm>
            <a:off x="7558213" y="5546027"/>
            <a:ext cx="1562976" cy="630936"/>
          </a:xfrm>
          <a:prstGeom prst="ellipse">
            <a:avLst/>
          </a:prstGeom>
          <a:solidFill>
            <a:schemeClr val="bg1"/>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Seniority</a:t>
            </a:r>
          </a:p>
        </p:txBody>
      </p:sp>
      <p:sp>
        <p:nvSpPr>
          <p:cNvPr id="28" name="Oval 27">
            <a:extLst>
              <a:ext uri="{FF2B5EF4-FFF2-40B4-BE49-F238E27FC236}">
                <a16:creationId xmlns:a16="http://schemas.microsoft.com/office/drawing/2014/main" id="{4EC15955-F025-EBB9-F057-699398F6D3AF}"/>
              </a:ext>
            </a:extLst>
          </p:cNvPr>
          <p:cNvSpPr/>
          <p:nvPr/>
        </p:nvSpPr>
        <p:spPr>
          <a:xfrm>
            <a:off x="3828422" y="5546027"/>
            <a:ext cx="1463041"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Start Date</a:t>
            </a:r>
          </a:p>
        </p:txBody>
      </p:sp>
      <p:cxnSp>
        <p:nvCxnSpPr>
          <p:cNvPr id="29" name="Straight Connector 28">
            <a:extLst>
              <a:ext uri="{FF2B5EF4-FFF2-40B4-BE49-F238E27FC236}">
                <a16:creationId xmlns:a16="http://schemas.microsoft.com/office/drawing/2014/main" id="{B3C299D3-946F-2206-7963-72828FE41F0A}"/>
              </a:ext>
            </a:extLst>
          </p:cNvPr>
          <p:cNvCxnSpPr>
            <a:cxnSpLocks/>
            <a:stCxn id="28" idx="6"/>
          </p:cNvCxnSpPr>
          <p:nvPr/>
        </p:nvCxnSpPr>
        <p:spPr>
          <a:xfrm>
            <a:off x="5291463" y="5861495"/>
            <a:ext cx="409194"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DB4507B2-7EE7-B7EB-D7D5-339B7608B410}"/>
              </a:ext>
            </a:extLst>
          </p:cNvPr>
          <p:cNvCxnSpPr>
            <a:cxnSpLocks/>
            <a:endCxn id="27" idx="2"/>
          </p:cNvCxnSpPr>
          <p:nvPr/>
        </p:nvCxnSpPr>
        <p:spPr>
          <a:xfrm>
            <a:off x="7063113" y="5861495"/>
            <a:ext cx="495100" cy="0"/>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D29E7AFC-340D-2251-FB11-51F1EE575E93}"/>
              </a:ext>
            </a:extLst>
          </p:cNvPr>
          <p:cNvSpPr txBox="1"/>
          <p:nvPr/>
        </p:nvSpPr>
        <p:spPr>
          <a:xfrm>
            <a:off x="7094134" y="4387049"/>
            <a:ext cx="2477255" cy="369332"/>
          </a:xfrm>
          <a:prstGeom prst="rect">
            <a:avLst/>
          </a:prstGeom>
          <a:noFill/>
        </p:spPr>
        <p:txBody>
          <a:bodyPr wrap="square" rtlCol="0">
            <a:spAutoFit/>
          </a:bodyPr>
          <a:lstStyle/>
          <a:p>
            <a:r>
              <a:rPr lang="en-CA" noProof="0" dirty="0"/>
              <a:t>… (</a:t>
            </a:r>
            <a:r>
              <a:rPr lang="en-CA" sz="1200" noProof="0" dirty="0"/>
              <a:t>See Diagram for Employee</a:t>
            </a:r>
            <a:r>
              <a:rPr lang="en-CA" noProof="0" dirty="0"/>
              <a:t>)</a:t>
            </a:r>
          </a:p>
        </p:txBody>
      </p:sp>
      <p:sp>
        <p:nvSpPr>
          <p:cNvPr id="12" name="TextBox 11">
            <a:extLst>
              <a:ext uri="{FF2B5EF4-FFF2-40B4-BE49-F238E27FC236}">
                <a16:creationId xmlns:a16="http://schemas.microsoft.com/office/drawing/2014/main" id="{21BAC656-88FC-19CC-32EB-491B1B219162}"/>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27 of 30</a:t>
            </a:r>
          </a:p>
          <a:p>
            <a:pPr algn="r"/>
            <a:r>
              <a:rPr lang="en-CA" noProof="0" dirty="0">
                <a:solidFill>
                  <a:srgbClr val="002060"/>
                </a:solidFill>
              </a:rPr>
              <a:t>19 January 2026</a:t>
            </a:r>
          </a:p>
        </p:txBody>
      </p:sp>
    </p:spTree>
    <p:extLst>
      <p:ext uri="{BB962C8B-B14F-4D97-AF65-F5344CB8AC3E}">
        <p14:creationId xmlns:p14="http://schemas.microsoft.com/office/powerpoint/2010/main" val="1217750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E7E15-7226-AA97-2E6F-2DC483B94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6288B-8685-A7B6-BCEC-E17D6546C0AE}"/>
              </a:ext>
            </a:extLst>
          </p:cNvPr>
          <p:cNvSpPr>
            <a:spLocks noGrp="1"/>
          </p:cNvSpPr>
          <p:nvPr>
            <p:ph type="title"/>
          </p:nvPr>
        </p:nvSpPr>
        <p:spPr/>
        <p:txBody>
          <a:bodyPr/>
          <a:lstStyle/>
          <a:p>
            <a:r>
              <a:rPr lang="en-US" dirty="0">
                <a:solidFill>
                  <a:srgbClr val="002060"/>
                </a:solidFill>
              </a:rPr>
              <a:t>DRAWING ASSISTANTS (2/2)</a:t>
            </a:r>
            <a:endParaRPr lang="en-CA" dirty="0">
              <a:solidFill>
                <a:srgbClr val="002060"/>
              </a:solidFill>
            </a:endParaRPr>
          </a:p>
        </p:txBody>
      </p:sp>
      <p:sp>
        <p:nvSpPr>
          <p:cNvPr id="3" name="Content Placeholder 2">
            <a:extLst>
              <a:ext uri="{FF2B5EF4-FFF2-40B4-BE49-F238E27FC236}">
                <a16:creationId xmlns:a16="http://schemas.microsoft.com/office/drawing/2014/main" id="{B7EF0C20-36EF-0B80-6FA9-B3231832A6E5}"/>
              </a:ext>
            </a:extLst>
          </p:cNvPr>
          <p:cNvSpPr>
            <a:spLocks noGrp="1"/>
          </p:cNvSpPr>
          <p:nvPr>
            <p:ph sz="half" idx="1"/>
          </p:nvPr>
        </p:nvSpPr>
        <p:spPr>
          <a:xfrm>
            <a:off x="838200" y="1825625"/>
            <a:ext cx="10515600" cy="4351338"/>
          </a:xfrm>
        </p:spPr>
        <p:txBody>
          <a:bodyPr>
            <a:normAutofit/>
          </a:bodyPr>
          <a:lstStyle/>
          <a:p>
            <a:r>
              <a:rPr lang="en-CA" sz="1800" dirty="0"/>
              <a:t>“Helpers are </a:t>
            </a:r>
            <a:r>
              <a:rPr lang="en-CA" sz="1800" b="1" dirty="0">
                <a:solidFill>
                  <a:srgbClr val="7030A0"/>
                </a:solidFill>
              </a:rPr>
              <a:t>assigned to help specific patients and each resident is assigned exactly one helper</a:t>
            </a:r>
            <a:r>
              <a:rPr lang="en-CA" sz="1800" dirty="0"/>
              <a:t>.”</a:t>
            </a:r>
          </a:p>
          <a:p>
            <a:r>
              <a:rPr lang="en-CA" sz="1800" dirty="0"/>
              <a:t>What we decided:</a:t>
            </a:r>
          </a:p>
          <a:p>
            <a:pPr lvl="1"/>
            <a:r>
              <a:rPr lang="en-CA" sz="1800" dirty="0">
                <a:solidFill>
                  <a:srgbClr val="7030A0"/>
                </a:solidFill>
              </a:rPr>
              <a:t>Interactions</a:t>
            </a:r>
            <a:r>
              <a:rPr lang="en-CA" sz="1800" dirty="0"/>
              <a:t> between </a:t>
            </a:r>
            <a:r>
              <a:rPr lang="en-CA" sz="1800" dirty="0">
                <a:solidFill>
                  <a:srgbClr val="0070C0"/>
                </a:solidFill>
              </a:rPr>
              <a:t>Assistants</a:t>
            </a:r>
            <a:r>
              <a:rPr lang="en-CA" sz="1800" dirty="0"/>
              <a:t> and </a:t>
            </a:r>
            <a:r>
              <a:rPr lang="en-CA" sz="1800" dirty="0">
                <a:solidFill>
                  <a:srgbClr val="0070C0"/>
                </a:solidFill>
              </a:rPr>
              <a:t>Residents</a:t>
            </a:r>
            <a:r>
              <a:rPr lang="en-CA" sz="1800" dirty="0"/>
              <a:t> are a 1:N relation</a:t>
            </a:r>
          </a:p>
        </p:txBody>
      </p:sp>
      <p:sp>
        <p:nvSpPr>
          <p:cNvPr id="6" name="Rectangle 5">
            <a:extLst>
              <a:ext uri="{FF2B5EF4-FFF2-40B4-BE49-F238E27FC236}">
                <a16:creationId xmlns:a16="http://schemas.microsoft.com/office/drawing/2014/main" id="{29EB5B14-79D8-F1D3-B810-BDC9DA4E47AA}"/>
              </a:ext>
            </a:extLst>
          </p:cNvPr>
          <p:cNvSpPr/>
          <p:nvPr/>
        </p:nvSpPr>
        <p:spPr>
          <a:xfrm>
            <a:off x="6096000" y="2926080"/>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Employee</a:t>
            </a:r>
          </a:p>
        </p:txBody>
      </p:sp>
      <p:sp>
        <p:nvSpPr>
          <p:cNvPr id="7" name="Rectangle 6">
            <a:extLst>
              <a:ext uri="{FF2B5EF4-FFF2-40B4-BE49-F238E27FC236}">
                <a16:creationId xmlns:a16="http://schemas.microsoft.com/office/drawing/2014/main" id="{28572411-883B-40EF-F2DD-18EA6D28F3B9}"/>
              </a:ext>
            </a:extLst>
          </p:cNvPr>
          <p:cNvSpPr/>
          <p:nvPr/>
        </p:nvSpPr>
        <p:spPr>
          <a:xfrm>
            <a:off x="6096000" y="4251643"/>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Assistant</a:t>
            </a:r>
          </a:p>
        </p:txBody>
      </p:sp>
      <p:sp>
        <p:nvSpPr>
          <p:cNvPr id="8" name="Oval 7">
            <a:extLst>
              <a:ext uri="{FF2B5EF4-FFF2-40B4-BE49-F238E27FC236}">
                <a16:creationId xmlns:a16="http://schemas.microsoft.com/office/drawing/2014/main" id="{BAAEAE89-5EBF-1440-CF7B-222C66C3CDA2}"/>
              </a:ext>
            </a:extLst>
          </p:cNvPr>
          <p:cNvSpPr/>
          <p:nvPr/>
        </p:nvSpPr>
        <p:spPr>
          <a:xfrm>
            <a:off x="6687228" y="3594883"/>
            <a:ext cx="180000" cy="180000"/>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cxnSp>
        <p:nvCxnSpPr>
          <p:cNvPr id="9" name="Straight Connector 8">
            <a:extLst>
              <a:ext uri="{FF2B5EF4-FFF2-40B4-BE49-F238E27FC236}">
                <a16:creationId xmlns:a16="http://schemas.microsoft.com/office/drawing/2014/main" id="{35262033-9C22-6925-2A24-80E0EFB55D41}"/>
              </a:ext>
            </a:extLst>
          </p:cNvPr>
          <p:cNvCxnSpPr>
            <a:stCxn id="6" idx="2"/>
            <a:endCxn id="8" idx="0"/>
          </p:cNvCxnSpPr>
          <p:nvPr/>
        </p:nvCxnSpPr>
        <p:spPr>
          <a:xfrm>
            <a:off x="6777228" y="3429000"/>
            <a:ext cx="0" cy="165883"/>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36651D53-D146-E82F-558D-F5D6FC169200}"/>
              </a:ext>
            </a:extLst>
          </p:cNvPr>
          <p:cNvCxnSpPr>
            <a:stCxn id="8" idx="4"/>
            <a:endCxn id="7" idx="0"/>
          </p:cNvCxnSpPr>
          <p:nvPr/>
        </p:nvCxnSpPr>
        <p:spPr>
          <a:xfrm>
            <a:off x="6777228" y="3774883"/>
            <a:ext cx="0" cy="476760"/>
          </a:xfrm>
          <a:prstGeom prst="line">
            <a:avLst/>
          </a:prstGeom>
          <a:ln w="38100" cmpd="dbl"/>
        </p:spPr>
        <p:style>
          <a:lnRef idx="2">
            <a:schemeClr val="dk1"/>
          </a:lnRef>
          <a:fillRef idx="0">
            <a:schemeClr val="dk1"/>
          </a:fillRef>
          <a:effectRef idx="1">
            <a:schemeClr val="dk1"/>
          </a:effectRef>
          <a:fontRef idx="minor">
            <a:schemeClr val="tx1"/>
          </a:fontRef>
        </p:style>
      </p:cxnSp>
      <p:sp>
        <p:nvSpPr>
          <p:cNvPr id="11" name="Block Arc 10">
            <a:extLst>
              <a:ext uri="{FF2B5EF4-FFF2-40B4-BE49-F238E27FC236}">
                <a16:creationId xmlns:a16="http://schemas.microsoft.com/office/drawing/2014/main" id="{5A4135D1-FAC9-C716-0E55-A1C9228454D1}"/>
              </a:ext>
            </a:extLst>
          </p:cNvPr>
          <p:cNvSpPr/>
          <p:nvPr/>
        </p:nvSpPr>
        <p:spPr>
          <a:xfrm flipV="1">
            <a:off x="6597228" y="3774883"/>
            <a:ext cx="360000" cy="360000"/>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solidFill>
                <a:schemeClr val="tx1"/>
              </a:solidFill>
            </a:endParaRPr>
          </a:p>
        </p:txBody>
      </p:sp>
      <p:sp>
        <p:nvSpPr>
          <p:cNvPr id="16" name="Rectangle 15">
            <a:extLst>
              <a:ext uri="{FF2B5EF4-FFF2-40B4-BE49-F238E27FC236}">
                <a16:creationId xmlns:a16="http://schemas.microsoft.com/office/drawing/2014/main" id="{B5EECD8D-C502-8499-5C61-C22D351E2FDE}"/>
              </a:ext>
            </a:extLst>
          </p:cNvPr>
          <p:cNvSpPr/>
          <p:nvPr/>
        </p:nvSpPr>
        <p:spPr>
          <a:xfrm>
            <a:off x="4220891" y="6311900"/>
            <a:ext cx="1362456" cy="502920"/>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0070C0"/>
                </a:solidFill>
              </a:rPr>
              <a:t>Resident</a:t>
            </a:r>
          </a:p>
        </p:txBody>
      </p:sp>
      <p:sp>
        <p:nvSpPr>
          <p:cNvPr id="17" name="Flowchart: Decision 16">
            <a:extLst>
              <a:ext uri="{FF2B5EF4-FFF2-40B4-BE49-F238E27FC236}">
                <a16:creationId xmlns:a16="http://schemas.microsoft.com/office/drawing/2014/main" id="{BFF490A9-38AA-1588-A721-092764F20DB7}"/>
              </a:ext>
            </a:extLst>
          </p:cNvPr>
          <p:cNvSpPr/>
          <p:nvPr/>
        </p:nvSpPr>
        <p:spPr>
          <a:xfrm>
            <a:off x="5486986" y="5224504"/>
            <a:ext cx="2580483" cy="630936"/>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Interaction</a:t>
            </a:r>
            <a:endParaRPr lang="en-CA" noProof="0" dirty="0">
              <a:solidFill>
                <a:srgbClr val="7030A0"/>
              </a:solidFill>
            </a:endParaRPr>
          </a:p>
        </p:txBody>
      </p:sp>
      <p:cxnSp>
        <p:nvCxnSpPr>
          <p:cNvPr id="19" name="Straight Connector 18">
            <a:extLst>
              <a:ext uri="{FF2B5EF4-FFF2-40B4-BE49-F238E27FC236}">
                <a16:creationId xmlns:a16="http://schemas.microsoft.com/office/drawing/2014/main" id="{504A0F57-585A-66A4-2881-100B3F7E341F}"/>
              </a:ext>
            </a:extLst>
          </p:cNvPr>
          <p:cNvCxnSpPr>
            <a:cxnSpLocks/>
            <a:stCxn id="17" idx="2"/>
            <a:endCxn id="16" idx="0"/>
          </p:cNvCxnSpPr>
          <p:nvPr/>
        </p:nvCxnSpPr>
        <p:spPr>
          <a:xfrm flipH="1">
            <a:off x="4902119" y="5855440"/>
            <a:ext cx="1875109" cy="456460"/>
          </a:xfrm>
          <a:prstGeom prst="line">
            <a:avLst/>
          </a:prstGeom>
          <a:ln w="38100" cmpd="dbl"/>
        </p:spPr>
        <p:style>
          <a:lnRef idx="2">
            <a:schemeClr val="dk1"/>
          </a:lnRef>
          <a:fillRef idx="0">
            <a:schemeClr val="dk1"/>
          </a:fillRef>
          <a:effectRef idx="1">
            <a:schemeClr val="dk1"/>
          </a:effectRef>
          <a:fontRef idx="minor">
            <a:schemeClr val="tx1"/>
          </a:fontRef>
        </p:style>
      </p:cxnSp>
      <p:sp>
        <p:nvSpPr>
          <p:cNvPr id="27" name="Oval 26">
            <a:extLst>
              <a:ext uri="{FF2B5EF4-FFF2-40B4-BE49-F238E27FC236}">
                <a16:creationId xmlns:a16="http://schemas.microsoft.com/office/drawing/2014/main" id="{53DC3939-2DC1-55B5-D7E2-AE756E2C6054}"/>
              </a:ext>
            </a:extLst>
          </p:cNvPr>
          <p:cNvSpPr/>
          <p:nvPr/>
        </p:nvSpPr>
        <p:spPr>
          <a:xfrm>
            <a:off x="7950683" y="4169018"/>
            <a:ext cx="1562976" cy="630936"/>
          </a:xfrm>
          <a:prstGeom prst="ellipse">
            <a:avLst/>
          </a:prstGeom>
          <a:solidFill>
            <a:schemeClr val="bg1"/>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Seniority</a:t>
            </a:r>
          </a:p>
        </p:txBody>
      </p:sp>
      <p:sp>
        <p:nvSpPr>
          <p:cNvPr id="28" name="Oval 27">
            <a:extLst>
              <a:ext uri="{FF2B5EF4-FFF2-40B4-BE49-F238E27FC236}">
                <a16:creationId xmlns:a16="http://schemas.microsoft.com/office/drawing/2014/main" id="{C48EF878-916A-B9C2-D829-63884329B365}"/>
              </a:ext>
            </a:extLst>
          </p:cNvPr>
          <p:cNvSpPr/>
          <p:nvPr/>
        </p:nvSpPr>
        <p:spPr>
          <a:xfrm>
            <a:off x="4220892" y="4169018"/>
            <a:ext cx="1463041" cy="63093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solidFill>
                  <a:srgbClr val="C00000"/>
                </a:solidFill>
              </a:rPr>
              <a:t>Start Date</a:t>
            </a:r>
          </a:p>
        </p:txBody>
      </p:sp>
      <p:cxnSp>
        <p:nvCxnSpPr>
          <p:cNvPr id="29" name="Straight Connector 28">
            <a:extLst>
              <a:ext uri="{FF2B5EF4-FFF2-40B4-BE49-F238E27FC236}">
                <a16:creationId xmlns:a16="http://schemas.microsoft.com/office/drawing/2014/main" id="{1C821621-D03F-0B5E-24FD-DA2118AD3A31}"/>
              </a:ext>
            </a:extLst>
          </p:cNvPr>
          <p:cNvCxnSpPr>
            <a:cxnSpLocks/>
            <a:stCxn id="28" idx="6"/>
          </p:cNvCxnSpPr>
          <p:nvPr/>
        </p:nvCxnSpPr>
        <p:spPr>
          <a:xfrm>
            <a:off x="5683933" y="4484486"/>
            <a:ext cx="409194"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351E41B6-7F52-1722-8DCA-35316257B1A4}"/>
              </a:ext>
            </a:extLst>
          </p:cNvPr>
          <p:cNvCxnSpPr>
            <a:cxnSpLocks/>
            <a:endCxn id="27" idx="2"/>
          </p:cNvCxnSpPr>
          <p:nvPr/>
        </p:nvCxnSpPr>
        <p:spPr>
          <a:xfrm>
            <a:off x="7455583" y="4484486"/>
            <a:ext cx="495100" cy="0"/>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4513E0F6-6CD7-0A04-A532-1CF6AD550B55}"/>
              </a:ext>
            </a:extLst>
          </p:cNvPr>
          <p:cNvCxnSpPr>
            <a:stCxn id="17" idx="0"/>
            <a:endCxn id="7" idx="2"/>
          </p:cNvCxnSpPr>
          <p:nvPr/>
        </p:nvCxnSpPr>
        <p:spPr>
          <a:xfrm flipV="1">
            <a:off x="6777228" y="4754563"/>
            <a:ext cx="0" cy="4699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4F9AA858-9133-AE04-A8CB-9147F96370A7}"/>
              </a:ext>
            </a:extLst>
          </p:cNvPr>
          <p:cNvSpPr txBox="1"/>
          <p:nvPr/>
        </p:nvSpPr>
        <p:spPr>
          <a:xfrm>
            <a:off x="6957228" y="3556640"/>
            <a:ext cx="2477255" cy="369332"/>
          </a:xfrm>
          <a:prstGeom prst="rect">
            <a:avLst/>
          </a:prstGeom>
          <a:noFill/>
        </p:spPr>
        <p:txBody>
          <a:bodyPr wrap="square" rtlCol="0">
            <a:spAutoFit/>
          </a:bodyPr>
          <a:lstStyle/>
          <a:p>
            <a:r>
              <a:rPr lang="en-CA" noProof="0" dirty="0"/>
              <a:t>… (</a:t>
            </a:r>
            <a:r>
              <a:rPr lang="en-CA" sz="1200" noProof="0" dirty="0"/>
              <a:t>See Diagram for Employee</a:t>
            </a:r>
            <a:r>
              <a:rPr lang="en-CA" noProof="0" dirty="0"/>
              <a:t>)</a:t>
            </a:r>
          </a:p>
        </p:txBody>
      </p:sp>
      <p:sp>
        <p:nvSpPr>
          <p:cNvPr id="14" name="TextBox 13">
            <a:extLst>
              <a:ext uri="{FF2B5EF4-FFF2-40B4-BE49-F238E27FC236}">
                <a16:creationId xmlns:a16="http://schemas.microsoft.com/office/drawing/2014/main" id="{F38F02C4-E807-8D95-9B8D-FC09908A02A4}"/>
              </a:ext>
            </a:extLst>
          </p:cNvPr>
          <p:cNvSpPr txBox="1"/>
          <p:nvPr/>
        </p:nvSpPr>
        <p:spPr>
          <a:xfrm>
            <a:off x="5683933" y="6410370"/>
            <a:ext cx="2477255" cy="369332"/>
          </a:xfrm>
          <a:prstGeom prst="rect">
            <a:avLst/>
          </a:prstGeom>
          <a:noFill/>
        </p:spPr>
        <p:txBody>
          <a:bodyPr wrap="square" rtlCol="0">
            <a:spAutoFit/>
          </a:bodyPr>
          <a:lstStyle/>
          <a:p>
            <a:r>
              <a:rPr lang="en-CA" noProof="0" dirty="0"/>
              <a:t>… (</a:t>
            </a:r>
            <a:r>
              <a:rPr lang="en-CA" sz="1200" noProof="0" dirty="0"/>
              <a:t>See Diagram for Resident</a:t>
            </a:r>
            <a:r>
              <a:rPr lang="en-CA" noProof="0" dirty="0"/>
              <a:t>)</a:t>
            </a:r>
          </a:p>
        </p:txBody>
      </p:sp>
      <p:sp>
        <p:nvSpPr>
          <p:cNvPr id="4" name="TextBox 3">
            <a:extLst>
              <a:ext uri="{FF2B5EF4-FFF2-40B4-BE49-F238E27FC236}">
                <a16:creationId xmlns:a16="http://schemas.microsoft.com/office/drawing/2014/main" id="{E04FBF6C-D745-169F-A1F8-4EF230B3EFD4}"/>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28 of 30</a:t>
            </a:r>
          </a:p>
          <a:p>
            <a:pPr algn="r"/>
            <a:r>
              <a:rPr lang="en-CA" noProof="0" dirty="0">
                <a:solidFill>
                  <a:srgbClr val="002060"/>
                </a:solidFill>
              </a:rPr>
              <a:t>19 January 2026</a:t>
            </a:r>
          </a:p>
        </p:txBody>
      </p:sp>
    </p:spTree>
    <p:extLst>
      <p:ext uri="{BB962C8B-B14F-4D97-AF65-F5344CB8AC3E}">
        <p14:creationId xmlns:p14="http://schemas.microsoft.com/office/powerpoint/2010/main" val="354991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CB719-3E34-55CF-DB00-AFD2592B27D8}"/>
              </a:ext>
            </a:extLst>
          </p:cNvPr>
          <p:cNvSpPr>
            <a:spLocks noGrp="1"/>
          </p:cNvSpPr>
          <p:nvPr>
            <p:ph type="title"/>
          </p:nvPr>
        </p:nvSpPr>
        <p:spPr/>
        <p:txBody>
          <a:bodyPr/>
          <a:lstStyle/>
          <a:p>
            <a:r>
              <a:rPr lang="en-US" dirty="0">
                <a:solidFill>
                  <a:srgbClr val="002060"/>
                </a:solidFill>
              </a:rPr>
              <a:t>LET’S PUT IT ALL TOGETHER</a:t>
            </a:r>
            <a:endParaRPr lang="en-CA" dirty="0">
              <a:solidFill>
                <a:srgbClr val="002060"/>
              </a:solidFill>
            </a:endParaRPr>
          </a:p>
        </p:txBody>
      </p:sp>
      <p:sp>
        <p:nvSpPr>
          <p:cNvPr id="32" name="Rectangle 31">
            <a:extLst>
              <a:ext uri="{FF2B5EF4-FFF2-40B4-BE49-F238E27FC236}">
                <a16:creationId xmlns:a16="http://schemas.microsoft.com/office/drawing/2014/main" id="{B4BAD06E-E3A9-9C4A-BB60-20D23D6621B6}"/>
              </a:ext>
            </a:extLst>
          </p:cNvPr>
          <p:cNvSpPr/>
          <p:nvPr/>
        </p:nvSpPr>
        <p:spPr>
          <a:xfrm>
            <a:off x="2701131" y="3922892"/>
            <a:ext cx="979170" cy="350497"/>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0070C0"/>
                </a:solidFill>
              </a:rPr>
              <a:t>Resident</a:t>
            </a:r>
          </a:p>
        </p:txBody>
      </p:sp>
      <p:sp>
        <p:nvSpPr>
          <p:cNvPr id="33" name="Oval 32">
            <a:extLst>
              <a:ext uri="{FF2B5EF4-FFF2-40B4-BE49-F238E27FC236}">
                <a16:creationId xmlns:a16="http://schemas.microsoft.com/office/drawing/2014/main" id="{3630AF8C-84D9-E1F9-1F0B-C5B7A5411E16}"/>
              </a:ext>
            </a:extLst>
          </p:cNvPr>
          <p:cNvSpPr/>
          <p:nvPr/>
        </p:nvSpPr>
        <p:spPr>
          <a:xfrm>
            <a:off x="586170" y="3615433"/>
            <a:ext cx="1051458" cy="439714"/>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u="sng" noProof="0" dirty="0">
                <a:solidFill>
                  <a:srgbClr val="C00000"/>
                </a:solidFill>
              </a:rPr>
              <a:t>OHIP</a:t>
            </a:r>
          </a:p>
        </p:txBody>
      </p:sp>
      <p:sp>
        <p:nvSpPr>
          <p:cNvPr id="34" name="Oval 33">
            <a:extLst>
              <a:ext uri="{FF2B5EF4-FFF2-40B4-BE49-F238E27FC236}">
                <a16:creationId xmlns:a16="http://schemas.microsoft.com/office/drawing/2014/main" id="{D5717C6E-A4DF-82F2-D52B-06122489A3E3}"/>
              </a:ext>
            </a:extLst>
          </p:cNvPr>
          <p:cNvSpPr/>
          <p:nvPr/>
        </p:nvSpPr>
        <p:spPr>
          <a:xfrm>
            <a:off x="1637628" y="4496254"/>
            <a:ext cx="1051458" cy="439714"/>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Name</a:t>
            </a:r>
          </a:p>
        </p:txBody>
      </p:sp>
      <p:sp>
        <p:nvSpPr>
          <p:cNvPr id="35" name="Oval 34">
            <a:extLst>
              <a:ext uri="{FF2B5EF4-FFF2-40B4-BE49-F238E27FC236}">
                <a16:creationId xmlns:a16="http://schemas.microsoft.com/office/drawing/2014/main" id="{ECC590D6-4902-3290-BE32-EE255F91BC5B}"/>
              </a:ext>
            </a:extLst>
          </p:cNvPr>
          <p:cNvSpPr/>
          <p:nvPr/>
        </p:nvSpPr>
        <p:spPr>
          <a:xfrm>
            <a:off x="367114" y="4202847"/>
            <a:ext cx="1051458" cy="439714"/>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First Name</a:t>
            </a:r>
          </a:p>
        </p:txBody>
      </p:sp>
      <p:sp>
        <p:nvSpPr>
          <p:cNvPr id="36" name="Oval 35">
            <a:extLst>
              <a:ext uri="{FF2B5EF4-FFF2-40B4-BE49-F238E27FC236}">
                <a16:creationId xmlns:a16="http://schemas.microsoft.com/office/drawing/2014/main" id="{C789C2D2-FC50-86C5-9AA4-5D49A7AC5E03}"/>
              </a:ext>
            </a:extLst>
          </p:cNvPr>
          <p:cNvSpPr/>
          <p:nvPr/>
        </p:nvSpPr>
        <p:spPr>
          <a:xfrm>
            <a:off x="391759" y="4716111"/>
            <a:ext cx="1051458" cy="439714"/>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Last Name</a:t>
            </a:r>
          </a:p>
        </p:txBody>
      </p:sp>
      <p:sp>
        <p:nvSpPr>
          <p:cNvPr id="37" name="Oval 36">
            <a:extLst>
              <a:ext uri="{FF2B5EF4-FFF2-40B4-BE49-F238E27FC236}">
                <a16:creationId xmlns:a16="http://schemas.microsoft.com/office/drawing/2014/main" id="{C66C12A4-DCDE-5795-BC28-5907A9B246C9}"/>
              </a:ext>
            </a:extLst>
          </p:cNvPr>
          <p:cNvSpPr/>
          <p:nvPr/>
        </p:nvSpPr>
        <p:spPr>
          <a:xfrm>
            <a:off x="1111899" y="3138944"/>
            <a:ext cx="1051458" cy="439714"/>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Date of Birth</a:t>
            </a:r>
          </a:p>
        </p:txBody>
      </p:sp>
      <p:sp>
        <p:nvSpPr>
          <p:cNvPr id="38" name="Oval 37">
            <a:extLst>
              <a:ext uri="{FF2B5EF4-FFF2-40B4-BE49-F238E27FC236}">
                <a16:creationId xmlns:a16="http://schemas.microsoft.com/office/drawing/2014/main" id="{4457003B-A4C9-5B4A-CE28-DA6CB392A91B}"/>
              </a:ext>
            </a:extLst>
          </p:cNvPr>
          <p:cNvSpPr/>
          <p:nvPr/>
        </p:nvSpPr>
        <p:spPr>
          <a:xfrm>
            <a:off x="2212644" y="2954468"/>
            <a:ext cx="1051458" cy="439714"/>
          </a:xfrm>
          <a:prstGeom prst="ellipse">
            <a:avLst/>
          </a:prstGeom>
          <a:solidFill>
            <a:schemeClr val="bg1"/>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Age</a:t>
            </a:r>
          </a:p>
        </p:txBody>
      </p:sp>
      <p:sp>
        <p:nvSpPr>
          <p:cNvPr id="39" name="Flowchart: Decision 38">
            <a:extLst>
              <a:ext uri="{FF2B5EF4-FFF2-40B4-BE49-F238E27FC236}">
                <a16:creationId xmlns:a16="http://schemas.microsoft.com/office/drawing/2014/main" id="{D360E9A1-259A-D334-930E-DCC08C509DE0}"/>
              </a:ext>
            </a:extLst>
          </p:cNvPr>
          <p:cNvSpPr/>
          <p:nvPr/>
        </p:nvSpPr>
        <p:spPr>
          <a:xfrm>
            <a:off x="3387866" y="4699117"/>
            <a:ext cx="1393182" cy="439714"/>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7030A0"/>
                </a:solidFill>
              </a:rPr>
              <a:t>Married To</a:t>
            </a:r>
          </a:p>
        </p:txBody>
      </p:sp>
      <p:sp>
        <p:nvSpPr>
          <p:cNvPr id="40" name="Flowchart: Decision 39">
            <a:extLst>
              <a:ext uri="{FF2B5EF4-FFF2-40B4-BE49-F238E27FC236}">
                <a16:creationId xmlns:a16="http://schemas.microsoft.com/office/drawing/2014/main" id="{2099F8BC-5286-333D-10DB-9A06074B9242}"/>
              </a:ext>
            </a:extLst>
          </p:cNvPr>
          <p:cNvSpPr/>
          <p:nvPr/>
        </p:nvSpPr>
        <p:spPr>
          <a:xfrm>
            <a:off x="2212644" y="5190986"/>
            <a:ext cx="1393182" cy="532007"/>
          </a:xfrm>
          <a:prstGeom prst="flowChartDecision">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7030A0"/>
                </a:solidFill>
              </a:rPr>
              <a:t>Related To</a:t>
            </a:r>
          </a:p>
        </p:txBody>
      </p:sp>
      <p:sp>
        <p:nvSpPr>
          <p:cNvPr id="41" name="Rectangle 40">
            <a:extLst>
              <a:ext uri="{FF2B5EF4-FFF2-40B4-BE49-F238E27FC236}">
                <a16:creationId xmlns:a16="http://schemas.microsoft.com/office/drawing/2014/main" id="{05CA5B3E-4F79-2FFB-8A27-DBB99672831C}"/>
              </a:ext>
            </a:extLst>
          </p:cNvPr>
          <p:cNvSpPr/>
          <p:nvPr/>
        </p:nvSpPr>
        <p:spPr>
          <a:xfrm>
            <a:off x="1637628" y="5978010"/>
            <a:ext cx="979170" cy="350497"/>
          </a:xfrm>
          <a:prstGeom prst="rect">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0070C0"/>
                </a:solidFill>
              </a:rPr>
              <a:t>Emergency Contact</a:t>
            </a:r>
          </a:p>
        </p:txBody>
      </p:sp>
      <p:sp>
        <p:nvSpPr>
          <p:cNvPr id="42" name="Oval 41">
            <a:extLst>
              <a:ext uri="{FF2B5EF4-FFF2-40B4-BE49-F238E27FC236}">
                <a16:creationId xmlns:a16="http://schemas.microsoft.com/office/drawing/2014/main" id="{FC86B06D-465E-8166-4547-7BA38E4A372E}"/>
              </a:ext>
            </a:extLst>
          </p:cNvPr>
          <p:cNvSpPr/>
          <p:nvPr/>
        </p:nvSpPr>
        <p:spPr>
          <a:xfrm>
            <a:off x="2909235" y="5933401"/>
            <a:ext cx="1051458" cy="439714"/>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Name</a:t>
            </a:r>
          </a:p>
        </p:txBody>
      </p:sp>
      <p:sp>
        <p:nvSpPr>
          <p:cNvPr id="43" name="Oval 42">
            <a:extLst>
              <a:ext uri="{FF2B5EF4-FFF2-40B4-BE49-F238E27FC236}">
                <a16:creationId xmlns:a16="http://schemas.microsoft.com/office/drawing/2014/main" id="{391C9AFD-503E-DAA1-BA70-95A56C87C484}"/>
              </a:ext>
            </a:extLst>
          </p:cNvPr>
          <p:cNvSpPr/>
          <p:nvPr/>
        </p:nvSpPr>
        <p:spPr>
          <a:xfrm>
            <a:off x="4140555" y="5564560"/>
            <a:ext cx="1051458" cy="439714"/>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First Name</a:t>
            </a:r>
          </a:p>
        </p:txBody>
      </p:sp>
      <p:sp>
        <p:nvSpPr>
          <p:cNvPr id="44" name="Oval 43">
            <a:extLst>
              <a:ext uri="{FF2B5EF4-FFF2-40B4-BE49-F238E27FC236}">
                <a16:creationId xmlns:a16="http://schemas.microsoft.com/office/drawing/2014/main" id="{306FF8F3-AA2A-EFDB-09F8-B3ED7183E628}"/>
              </a:ext>
            </a:extLst>
          </p:cNvPr>
          <p:cNvSpPr/>
          <p:nvPr/>
        </p:nvSpPr>
        <p:spPr>
          <a:xfrm>
            <a:off x="4140555" y="6153258"/>
            <a:ext cx="1051458" cy="439714"/>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Last Name</a:t>
            </a:r>
          </a:p>
        </p:txBody>
      </p:sp>
      <p:sp>
        <p:nvSpPr>
          <p:cNvPr id="45" name="Oval 44">
            <a:extLst>
              <a:ext uri="{FF2B5EF4-FFF2-40B4-BE49-F238E27FC236}">
                <a16:creationId xmlns:a16="http://schemas.microsoft.com/office/drawing/2014/main" id="{B27AA4B9-3089-560D-43B7-1DB101DF8CC1}"/>
              </a:ext>
            </a:extLst>
          </p:cNvPr>
          <p:cNvSpPr/>
          <p:nvPr/>
        </p:nvSpPr>
        <p:spPr>
          <a:xfrm>
            <a:off x="32939" y="6301223"/>
            <a:ext cx="1514758" cy="439714"/>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Relationship</a:t>
            </a:r>
          </a:p>
        </p:txBody>
      </p:sp>
      <p:cxnSp>
        <p:nvCxnSpPr>
          <p:cNvPr id="46" name="Straight Connector 45">
            <a:extLst>
              <a:ext uri="{FF2B5EF4-FFF2-40B4-BE49-F238E27FC236}">
                <a16:creationId xmlns:a16="http://schemas.microsoft.com/office/drawing/2014/main" id="{72ED00E7-E33E-9134-F5E9-DB1177429D7E}"/>
              </a:ext>
            </a:extLst>
          </p:cNvPr>
          <p:cNvCxnSpPr>
            <a:stCxn id="38" idx="4"/>
            <a:endCxn id="32" idx="0"/>
          </p:cNvCxnSpPr>
          <p:nvPr/>
        </p:nvCxnSpPr>
        <p:spPr>
          <a:xfrm>
            <a:off x="2738373" y="3394182"/>
            <a:ext cx="452343" cy="528710"/>
          </a:xfrm>
          <a:prstGeom prst="line">
            <a:avLst/>
          </a:prstGeom>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63E4CB46-B899-2DF7-F378-5994216EECC6}"/>
              </a:ext>
            </a:extLst>
          </p:cNvPr>
          <p:cNvCxnSpPr>
            <a:stCxn id="37" idx="5"/>
            <a:endCxn id="32" idx="0"/>
          </p:cNvCxnSpPr>
          <p:nvPr/>
        </p:nvCxnSpPr>
        <p:spPr>
          <a:xfrm>
            <a:off x="2009375" y="3514263"/>
            <a:ext cx="1181341" cy="408629"/>
          </a:xfrm>
          <a:prstGeom prst="line">
            <a:avLst/>
          </a:prstGeom>
        </p:spPr>
        <p:style>
          <a:lnRef idx="2">
            <a:schemeClr val="dk1"/>
          </a:lnRef>
          <a:fillRef idx="0">
            <a:schemeClr val="dk1"/>
          </a:fillRef>
          <a:effectRef idx="1">
            <a:schemeClr val="dk1"/>
          </a:effectRef>
          <a:fontRef idx="minor">
            <a:schemeClr val="tx1"/>
          </a:fontRef>
        </p:style>
      </p:cxnSp>
      <p:cxnSp>
        <p:nvCxnSpPr>
          <p:cNvPr id="48" name="Straight Connector 47">
            <a:extLst>
              <a:ext uri="{FF2B5EF4-FFF2-40B4-BE49-F238E27FC236}">
                <a16:creationId xmlns:a16="http://schemas.microsoft.com/office/drawing/2014/main" id="{6FCFE762-A1C2-9099-FCE9-DE9860EA9AA5}"/>
              </a:ext>
            </a:extLst>
          </p:cNvPr>
          <p:cNvCxnSpPr>
            <a:stCxn id="33" idx="6"/>
            <a:endCxn id="32" idx="1"/>
          </p:cNvCxnSpPr>
          <p:nvPr/>
        </p:nvCxnSpPr>
        <p:spPr>
          <a:xfrm>
            <a:off x="1637628" y="3835290"/>
            <a:ext cx="1063503" cy="262851"/>
          </a:xfrm>
          <a:prstGeom prst="line">
            <a:avLst/>
          </a:prstGeom>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46A85A3A-7039-838E-B3AF-5AF62B5852F9}"/>
              </a:ext>
            </a:extLst>
          </p:cNvPr>
          <p:cNvCxnSpPr>
            <a:stCxn id="35" idx="6"/>
            <a:endCxn id="34" idx="1"/>
          </p:cNvCxnSpPr>
          <p:nvPr/>
        </p:nvCxnSpPr>
        <p:spPr>
          <a:xfrm>
            <a:off x="1418572" y="4422704"/>
            <a:ext cx="373038" cy="137945"/>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74F6AFA5-A0BD-0D41-2E8E-C603BADA0AE5}"/>
              </a:ext>
            </a:extLst>
          </p:cNvPr>
          <p:cNvCxnSpPr>
            <a:stCxn id="36" idx="6"/>
            <a:endCxn id="34" idx="3"/>
          </p:cNvCxnSpPr>
          <p:nvPr/>
        </p:nvCxnSpPr>
        <p:spPr>
          <a:xfrm flipV="1">
            <a:off x="1443217" y="4871574"/>
            <a:ext cx="348394" cy="64394"/>
          </a:xfrm>
          <a:prstGeom prst="line">
            <a:avLst/>
          </a:prstGeom>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D74890CC-876B-DF7A-CE0C-FD72EAFE3943}"/>
              </a:ext>
            </a:extLst>
          </p:cNvPr>
          <p:cNvCxnSpPr>
            <a:stCxn id="34" idx="0"/>
            <a:endCxn id="32" idx="1"/>
          </p:cNvCxnSpPr>
          <p:nvPr/>
        </p:nvCxnSpPr>
        <p:spPr>
          <a:xfrm flipV="1">
            <a:off x="2163357" y="4098140"/>
            <a:ext cx="537774" cy="398114"/>
          </a:xfrm>
          <a:prstGeom prst="line">
            <a:avLst/>
          </a:prstGeom>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DC8B1055-7DFC-27F6-5F2D-EEA2D2148749}"/>
              </a:ext>
            </a:extLst>
          </p:cNvPr>
          <p:cNvCxnSpPr>
            <a:stCxn id="45" idx="7"/>
            <a:endCxn id="41" idx="1"/>
          </p:cNvCxnSpPr>
          <p:nvPr/>
        </p:nvCxnSpPr>
        <p:spPr>
          <a:xfrm flipV="1">
            <a:off x="1325865" y="6153258"/>
            <a:ext cx="311763" cy="212359"/>
          </a:xfrm>
          <a:prstGeom prst="line">
            <a:avLst/>
          </a:prstGeom>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F738C46D-AE51-3965-3344-58976FC40FEE}"/>
              </a:ext>
            </a:extLst>
          </p:cNvPr>
          <p:cNvCxnSpPr>
            <a:stCxn id="41" idx="3"/>
            <a:endCxn id="42" idx="2"/>
          </p:cNvCxnSpPr>
          <p:nvPr/>
        </p:nvCxnSpPr>
        <p:spPr>
          <a:xfrm>
            <a:off x="2616798" y="6153258"/>
            <a:ext cx="292437" cy="0"/>
          </a:xfrm>
          <a:prstGeom prst="line">
            <a:avLst/>
          </a:prstGeom>
        </p:spPr>
        <p:style>
          <a:lnRef idx="2">
            <a:schemeClr val="dk1"/>
          </a:lnRef>
          <a:fillRef idx="0">
            <a:schemeClr val="dk1"/>
          </a:fillRef>
          <a:effectRef idx="1">
            <a:schemeClr val="dk1"/>
          </a:effectRef>
          <a:fontRef idx="minor">
            <a:schemeClr val="tx1"/>
          </a:fontRef>
        </p:style>
      </p:cxnSp>
      <p:cxnSp>
        <p:nvCxnSpPr>
          <p:cNvPr id="54" name="Straight Connector 53">
            <a:extLst>
              <a:ext uri="{FF2B5EF4-FFF2-40B4-BE49-F238E27FC236}">
                <a16:creationId xmlns:a16="http://schemas.microsoft.com/office/drawing/2014/main" id="{C4236DCD-62A6-08CE-C6F5-4C801203CCBE}"/>
              </a:ext>
            </a:extLst>
          </p:cNvPr>
          <p:cNvCxnSpPr>
            <a:stCxn id="42" idx="7"/>
            <a:endCxn id="43" idx="2"/>
          </p:cNvCxnSpPr>
          <p:nvPr/>
        </p:nvCxnSpPr>
        <p:spPr>
          <a:xfrm flipV="1">
            <a:off x="3806710" y="5784417"/>
            <a:ext cx="333845" cy="213378"/>
          </a:xfrm>
          <a:prstGeom prst="line">
            <a:avLst/>
          </a:prstGeom>
        </p:spPr>
        <p:style>
          <a:lnRef idx="2">
            <a:schemeClr val="dk1"/>
          </a:lnRef>
          <a:fillRef idx="0">
            <a:schemeClr val="dk1"/>
          </a:fillRef>
          <a:effectRef idx="1">
            <a:schemeClr val="dk1"/>
          </a:effectRef>
          <a:fontRef idx="minor">
            <a:schemeClr val="tx1"/>
          </a:fontRef>
        </p:style>
      </p:cxnSp>
      <p:cxnSp>
        <p:nvCxnSpPr>
          <p:cNvPr id="55" name="Straight Connector 54">
            <a:extLst>
              <a:ext uri="{FF2B5EF4-FFF2-40B4-BE49-F238E27FC236}">
                <a16:creationId xmlns:a16="http://schemas.microsoft.com/office/drawing/2014/main" id="{E87CDC27-136D-463B-EF98-5BB1DBAF83A3}"/>
              </a:ext>
            </a:extLst>
          </p:cNvPr>
          <p:cNvCxnSpPr>
            <a:stCxn id="42" idx="5"/>
            <a:endCxn id="44" idx="2"/>
          </p:cNvCxnSpPr>
          <p:nvPr/>
        </p:nvCxnSpPr>
        <p:spPr>
          <a:xfrm>
            <a:off x="3806710" y="6308721"/>
            <a:ext cx="333845" cy="64394"/>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2FB1C7EB-5F1A-CF2D-F117-5F84AEAEDD50}"/>
              </a:ext>
            </a:extLst>
          </p:cNvPr>
          <p:cNvCxnSpPr>
            <a:cxnSpLocks/>
            <a:stCxn id="40" idx="0"/>
            <a:endCxn id="32" idx="2"/>
          </p:cNvCxnSpPr>
          <p:nvPr/>
        </p:nvCxnSpPr>
        <p:spPr>
          <a:xfrm flipV="1">
            <a:off x="2909235" y="4273389"/>
            <a:ext cx="281481" cy="9175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CD90B5FA-6807-7678-02EC-C1B606AEBBB7}"/>
              </a:ext>
            </a:extLst>
          </p:cNvPr>
          <p:cNvCxnSpPr>
            <a:stCxn id="40" idx="1"/>
            <a:endCxn id="41" idx="0"/>
          </p:cNvCxnSpPr>
          <p:nvPr/>
        </p:nvCxnSpPr>
        <p:spPr>
          <a:xfrm flipH="1">
            <a:off x="2127213" y="5456989"/>
            <a:ext cx="85431" cy="521020"/>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164A2F17-8042-549C-2463-8792E63869A8}"/>
              </a:ext>
            </a:extLst>
          </p:cNvPr>
          <p:cNvCxnSpPr>
            <a:cxnSpLocks/>
          </p:cNvCxnSpPr>
          <p:nvPr/>
        </p:nvCxnSpPr>
        <p:spPr>
          <a:xfrm rot="10800000">
            <a:off x="3680301" y="4098140"/>
            <a:ext cx="404156" cy="6009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0AC2CFE8-CA08-C1BF-2B66-E33CB1026306}"/>
              </a:ext>
            </a:extLst>
          </p:cNvPr>
          <p:cNvCxnSpPr>
            <a:cxnSpLocks/>
            <a:stCxn id="39" idx="1"/>
            <a:endCxn id="32" idx="2"/>
          </p:cNvCxnSpPr>
          <p:nvPr/>
        </p:nvCxnSpPr>
        <p:spPr>
          <a:xfrm flipH="1" flipV="1">
            <a:off x="3190716" y="4273389"/>
            <a:ext cx="197150" cy="645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1" name="Rectangle 60">
            <a:extLst>
              <a:ext uri="{FF2B5EF4-FFF2-40B4-BE49-F238E27FC236}">
                <a16:creationId xmlns:a16="http://schemas.microsoft.com/office/drawing/2014/main" id="{EDF616A7-035E-B425-5CD6-27510B1062A2}"/>
              </a:ext>
            </a:extLst>
          </p:cNvPr>
          <p:cNvSpPr/>
          <p:nvPr/>
        </p:nvSpPr>
        <p:spPr>
          <a:xfrm>
            <a:off x="5959813" y="5355974"/>
            <a:ext cx="1000970" cy="321664"/>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0070C0"/>
                </a:solidFill>
              </a:rPr>
              <a:t>Room</a:t>
            </a:r>
          </a:p>
        </p:txBody>
      </p:sp>
      <p:sp>
        <p:nvSpPr>
          <p:cNvPr id="62" name="Oval 61">
            <a:extLst>
              <a:ext uri="{FF2B5EF4-FFF2-40B4-BE49-F238E27FC236}">
                <a16:creationId xmlns:a16="http://schemas.microsoft.com/office/drawing/2014/main" id="{20252CA5-4C2B-1A3D-49DA-C8B77055411A}"/>
              </a:ext>
            </a:extLst>
          </p:cNvPr>
          <p:cNvSpPr/>
          <p:nvPr/>
        </p:nvSpPr>
        <p:spPr>
          <a:xfrm>
            <a:off x="5114893" y="5871135"/>
            <a:ext cx="1074867" cy="403543"/>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u="sng" noProof="0" dirty="0">
                <a:solidFill>
                  <a:srgbClr val="C00000"/>
                </a:solidFill>
              </a:rPr>
              <a:t>Number</a:t>
            </a:r>
          </a:p>
        </p:txBody>
      </p:sp>
      <p:sp>
        <p:nvSpPr>
          <p:cNvPr id="63" name="Oval 62">
            <a:extLst>
              <a:ext uri="{FF2B5EF4-FFF2-40B4-BE49-F238E27FC236}">
                <a16:creationId xmlns:a16="http://schemas.microsoft.com/office/drawing/2014/main" id="{829DCC6F-BB29-F473-4FB5-501295273B57}"/>
              </a:ext>
            </a:extLst>
          </p:cNvPr>
          <p:cNvSpPr/>
          <p:nvPr/>
        </p:nvSpPr>
        <p:spPr>
          <a:xfrm>
            <a:off x="5920360" y="6395069"/>
            <a:ext cx="1074867" cy="403543"/>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Phone Number</a:t>
            </a:r>
          </a:p>
        </p:txBody>
      </p:sp>
      <p:sp>
        <p:nvSpPr>
          <p:cNvPr id="64" name="Oval 63">
            <a:extLst>
              <a:ext uri="{FF2B5EF4-FFF2-40B4-BE49-F238E27FC236}">
                <a16:creationId xmlns:a16="http://schemas.microsoft.com/office/drawing/2014/main" id="{6EF7AFEA-E9B0-BDFD-7820-409AD6290BF0}"/>
              </a:ext>
            </a:extLst>
          </p:cNvPr>
          <p:cNvSpPr/>
          <p:nvPr/>
        </p:nvSpPr>
        <p:spPr>
          <a:xfrm>
            <a:off x="6705225" y="5899073"/>
            <a:ext cx="1154364" cy="403543"/>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Capacity</a:t>
            </a:r>
          </a:p>
        </p:txBody>
      </p:sp>
      <p:sp>
        <p:nvSpPr>
          <p:cNvPr id="65" name="Flowchart: Decision 64">
            <a:extLst>
              <a:ext uri="{FF2B5EF4-FFF2-40B4-BE49-F238E27FC236}">
                <a16:creationId xmlns:a16="http://schemas.microsoft.com/office/drawing/2014/main" id="{0560DDBB-65FD-6FC5-EB33-9ACE26BE1472}"/>
              </a:ext>
            </a:extLst>
          </p:cNvPr>
          <p:cNvSpPr/>
          <p:nvPr/>
        </p:nvSpPr>
        <p:spPr>
          <a:xfrm>
            <a:off x="5629515" y="4734327"/>
            <a:ext cx="1661565" cy="403543"/>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7030A0"/>
                </a:solidFill>
              </a:rPr>
              <a:t>Assigned</a:t>
            </a:r>
          </a:p>
        </p:txBody>
      </p:sp>
      <p:cxnSp>
        <p:nvCxnSpPr>
          <p:cNvPr id="66" name="Straight Connector 65">
            <a:extLst>
              <a:ext uri="{FF2B5EF4-FFF2-40B4-BE49-F238E27FC236}">
                <a16:creationId xmlns:a16="http://schemas.microsoft.com/office/drawing/2014/main" id="{78462E04-EEB7-3FC5-0CA8-871854C01CDA}"/>
              </a:ext>
            </a:extLst>
          </p:cNvPr>
          <p:cNvCxnSpPr>
            <a:cxnSpLocks/>
            <a:stCxn id="62" idx="0"/>
            <a:endCxn id="61" idx="1"/>
          </p:cNvCxnSpPr>
          <p:nvPr/>
        </p:nvCxnSpPr>
        <p:spPr>
          <a:xfrm flipV="1">
            <a:off x="5652327" y="5516806"/>
            <a:ext cx="307486" cy="354329"/>
          </a:xfrm>
          <a:prstGeom prst="line">
            <a:avLst/>
          </a:prstGeom>
        </p:spPr>
        <p:style>
          <a:lnRef idx="2">
            <a:schemeClr val="dk1"/>
          </a:lnRef>
          <a:fillRef idx="0">
            <a:schemeClr val="dk1"/>
          </a:fillRef>
          <a:effectRef idx="1">
            <a:schemeClr val="dk1"/>
          </a:effectRef>
          <a:fontRef idx="minor">
            <a:schemeClr val="tx1"/>
          </a:fontRef>
        </p:style>
      </p:cxnSp>
      <p:cxnSp>
        <p:nvCxnSpPr>
          <p:cNvPr id="67" name="Straight Connector 66">
            <a:extLst>
              <a:ext uri="{FF2B5EF4-FFF2-40B4-BE49-F238E27FC236}">
                <a16:creationId xmlns:a16="http://schemas.microsoft.com/office/drawing/2014/main" id="{4F1F68DF-B7A0-6061-FEBE-8B6F1F86A675}"/>
              </a:ext>
            </a:extLst>
          </p:cNvPr>
          <p:cNvCxnSpPr>
            <a:cxnSpLocks/>
            <a:stCxn id="63" idx="0"/>
            <a:endCxn id="61" idx="2"/>
          </p:cNvCxnSpPr>
          <p:nvPr/>
        </p:nvCxnSpPr>
        <p:spPr>
          <a:xfrm flipV="1">
            <a:off x="6457794" y="5677638"/>
            <a:ext cx="2504" cy="717431"/>
          </a:xfrm>
          <a:prstGeom prst="line">
            <a:avLst/>
          </a:prstGeom>
        </p:spPr>
        <p:style>
          <a:lnRef idx="2">
            <a:schemeClr val="dk1"/>
          </a:lnRef>
          <a:fillRef idx="0">
            <a:schemeClr val="dk1"/>
          </a:fillRef>
          <a:effectRef idx="1">
            <a:schemeClr val="dk1"/>
          </a:effectRef>
          <a:fontRef idx="minor">
            <a:schemeClr val="tx1"/>
          </a:fontRef>
        </p:style>
      </p:cxnSp>
      <p:cxnSp>
        <p:nvCxnSpPr>
          <p:cNvPr id="68" name="Straight Connector 67">
            <a:extLst>
              <a:ext uri="{FF2B5EF4-FFF2-40B4-BE49-F238E27FC236}">
                <a16:creationId xmlns:a16="http://schemas.microsoft.com/office/drawing/2014/main" id="{9DDB73FA-66C7-5EB3-3491-B7B623440677}"/>
              </a:ext>
            </a:extLst>
          </p:cNvPr>
          <p:cNvCxnSpPr>
            <a:cxnSpLocks/>
            <a:stCxn id="64" idx="0"/>
            <a:endCxn id="61" idx="3"/>
          </p:cNvCxnSpPr>
          <p:nvPr/>
        </p:nvCxnSpPr>
        <p:spPr>
          <a:xfrm flipH="1" flipV="1">
            <a:off x="6960783" y="5516806"/>
            <a:ext cx="321624" cy="382267"/>
          </a:xfrm>
          <a:prstGeom prst="line">
            <a:avLst/>
          </a:prstGeom>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2AE89625-FDB9-6B63-7BFB-A274AD19C12D}"/>
              </a:ext>
            </a:extLst>
          </p:cNvPr>
          <p:cNvCxnSpPr>
            <a:cxnSpLocks/>
            <a:stCxn id="65" idx="1"/>
            <a:endCxn id="32" idx="3"/>
          </p:cNvCxnSpPr>
          <p:nvPr/>
        </p:nvCxnSpPr>
        <p:spPr>
          <a:xfrm flipH="1" flipV="1">
            <a:off x="3680301" y="4098141"/>
            <a:ext cx="1949214" cy="837958"/>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13C013A3-474D-4786-B956-27FB3F1AB8D2}"/>
              </a:ext>
            </a:extLst>
          </p:cNvPr>
          <p:cNvCxnSpPr>
            <a:stCxn id="65" idx="2"/>
            <a:endCxn id="61" idx="0"/>
          </p:cNvCxnSpPr>
          <p:nvPr/>
        </p:nvCxnSpPr>
        <p:spPr>
          <a:xfrm>
            <a:off x="6460298" y="5137870"/>
            <a:ext cx="0" cy="2181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6" name="Rectangle 85">
            <a:extLst>
              <a:ext uri="{FF2B5EF4-FFF2-40B4-BE49-F238E27FC236}">
                <a16:creationId xmlns:a16="http://schemas.microsoft.com/office/drawing/2014/main" id="{31CBB19C-72BE-09D7-816F-638C813409FB}"/>
              </a:ext>
            </a:extLst>
          </p:cNvPr>
          <p:cNvSpPr/>
          <p:nvPr/>
        </p:nvSpPr>
        <p:spPr>
          <a:xfrm>
            <a:off x="6538008" y="2009638"/>
            <a:ext cx="992351" cy="281532"/>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0070C0"/>
                </a:solidFill>
              </a:rPr>
              <a:t>Employee</a:t>
            </a:r>
          </a:p>
        </p:txBody>
      </p:sp>
      <p:sp>
        <p:nvSpPr>
          <p:cNvPr id="87" name="Oval 86">
            <a:extLst>
              <a:ext uri="{FF2B5EF4-FFF2-40B4-BE49-F238E27FC236}">
                <a16:creationId xmlns:a16="http://schemas.microsoft.com/office/drawing/2014/main" id="{11A3A09C-4463-B0F6-70C8-EB394C8B9974}"/>
              </a:ext>
            </a:extLst>
          </p:cNvPr>
          <p:cNvSpPr/>
          <p:nvPr/>
        </p:nvSpPr>
        <p:spPr>
          <a:xfrm>
            <a:off x="4840750" y="1973807"/>
            <a:ext cx="1065612"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Address</a:t>
            </a:r>
          </a:p>
        </p:txBody>
      </p:sp>
      <p:sp>
        <p:nvSpPr>
          <p:cNvPr id="88" name="Oval 87">
            <a:extLst>
              <a:ext uri="{FF2B5EF4-FFF2-40B4-BE49-F238E27FC236}">
                <a16:creationId xmlns:a16="http://schemas.microsoft.com/office/drawing/2014/main" id="{314EC28F-1545-BB33-4B01-1CB7F4DE9CB5}"/>
              </a:ext>
            </a:extLst>
          </p:cNvPr>
          <p:cNvSpPr/>
          <p:nvPr/>
        </p:nvSpPr>
        <p:spPr>
          <a:xfrm>
            <a:off x="3432145" y="1531798"/>
            <a:ext cx="1065612"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House Number</a:t>
            </a:r>
          </a:p>
        </p:txBody>
      </p:sp>
      <p:sp>
        <p:nvSpPr>
          <p:cNvPr id="89" name="Oval 88">
            <a:extLst>
              <a:ext uri="{FF2B5EF4-FFF2-40B4-BE49-F238E27FC236}">
                <a16:creationId xmlns:a16="http://schemas.microsoft.com/office/drawing/2014/main" id="{AFBA8CFE-3FDF-EEA2-53B6-2ADA7A675DC4}"/>
              </a:ext>
            </a:extLst>
          </p:cNvPr>
          <p:cNvSpPr/>
          <p:nvPr/>
        </p:nvSpPr>
        <p:spPr>
          <a:xfrm>
            <a:off x="2345068" y="1812530"/>
            <a:ext cx="1065612"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Street</a:t>
            </a:r>
          </a:p>
        </p:txBody>
      </p:sp>
      <p:sp>
        <p:nvSpPr>
          <p:cNvPr id="90" name="Oval 89">
            <a:extLst>
              <a:ext uri="{FF2B5EF4-FFF2-40B4-BE49-F238E27FC236}">
                <a16:creationId xmlns:a16="http://schemas.microsoft.com/office/drawing/2014/main" id="{0BA9CB6B-2957-A1E6-C2FF-5E1BAD6D120F}"/>
              </a:ext>
            </a:extLst>
          </p:cNvPr>
          <p:cNvSpPr/>
          <p:nvPr/>
        </p:nvSpPr>
        <p:spPr>
          <a:xfrm>
            <a:off x="3358368" y="2157288"/>
            <a:ext cx="1065612"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City</a:t>
            </a:r>
          </a:p>
        </p:txBody>
      </p:sp>
      <p:sp>
        <p:nvSpPr>
          <p:cNvPr id="91" name="Oval 90">
            <a:extLst>
              <a:ext uri="{FF2B5EF4-FFF2-40B4-BE49-F238E27FC236}">
                <a16:creationId xmlns:a16="http://schemas.microsoft.com/office/drawing/2014/main" id="{94EB0B8E-80D6-D740-7AF8-B3BBC371A5C3}"/>
              </a:ext>
            </a:extLst>
          </p:cNvPr>
          <p:cNvSpPr/>
          <p:nvPr/>
        </p:nvSpPr>
        <p:spPr>
          <a:xfrm>
            <a:off x="4157069" y="1196869"/>
            <a:ext cx="1065612"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Province</a:t>
            </a:r>
          </a:p>
        </p:txBody>
      </p:sp>
      <p:sp>
        <p:nvSpPr>
          <p:cNvPr id="92" name="Oval 91">
            <a:extLst>
              <a:ext uri="{FF2B5EF4-FFF2-40B4-BE49-F238E27FC236}">
                <a16:creationId xmlns:a16="http://schemas.microsoft.com/office/drawing/2014/main" id="{1EE93892-8640-0905-BA08-AF73604C3A3B}"/>
              </a:ext>
            </a:extLst>
          </p:cNvPr>
          <p:cNvSpPr/>
          <p:nvPr/>
        </p:nvSpPr>
        <p:spPr>
          <a:xfrm>
            <a:off x="5228022" y="1333696"/>
            <a:ext cx="1065612"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Postal Code</a:t>
            </a:r>
          </a:p>
        </p:txBody>
      </p:sp>
      <p:sp>
        <p:nvSpPr>
          <p:cNvPr id="93" name="Oval 92">
            <a:extLst>
              <a:ext uri="{FF2B5EF4-FFF2-40B4-BE49-F238E27FC236}">
                <a16:creationId xmlns:a16="http://schemas.microsoft.com/office/drawing/2014/main" id="{F8FC0762-9A7C-2C44-2670-24690B56252B}"/>
              </a:ext>
            </a:extLst>
          </p:cNvPr>
          <p:cNvSpPr/>
          <p:nvPr/>
        </p:nvSpPr>
        <p:spPr>
          <a:xfrm>
            <a:off x="6608804" y="1363127"/>
            <a:ext cx="1065612"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Name</a:t>
            </a:r>
          </a:p>
        </p:txBody>
      </p:sp>
      <p:sp>
        <p:nvSpPr>
          <p:cNvPr id="94" name="Oval 93">
            <a:extLst>
              <a:ext uri="{FF2B5EF4-FFF2-40B4-BE49-F238E27FC236}">
                <a16:creationId xmlns:a16="http://schemas.microsoft.com/office/drawing/2014/main" id="{B8211A96-7635-3155-57CF-14F975E86621}"/>
              </a:ext>
            </a:extLst>
          </p:cNvPr>
          <p:cNvSpPr/>
          <p:nvPr/>
        </p:nvSpPr>
        <p:spPr>
          <a:xfrm>
            <a:off x="8069335" y="1115455"/>
            <a:ext cx="1065612"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First Name</a:t>
            </a:r>
          </a:p>
        </p:txBody>
      </p:sp>
      <p:sp>
        <p:nvSpPr>
          <p:cNvPr id="95" name="Oval 94">
            <a:extLst>
              <a:ext uri="{FF2B5EF4-FFF2-40B4-BE49-F238E27FC236}">
                <a16:creationId xmlns:a16="http://schemas.microsoft.com/office/drawing/2014/main" id="{6482F8F0-7467-E677-AF85-80416F100208}"/>
              </a:ext>
            </a:extLst>
          </p:cNvPr>
          <p:cNvSpPr/>
          <p:nvPr/>
        </p:nvSpPr>
        <p:spPr>
          <a:xfrm>
            <a:off x="8069335" y="1617020"/>
            <a:ext cx="1065612"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Last Name</a:t>
            </a:r>
          </a:p>
        </p:txBody>
      </p:sp>
      <p:sp>
        <p:nvSpPr>
          <p:cNvPr id="96" name="Oval 95">
            <a:extLst>
              <a:ext uri="{FF2B5EF4-FFF2-40B4-BE49-F238E27FC236}">
                <a16:creationId xmlns:a16="http://schemas.microsoft.com/office/drawing/2014/main" id="{A66D3DBF-4C89-3F53-F5B2-D531ECB8AE50}"/>
              </a:ext>
            </a:extLst>
          </p:cNvPr>
          <p:cNvSpPr/>
          <p:nvPr/>
        </p:nvSpPr>
        <p:spPr>
          <a:xfrm>
            <a:off x="7997123" y="2182806"/>
            <a:ext cx="1216635" cy="353195"/>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u="sng" noProof="0" dirty="0">
                <a:solidFill>
                  <a:srgbClr val="C00000"/>
                </a:solidFill>
              </a:rPr>
              <a:t>Employee ID</a:t>
            </a:r>
          </a:p>
        </p:txBody>
      </p:sp>
      <p:cxnSp>
        <p:nvCxnSpPr>
          <p:cNvPr id="97" name="Straight Connector 96">
            <a:extLst>
              <a:ext uri="{FF2B5EF4-FFF2-40B4-BE49-F238E27FC236}">
                <a16:creationId xmlns:a16="http://schemas.microsoft.com/office/drawing/2014/main" id="{3839D804-E22F-50F2-BC44-1A1AB340FF06}"/>
              </a:ext>
            </a:extLst>
          </p:cNvPr>
          <p:cNvCxnSpPr>
            <a:stCxn id="87" idx="6"/>
            <a:endCxn id="86" idx="1"/>
          </p:cNvCxnSpPr>
          <p:nvPr/>
        </p:nvCxnSpPr>
        <p:spPr>
          <a:xfrm>
            <a:off x="5906362" y="2150404"/>
            <a:ext cx="631646" cy="0"/>
          </a:xfrm>
          <a:prstGeom prst="line">
            <a:avLst/>
          </a:prstGeom>
        </p:spPr>
        <p:style>
          <a:lnRef idx="2">
            <a:schemeClr val="dk1"/>
          </a:lnRef>
          <a:fillRef idx="0">
            <a:schemeClr val="dk1"/>
          </a:fillRef>
          <a:effectRef idx="1">
            <a:schemeClr val="dk1"/>
          </a:effectRef>
          <a:fontRef idx="minor">
            <a:schemeClr val="tx1"/>
          </a:fontRef>
        </p:style>
      </p:cxnSp>
      <p:cxnSp>
        <p:nvCxnSpPr>
          <p:cNvPr id="98" name="Straight Connector 97">
            <a:extLst>
              <a:ext uri="{FF2B5EF4-FFF2-40B4-BE49-F238E27FC236}">
                <a16:creationId xmlns:a16="http://schemas.microsoft.com/office/drawing/2014/main" id="{EC606A85-5E27-8BE4-CD8A-6504FA1C9688}"/>
              </a:ext>
            </a:extLst>
          </p:cNvPr>
          <p:cNvCxnSpPr>
            <a:stCxn id="92" idx="3"/>
            <a:endCxn id="87" idx="0"/>
          </p:cNvCxnSpPr>
          <p:nvPr/>
        </p:nvCxnSpPr>
        <p:spPr>
          <a:xfrm flipH="1">
            <a:off x="5373556" y="1635167"/>
            <a:ext cx="10521" cy="338639"/>
          </a:xfrm>
          <a:prstGeom prst="line">
            <a:avLst/>
          </a:prstGeom>
        </p:spPr>
        <p:style>
          <a:lnRef idx="2">
            <a:schemeClr val="dk1"/>
          </a:lnRef>
          <a:fillRef idx="0">
            <a:schemeClr val="dk1"/>
          </a:fillRef>
          <a:effectRef idx="1">
            <a:schemeClr val="dk1"/>
          </a:effectRef>
          <a:fontRef idx="minor">
            <a:schemeClr val="tx1"/>
          </a:fontRef>
        </p:style>
      </p:cxnSp>
      <p:cxnSp>
        <p:nvCxnSpPr>
          <p:cNvPr id="99" name="Straight Connector 98">
            <a:extLst>
              <a:ext uri="{FF2B5EF4-FFF2-40B4-BE49-F238E27FC236}">
                <a16:creationId xmlns:a16="http://schemas.microsoft.com/office/drawing/2014/main" id="{FC768C3E-375B-C209-5698-092B367A5B4A}"/>
              </a:ext>
            </a:extLst>
          </p:cNvPr>
          <p:cNvCxnSpPr>
            <a:stCxn id="88" idx="6"/>
            <a:endCxn id="87" idx="2"/>
          </p:cNvCxnSpPr>
          <p:nvPr/>
        </p:nvCxnSpPr>
        <p:spPr>
          <a:xfrm>
            <a:off x="4497757" y="1708396"/>
            <a:ext cx="342993" cy="442009"/>
          </a:xfrm>
          <a:prstGeom prst="line">
            <a:avLst/>
          </a:prstGeom>
        </p:spPr>
        <p:style>
          <a:lnRef idx="2">
            <a:schemeClr val="dk1"/>
          </a:lnRef>
          <a:fillRef idx="0">
            <a:schemeClr val="dk1"/>
          </a:fillRef>
          <a:effectRef idx="1">
            <a:schemeClr val="dk1"/>
          </a:effectRef>
          <a:fontRef idx="minor">
            <a:schemeClr val="tx1"/>
          </a:fontRef>
        </p:style>
      </p:cxnSp>
      <p:cxnSp>
        <p:nvCxnSpPr>
          <p:cNvPr id="100" name="Straight Connector 99">
            <a:extLst>
              <a:ext uri="{FF2B5EF4-FFF2-40B4-BE49-F238E27FC236}">
                <a16:creationId xmlns:a16="http://schemas.microsoft.com/office/drawing/2014/main" id="{692BE7C3-A9E9-EAEB-D873-485F340F9BD7}"/>
              </a:ext>
            </a:extLst>
          </p:cNvPr>
          <p:cNvCxnSpPr>
            <a:cxnSpLocks/>
            <a:stCxn id="89" idx="6"/>
            <a:endCxn id="87" idx="2"/>
          </p:cNvCxnSpPr>
          <p:nvPr/>
        </p:nvCxnSpPr>
        <p:spPr>
          <a:xfrm>
            <a:off x="3410680" y="1989128"/>
            <a:ext cx="1430070" cy="161277"/>
          </a:xfrm>
          <a:prstGeom prst="line">
            <a:avLst/>
          </a:prstGeom>
        </p:spPr>
        <p:style>
          <a:lnRef idx="2">
            <a:schemeClr val="dk1"/>
          </a:lnRef>
          <a:fillRef idx="0">
            <a:schemeClr val="dk1"/>
          </a:fillRef>
          <a:effectRef idx="1">
            <a:schemeClr val="dk1"/>
          </a:effectRef>
          <a:fontRef idx="minor">
            <a:schemeClr val="tx1"/>
          </a:fontRef>
        </p:style>
      </p:cxnSp>
      <p:cxnSp>
        <p:nvCxnSpPr>
          <p:cNvPr id="101" name="Straight Connector 100">
            <a:extLst>
              <a:ext uri="{FF2B5EF4-FFF2-40B4-BE49-F238E27FC236}">
                <a16:creationId xmlns:a16="http://schemas.microsoft.com/office/drawing/2014/main" id="{8C3A82EA-1301-7A9F-E9FA-68CD1A081F29}"/>
              </a:ext>
            </a:extLst>
          </p:cNvPr>
          <p:cNvCxnSpPr>
            <a:cxnSpLocks/>
            <a:stCxn id="87" idx="2"/>
            <a:endCxn id="90" idx="0"/>
          </p:cNvCxnSpPr>
          <p:nvPr/>
        </p:nvCxnSpPr>
        <p:spPr>
          <a:xfrm flipH="1">
            <a:off x="3891174" y="2150405"/>
            <a:ext cx="949576" cy="6883"/>
          </a:xfrm>
          <a:prstGeom prst="line">
            <a:avLst/>
          </a:prstGeom>
        </p:spPr>
        <p:style>
          <a:lnRef idx="2">
            <a:schemeClr val="dk1"/>
          </a:lnRef>
          <a:fillRef idx="0">
            <a:schemeClr val="dk1"/>
          </a:fillRef>
          <a:effectRef idx="1">
            <a:schemeClr val="dk1"/>
          </a:effectRef>
          <a:fontRef idx="minor">
            <a:schemeClr val="tx1"/>
          </a:fontRef>
        </p:style>
      </p:cxnSp>
      <p:cxnSp>
        <p:nvCxnSpPr>
          <p:cNvPr id="102" name="Straight Connector 101">
            <a:extLst>
              <a:ext uri="{FF2B5EF4-FFF2-40B4-BE49-F238E27FC236}">
                <a16:creationId xmlns:a16="http://schemas.microsoft.com/office/drawing/2014/main" id="{840C226F-92C0-F3DF-34E5-44A8E00C0154}"/>
              </a:ext>
            </a:extLst>
          </p:cNvPr>
          <p:cNvCxnSpPr>
            <a:cxnSpLocks/>
            <a:stCxn id="87" idx="2"/>
            <a:endCxn id="91" idx="4"/>
          </p:cNvCxnSpPr>
          <p:nvPr/>
        </p:nvCxnSpPr>
        <p:spPr>
          <a:xfrm flipH="1" flipV="1">
            <a:off x="4689875" y="1550064"/>
            <a:ext cx="150875" cy="600341"/>
          </a:xfrm>
          <a:prstGeom prst="line">
            <a:avLst/>
          </a:prstGeom>
        </p:spPr>
        <p:style>
          <a:lnRef idx="2">
            <a:schemeClr val="dk1"/>
          </a:lnRef>
          <a:fillRef idx="0">
            <a:schemeClr val="dk1"/>
          </a:fillRef>
          <a:effectRef idx="1">
            <a:schemeClr val="dk1"/>
          </a:effectRef>
          <a:fontRef idx="minor">
            <a:schemeClr val="tx1"/>
          </a:fontRef>
        </p:style>
      </p:cxnSp>
      <p:cxnSp>
        <p:nvCxnSpPr>
          <p:cNvPr id="103" name="Straight Connector 102">
            <a:extLst>
              <a:ext uri="{FF2B5EF4-FFF2-40B4-BE49-F238E27FC236}">
                <a16:creationId xmlns:a16="http://schemas.microsoft.com/office/drawing/2014/main" id="{41AE9BB0-6DC7-2320-51AA-CBF9445D5A5B}"/>
              </a:ext>
            </a:extLst>
          </p:cNvPr>
          <p:cNvCxnSpPr>
            <a:stCxn id="93" idx="4"/>
            <a:endCxn id="86" idx="0"/>
          </p:cNvCxnSpPr>
          <p:nvPr/>
        </p:nvCxnSpPr>
        <p:spPr>
          <a:xfrm flipH="1">
            <a:off x="7034183" y="1716322"/>
            <a:ext cx="107426" cy="293316"/>
          </a:xfrm>
          <a:prstGeom prst="line">
            <a:avLst/>
          </a:prstGeom>
        </p:spPr>
        <p:style>
          <a:lnRef idx="2">
            <a:schemeClr val="dk1"/>
          </a:lnRef>
          <a:fillRef idx="0">
            <a:schemeClr val="dk1"/>
          </a:fillRef>
          <a:effectRef idx="1">
            <a:schemeClr val="dk1"/>
          </a:effectRef>
          <a:fontRef idx="minor">
            <a:schemeClr val="tx1"/>
          </a:fontRef>
        </p:style>
      </p:cxnSp>
      <p:cxnSp>
        <p:nvCxnSpPr>
          <p:cNvPr id="104" name="Straight Connector 103">
            <a:extLst>
              <a:ext uri="{FF2B5EF4-FFF2-40B4-BE49-F238E27FC236}">
                <a16:creationId xmlns:a16="http://schemas.microsoft.com/office/drawing/2014/main" id="{7A456AA1-2D65-9900-DF10-C3257198FEB1}"/>
              </a:ext>
            </a:extLst>
          </p:cNvPr>
          <p:cNvCxnSpPr>
            <a:stCxn id="93" idx="7"/>
            <a:endCxn id="94" idx="2"/>
          </p:cNvCxnSpPr>
          <p:nvPr/>
        </p:nvCxnSpPr>
        <p:spPr>
          <a:xfrm flipV="1">
            <a:off x="7518360" y="1292053"/>
            <a:ext cx="550975" cy="122798"/>
          </a:xfrm>
          <a:prstGeom prst="line">
            <a:avLst/>
          </a:prstGeom>
        </p:spPr>
        <p:style>
          <a:lnRef idx="2">
            <a:schemeClr val="dk1"/>
          </a:lnRef>
          <a:fillRef idx="0">
            <a:schemeClr val="dk1"/>
          </a:fillRef>
          <a:effectRef idx="1">
            <a:schemeClr val="dk1"/>
          </a:effectRef>
          <a:fontRef idx="minor">
            <a:schemeClr val="tx1"/>
          </a:fontRef>
        </p:style>
      </p:cxnSp>
      <p:cxnSp>
        <p:nvCxnSpPr>
          <p:cNvPr id="105" name="Straight Connector 104">
            <a:extLst>
              <a:ext uri="{FF2B5EF4-FFF2-40B4-BE49-F238E27FC236}">
                <a16:creationId xmlns:a16="http://schemas.microsoft.com/office/drawing/2014/main" id="{AF2FB0F8-0EC8-E58B-14E2-1767A68FC456}"/>
              </a:ext>
            </a:extLst>
          </p:cNvPr>
          <p:cNvCxnSpPr>
            <a:stCxn id="93" idx="5"/>
            <a:endCxn id="95" idx="2"/>
          </p:cNvCxnSpPr>
          <p:nvPr/>
        </p:nvCxnSpPr>
        <p:spPr>
          <a:xfrm>
            <a:off x="7518360" y="1664598"/>
            <a:ext cx="550975" cy="129019"/>
          </a:xfrm>
          <a:prstGeom prst="line">
            <a:avLst/>
          </a:prstGeom>
        </p:spPr>
        <p:style>
          <a:lnRef idx="2">
            <a:schemeClr val="dk1"/>
          </a:lnRef>
          <a:fillRef idx="0">
            <a:schemeClr val="dk1"/>
          </a:fillRef>
          <a:effectRef idx="1">
            <a:schemeClr val="dk1"/>
          </a:effectRef>
          <a:fontRef idx="minor">
            <a:schemeClr val="tx1"/>
          </a:fontRef>
        </p:style>
      </p:cxnSp>
      <p:cxnSp>
        <p:nvCxnSpPr>
          <p:cNvPr id="106" name="Straight Connector 105">
            <a:extLst>
              <a:ext uri="{FF2B5EF4-FFF2-40B4-BE49-F238E27FC236}">
                <a16:creationId xmlns:a16="http://schemas.microsoft.com/office/drawing/2014/main" id="{35ED9552-AA29-81C6-532E-43C7C13C4D88}"/>
              </a:ext>
            </a:extLst>
          </p:cNvPr>
          <p:cNvCxnSpPr>
            <a:stCxn id="86" idx="3"/>
            <a:endCxn id="96" idx="2"/>
          </p:cNvCxnSpPr>
          <p:nvPr/>
        </p:nvCxnSpPr>
        <p:spPr>
          <a:xfrm>
            <a:off x="7530359" y="2150404"/>
            <a:ext cx="466765" cy="208999"/>
          </a:xfrm>
          <a:prstGeom prst="line">
            <a:avLst/>
          </a:prstGeom>
        </p:spPr>
        <p:style>
          <a:lnRef idx="2">
            <a:schemeClr val="dk1"/>
          </a:lnRef>
          <a:fillRef idx="0">
            <a:schemeClr val="dk1"/>
          </a:fillRef>
          <a:effectRef idx="1">
            <a:schemeClr val="dk1"/>
          </a:effectRef>
          <a:fontRef idx="minor">
            <a:schemeClr val="tx1"/>
          </a:fontRef>
        </p:style>
      </p:cxnSp>
      <p:sp>
        <p:nvSpPr>
          <p:cNvPr id="107" name="Rectangle 106">
            <a:extLst>
              <a:ext uri="{FF2B5EF4-FFF2-40B4-BE49-F238E27FC236}">
                <a16:creationId xmlns:a16="http://schemas.microsoft.com/office/drawing/2014/main" id="{E5261238-C058-4F05-5ECC-3130A23C481C}"/>
              </a:ext>
            </a:extLst>
          </p:cNvPr>
          <p:cNvSpPr/>
          <p:nvPr/>
        </p:nvSpPr>
        <p:spPr>
          <a:xfrm>
            <a:off x="5202296" y="3492376"/>
            <a:ext cx="992351" cy="281532"/>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0070C0"/>
                </a:solidFill>
              </a:rPr>
              <a:t>Doctor</a:t>
            </a:r>
          </a:p>
        </p:txBody>
      </p:sp>
      <p:sp>
        <p:nvSpPr>
          <p:cNvPr id="108" name="Rectangle 107">
            <a:extLst>
              <a:ext uri="{FF2B5EF4-FFF2-40B4-BE49-F238E27FC236}">
                <a16:creationId xmlns:a16="http://schemas.microsoft.com/office/drawing/2014/main" id="{BA6B753E-BA26-ACC8-55B5-3F2E1EEA92DC}"/>
              </a:ext>
            </a:extLst>
          </p:cNvPr>
          <p:cNvSpPr/>
          <p:nvPr/>
        </p:nvSpPr>
        <p:spPr>
          <a:xfrm>
            <a:off x="6538008" y="3492376"/>
            <a:ext cx="992351" cy="281532"/>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0070C0"/>
                </a:solidFill>
              </a:rPr>
              <a:t>Assistant</a:t>
            </a:r>
          </a:p>
        </p:txBody>
      </p:sp>
      <p:sp>
        <p:nvSpPr>
          <p:cNvPr id="109" name="Rectangle 108">
            <a:extLst>
              <a:ext uri="{FF2B5EF4-FFF2-40B4-BE49-F238E27FC236}">
                <a16:creationId xmlns:a16="http://schemas.microsoft.com/office/drawing/2014/main" id="{92D4946B-402A-D932-15A6-8408EEF65C5C}"/>
              </a:ext>
            </a:extLst>
          </p:cNvPr>
          <p:cNvSpPr/>
          <p:nvPr/>
        </p:nvSpPr>
        <p:spPr>
          <a:xfrm>
            <a:off x="7910351" y="3492376"/>
            <a:ext cx="992351" cy="281532"/>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0070C0"/>
                </a:solidFill>
              </a:rPr>
              <a:t>Nurse</a:t>
            </a:r>
          </a:p>
        </p:txBody>
      </p:sp>
      <p:sp>
        <p:nvSpPr>
          <p:cNvPr id="110" name="Oval 109">
            <a:extLst>
              <a:ext uri="{FF2B5EF4-FFF2-40B4-BE49-F238E27FC236}">
                <a16:creationId xmlns:a16="http://schemas.microsoft.com/office/drawing/2014/main" id="{D7FE8702-2FC2-703D-A186-80BE1686D5E0}"/>
              </a:ext>
            </a:extLst>
          </p:cNvPr>
          <p:cNvSpPr/>
          <p:nvPr/>
        </p:nvSpPr>
        <p:spPr>
          <a:xfrm>
            <a:off x="6968631" y="2934252"/>
            <a:ext cx="131104" cy="100763"/>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0" noProof="0" dirty="0"/>
          </a:p>
        </p:txBody>
      </p:sp>
      <p:cxnSp>
        <p:nvCxnSpPr>
          <p:cNvPr id="111" name="Straight Connector 110">
            <a:extLst>
              <a:ext uri="{FF2B5EF4-FFF2-40B4-BE49-F238E27FC236}">
                <a16:creationId xmlns:a16="http://schemas.microsoft.com/office/drawing/2014/main" id="{8C4275B7-A1C1-3CE1-71D4-ADC2B7966B12}"/>
              </a:ext>
            </a:extLst>
          </p:cNvPr>
          <p:cNvCxnSpPr>
            <a:stCxn id="86" idx="2"/>
            <a:endCxn id="110" idx="0"/>
          </p:cNvCxnSpPr>
          <p:nvPr/>
        </p:nvCxnSpPr>
        <p:spPr>
          <a:xfrm>
            <a:off x="7034183" y="2291170"/>
            <a:ext cx="0" cy="643082"/>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12" name="Straight Connector 111">
            <a:extLst>
              <a:ext uri="{FF2B5EF4-FFF2-40B4-BE49-F238E27FC236}">
                <a16:creationId xmlns:a16="http://schemas.microsoft.com/office/drawing/2014/main" id="{47A546C4-21AF-4E09-DCE1-876902CE1E97}"/>
              </a:ext>
            </a:extLst>
          </p:cNvPr>
          <p:cNvCxnSpPr>
            <a:stCxn id="110" idx="4"/>
            <a:endCxn id="108" idx="0"/>
          </p:cNvCxnSpPr>
          <p:nvPr/>
        </p:nvCxnSpPr>
        <p:spPr>
          <a:xfrm>
            <a:off x="7034183" y="3035015"/>
            <a:ext cx="0" cy="457360"/>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13" name="Connector: Elbow 112">
            <a:extLst>
              <a:ext uri="{FF2B5EF4-FFF2-40B4-BE49-F238E27FC236}">
                <a16:creationId xmlns:a16="http://schemas.microsoft.com/office/drawing/2014/main" id="{329FA2A2-C697-E8A5-0245-B99E9785BD71}"/>
              </a:ext>
            </a:extLst>
          </p:cNvPr>
          <p:cNvCxnSpPr>
            <a:stCxn id="110" idx="2"/>
            <a:endCxn id="107" idx="0"/>
          </p:cNvCxnSpPr>
          <p:nvPr/>
        </p:nvCxnSpPr>
        <p:spPr>
          <a:xfrm rot="10800000" flipV="1">
            <a:off x="5698471" y="2984633"/>
            <a:ext cx="1270160" cy="507742"/>
          </a:xfrm>
          <a:prstGeom prst="bentConnector2">
            <a:avLst/>
          </a:prstGeom>
          <a:ln w="38100" cmpd="dbl"/>
        </p:spPr>
        <p:style>
          <a:lnRef idx="2">
            <a:schemeClr val="dk1"/>
          </a:lnRef>
          <a:fillRef idx="0">
            <a:schemeClr val="dk1"/>
          </a:fillRef>
          <a:effectRef idx="1">
            <a:schemeClr val="dk1"/>
          </a:effectRef>
          <a:fontRef idx="minor">
            <a:schemeClr val="tx1"/>
          </a:fontRef>
        </p:style>
      </p:cxnSp>
      <p:cxnSp>
        <p:nvCxnSpPr>
          <p:cNvPr id="114" name="Connector: Elbow 113">
            <a:extLst>
              <a:ext uri="{FF2B5EF4-FFF2-40B4-BE49-F238E27FC236}">
                <a16:creationId xmlns:a16="http://schemas.microsoft.com/office/drawing/2014/main" id="{F3BA5490-5357-31BC-3CAA-7DDFF8DF172C}"/>
              </a:ext>
            </a:extLst>
          </p:cNvPr>
          <p:cNvCxnSpPr>
            <a:stCxn id="110" idx="6"/>
            <a:endCxn id="109" idx="0"/>
          </p:cNvCxnSpPr>
          <p:nvPr/>
        </p:nvCxnSpPr>
        <p:spPr>
          <a:xfrm>
            <a:off x="7099735" y="2984634"/>
            <a:ext cx="1306791" cy="507742"/>
          </a:xfrm>
          <a:prstGeom prst="bentConnector2">
            <a:avLst/>
          </a:prstGeom>
          <a:ln w="38100" cmpd="dbl"/>
        </p:spPr>
        <p:style>
          <a:lnRef idx="2">
            <a:schemeClr val="dk1"/>
          </a:lnRef>
          <a:fillRef idx="0">
            <a:schemeClr val="dk1"/>
          </a:fillRef>
          <a:effectRef idx="1">
            <a:schemeClr val="dk1"/>
          </a:effectRef>
          <a:fontRef idx="minor">
            <a:schemeClr val="tx1"/>
          </a:fontRef>
        </p:style>
      </p:cxnSp>
      <p:sp>
        <p:nvSpPr>
          <p:cNvPr id="115" name="Block Arc 114">
            <a:extLst>
              <a:ext uri="{FF2B5EF4-FFF2-40B4-BE49-F238E27FC236}">
                <a16:creationId xmlns:a16="http://schemas.microsoft.com/office/drawing/2014/main" id="{597A6156-D6B8-3B7A-DB58-8B82D415D978}"/>
              </a:ext>
            </a:extLst>
          </p:cNvPr>
          <p:cNvSpPr/>
          <p:nvPr/>
        </p:nvSpPr>
        <p:spPr>
          <a:xfrm flipV="1">
            <a:off x="6909071" y="3135778"/>
            <a:ext cx="262208" cy="201526"/>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0" noProof="0" dirty="0">
              <a:solidFill>
                <a:schemeClr val="tx1"/>
              </a:solidFill>
            </a:endParaRPr>
          </a:p>
        </p:txBody>
      </p:sp>
      <p:sp>
        <p:nvSpPr>
          <p:cNvPr id="116" name="Block Arc 115">
            <a:extLst>
              <a:ext uri="{FF2B5EF4-FFF2-40B4-BE49-F238E27FC236}">
                <a16:creationId xmlns:a16="http://schemas.microsoft.com/office/drawing/2014/main" id="{223D07D5-2BB4-D86A-8230-96150BDB6AEB}"/>
              </a:ext>
            </a:extLst>
          </p:cNvPr>
          <p:cNvSpPr/>
          <p:nvPr/>
        </p:nvSpPr>
        <p:spPr>
          <a:xfrm rot="16200000" flipV="1">
            <a:off x="7358799" y="2853529"/>
            <a:ext cx="201526" cy="262208"/>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0" noProof="0" dirty="0">
              <a:solidFill>
                <a:schemeClr val="tx1"/>
              </a:solidFill>
            </a:endParaRPr>
          </a:p>
        </p:txBody>
      </p:sp>
      <p:sp>
        <p:nvSpPr>
          <p:cNvPr id="117" name="Block Arc 116">
            <a:extLst>
              <a:ext uri="{FF2B5EF4-FFF2-40B4-BE49-F238E27FC236}">
                <a16:creationId xmlns:a16="http://schemas.microsoft.com/office/drawing/2014/main" id="{A23CA583-5587-C27F-4B01-EA9B77830DAD}"/>
              </a:ext>
            </a:extLst>
          </p:cNvPr>
          <p:cNvSpPr/>
          <p:nvPr/>
        </p:nvSpPr>
        <p:spPr>
          <a:xfrm rot="5400000" flipH="1" flipV="1">
            <a:off x="6508040" y="2853529"/>
            <a:ext cx="201526" cy="262208"/>
          </a:xfrm>
          <a:prstGeom prst="blockArc">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0" noProof="0" dirty="0">
              <a:solidFill>
                <a:schemeClr val="tx1"/>
              </a:solidFill>
            </a:endParaRPr>
          </a:p>
        </p:txBody>
      </p:sp>
      <p:sp>
        <p:nvSpPr>
          <p:cNvPr id="121" name="Oval 120">
            <a:extLst>
              <a:ext uri="{FF2B5EF4-FFF2-40B4-BE49-F238E27FC236}">
                <a16:creationId xmlns:a16="http://schemas.microsoft.com/office/drawing/2014/main" id="{D665CB82-590B-1712-EEE6-43EBE43DB36C}"/>
              </a:ext>
            </a:extLst>
          </p:cNvPr>
          <p:cNvSpPr/>
          <p:nvPr/>
        </p:nvSpPr>
        <p:spPr>
          <a:xfrm>
            <a:off x="4361230" y="2485796"/>
            <a:ext cx="1661565" cy="336720"/>
          </a:xfrm>
          <a:prstGeom prst="ellipse">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Specialisation</a:t>
            </a:r>
          </a:p>
        </p:txBody>
      </p:sp>
      <p:sp>
        <p:nvSpPr>
          <p:cNvPr id="122" name="Oval 121">
            <a:extLst>
              <a:ext uri="{FF2B5EF4-FFF2-40B4-BE49-F238E27FC236}">
                <a16:creationId xmlns:a16="http://schemas.microsoft.com/office/drawing/2014/main" id="{4F128431-DD03-6AEF-CF75-FFD93C9C60C2}"/>
              </a:ext>
            </a:extLst>
          </p:cNvPr>
          <p:cNvSpPr/>
          <p:nvPr/>
        </p:nvSpPr>
        <p:spPr>
          <a:xfrm>
            <a:off x="3327371" y="2658129"/>
            <a:ext cx="1085415" cy="336720"/>
          </a:xfrm>
          <a:prstGeom prst="ellipse">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Phone</a:t>
            </a:r>
          </a:p>
        </p:txBody>
      </p:sp>
      <p:cxnSp>
        <p:nvCxnSpPr>
          <p:cNvPr id="123" name="Straight Connector 122">
            <a:extLst>
              <a:ext uri="{FF2B5EF4-FFF2-40B4-BE49-F238E27FC236}">
                <a16:creationId xmlns:a16="http://schemas.microsoft.com/office/drawing/2014/main" id="{A8D2289B-102D-AA5D-7388-A0421F0B9FC1}"/>
              </a:ext>
            </a:extLst>
          </p:cNvPr>
          <p:cNvCxnSpPr>
            <a:cxnSpLocks/>
            <a:stCxn id="121" idx="4"/>
            <a:endCxn id="107" idx="0"/>
          </p:cNvCxnSpPr>
          <p:nvPr/>
        </p:nvCxnSpPr>
        <p:spPr>
          <a:xfrm>
            <a:off x="5192013" y="2822516"/>
            <a:ext cx="506459" cy="669860"/>
          </a:xfrm>
          <a:prstGeom prst="line">
            <a:avLst/>
          </a:prstGeom>
        </p:spPr>
        <p:style>
          <a:lnRef idx="2">
            <a:schemeClr val="dk1"/>
          </a:lnRef>
          <a:fillRef idx="0">
            <a:schemeClr val="dk1"/>
          </a:fillRef>
          <a:effectRef idx="1">
            <a:schemeClr val="dk1"/>
          </a:effectRef>
          <a:fontRef idx="minor">
            <a:schemeClr val="tx1"/>
          </a:fontRef>
        </p:style>
      </p:cxnSp>
      <p:cxnSp>
        <p:nvCxnSpPr>
          <p:cNvPr id="124" name="Straight Connector 123">
            <a:extLst>
              <a:ext uri="{FF2B5EF4-FFF2-40B4-BE49-F238E27FC236}">
                <a16:creationId xmlns:a16="http://schemas.microsoft.com/office/drawing/2014/main" id="{9C03FE7B-6658-274B-F87A-D71CBD78630C}"/>
              </a:ext>
            </a:extLst>
          </p:cNvPr>
          <p:cNvCxnSpPr>
            <a:cxnSpLocks/>
            <a:stCxn id="122" idx="6"/>
            <a:endCxn id="107" idx="0"/>
          </p:cNvCxnSpPr>
          <p:nvPr/>
        </p:nvCxnSpPr>
        <p:spPr>
          <a:xfrm>
            <a:off x="4412786" y="2826489"/>
            <a:ext cx="1285686" cy="665887"/>
          </a:xfrm>
          <a:prstGeom prst="line">
            <a:avLst/>
          </a:prstGeom>
        </p:spPr>
        <p:style>
          <a:lnRef idx="2">
            <a:schemeClr val="dk1"/>
          </a:lnRef>
          <a:fillRef idx="0">
            <a:schemeClr val="dk1"/>
          </a:fillRef>
          <a:effectRef idx="1">
            <a:schemeClr val="dk1"/>
          </a:effectRef>
          <a:fontRef idx="minor">
            <a:schemeClr val="tx1"/>
          </a:fontRef>
        </p:style>
      </p:cxnSp>
      <p:sp>
        <p:nvSpPr>
          <p:cNvPr id="125" name="Flowchart: Decision 124">
            <a:extLst>
              <a:ext uri="{FF2B5EF4-FFF2-40B4-BE49-F238E27FC236}">
                <a16:creationId xmlns:a16="http://schemas.microsoft.com/office/drawing/2014/main" id="{D9A6AA6D-F20E-5B70-5E7B-8443B5EE6D15}"/>
              </a:ext>
            </a:extLst>
          </p:cNvPr>
          <p:cNvSpPr/>
          <p:nvPr/>
        </p:nvSpPr>
        <p:spPr>
          <a:xfrm>
            <a:off x="3345552" y="3304780"/>
            <a:ext cx="1685141" cy="403543"/>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7030A0"/>
                </a:solidFill>
              </a:rPr>
              <a:t>Primary Doctor</a:t>
            </a:r>
            <a:endParaRPr lang="en-CA" sz="1200" noProof="0" dirty="0">
              <a:solidFill>
                <a:srgbClr val="7030A0"/>
              </a:solidFill>
            </a:endParaRPr>
          </a:p>
        </p:txBody>
      </p:sp>
      <p:sp>
        <p:nvSpPr>
          <p:cNvPr id="126" name="Flowchart: Decision 125">
            <a:extLst>
              <a:ext uri="{FF2B5EF4-FFF2-40B4-BE49-F238E27FC236}">
                <a16:creationId xmlns:a16="http://schemas.microsoft.com/office/drawing/2014/main" id="{AF540684-C94A-F504-CE0F-CAD19AC24007}"/>
              </a:ext>
            </a:extLst>
          </p:cNvPr>
          <p:cNvSpPr/>
          <p:nvPr/>
        </p:nvSpPr>
        <p:spPr>
          <a:xfrm>
            <a:off x="3863865" y="3801798"/>
            <a:ext cx="1782362" cy="336720"/>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7030A0"/>
                </a:solidFill>
              </a:rPr>
              <a:t>Treatment</a:t>
            </a:r>
            <a:endParaRPr lang="en-CA" sz="1200" noProof="0" dirty="0">
              <a:solidFill>
                <a:srgbClr val="7030A0"/>
              </a:solidFill>
            </a:endParaRPr>
          </a:p>
        </p:txBody>
      </p:sp>
      <p:cxnSp>
        <p:nvCxnSpPr>
          <p:cNvPr id="127" name="Straight Arrow Connector 126">
            <a:extLst>
              <a:ext uri="{FF2B5EF4-FFF2-40B4-BE49-F238E27FC236}">
                <a16:creationId xmlns:a16="http://schemas.microsoft.com/office/drawing/2014/main" id="{960FD97F-DF62-44DC-7BA7-6B64726B29DB}"/>
              </a:ext>
            </a:extLst>
          </p:cNvPr>
          <p:cNvCxnSpPr>
            <a:cxnSpLocks/>
            <a:stCxn id="125" idx="3"/>
            <a:endCxn id="107" idx="1"/>
          </p:cNvCxnSpPr>
          <p:nvPr/>
        </p:nvCxnSpPr>
        <p:spPr>
          <a:xfrm>
            <a:off x="5030693" y="3506552"/>
            <a:ext cx="171603" cy="1265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8" name="Straight Connector 127">
            <a:extLst>
              <a:ext uri="{FF2B5EF4-FFF2-40B4-BE49-F238E27FC236}">
                <a16:creationId xmlns:a16="http://schemas.microsoft.com/office/drawing/2014/main" id="{B6531A28-91C4-7C6D-4EFD-4D1CB933AEA9}"/>
              </a:ext>
            </a:extLst>
          </p:cNvPr>
          <p:cNvCxnSpPr>
            <a:cxnSpLocks/>
            <a:stCxn id="125" idx="2"/>
            <a:endCxn id="32" idx="0"/>
          </p:cNvCxnSpPr>
          <p:nvPr/>
        </p:nvCxnSpPr>
        <p:spPr>
          <a:xfrm flipH="1">
            <a:off x="3190716" y="3708323"/>
            <a:ext cx="997407" cy="214569"/>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23FA8BAB-499A-399C-6E7E-BF28E7FAF45C}"/>
              </a:ext>
            </a:extLst>
          </p:cNvPr>
          <p:cNvCxnSpPr>
            <a:cxnSpLocks/>
            <a:stCxn id="107" idx="1"/>
            <a:endCxn id="126" idx="0"/>
          </p:cNvCxnSpPr>
          <p:nvPr/>
        </p:nvCxnSpPr>
        <p:spPr>
          <a:xfrm flipH="1">
            <a:off x="4755046" y="3633142"/>
            <a:ext cx="447250" cy="168656"/>
          </a:xfrm>
          <a:prstGeom prst="line">
            <a:avLst/>
          </a:prstGeom>
        </p:spPr>
        <p:style>
          <a:lnRef idx="2">
            <a:schemeClr val="dk1"/>
          </a:lnRef>
          <a:fillRef idx="0">
            <a:schemeClr val="dk1"/>
          </a:fillRef>
          <a:effectRef idx="1">
            <a:schemeClr val="dk1"/>
          </a:effectRef>
          <a:fontRef idx="minor">
            <a:schemeClr val="tx1"/>
          </a:fontRef>
        </p:style>
      </p:cxnSp>
      <p:cxnSp>
        <p:nvCxnSpPr>
          <p:cNvPr id="130" name="Straight Connector 129">
            <a:extLst>
              <a:ext uri="{FF2B5EF4-FFF2-40B4-BE49-F238E27FC236}">
                <a16:creationId xmlns:a16="http://schemas.microsoft.com/office/drawing/2014/main" id="{2470D835-5ECD-B4B7-3CE6-7A9A3934FBC0}"/>
              </a:ext>
            </a:extLst>
          </p:cNvPr>
          <p:cNvCxnSpPr>
            <a:cxnSpLocks/>
            <a:stCxn id="126" idx="1"/>
            <a:endCxn id="32" idx="3"/>
          </p:cNvCxnSpPr>
          <p:nvPr/>
        </p:nvCxnSpPr>
        <p:spPr>
          <a:xfrm flipH="1">
            <a:off x="3680301" y="3970158"/>
            <a:ext cx="183564" cy="127983"/>
          </a:xfrm>
          <a:prstGeom prst="line">
            <a:avLst/>
          </a:prstGeom>
        </p:spPr>
        <p:style>
          <a:lnRef idx="2">
            <a:schemeClr val="dk1"/>
          </a:lnRef>
          <a:fillRef idx="0">
            <a:schemeClr val="dk1"/>
          </a:fillRef>
          <a:effectRef idx="1">
            <a:schemeClr val="dk1"/>
          </a:effectRef>
          <a:fontRef idx="minor">
            <a:schemeClr val="tx1"/>
          </a:fontRef>
        </p:style>
      </p:cxnSp>
      <p:sp>
        <p:nvSpPr>
          <p:cNvPr id="159" name="Flowchart: Decision 158">
            <a:extLst>
              <a:ext uri="{FF2B5EF4-FFF2-40B4-BE49-F238E27FC236}">
                <a16:creationId xmlns:a16="http://schemas.microsoft.com/office/drawing/2014/main" id="{7D89BD09-4CF4-3835-8B92-B9D63D2E2474}"/>
              </a:ext>
            </a:extLst>
          </p:cNvPr>
          <p:cNvSpPr/>
          <p:nvPr/>
        </p:nvSpPr>
        <p:spPr>
          <a:xfrm>
            <a:off x="5222681" y="4085076"/>
            <a:ext cx="1832113" cy="507742"/>
          </a:xfrm>
          <a:prstGeom prst="flowChartDecisi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7030A0"/>
                </a:solidFill>
              </a:rPr>
              <a:t>Interaction</a:t>
            </a:r>
            <a:endParaRPr lang="en-CA" sz="1200" noProof="0" dirty="0">
              <a:solidFill>
                <a:srgbClr val="7030A0"/>
              </a:solidFill>
            </a:endParaRPr>
          </a:p>
        </p:txBody>
      </p:sp>
      <p:cxnSp>
        <p:nvCxnSpPr>
          <p:cNvPr id="160" name="Straight Connector 159">
            <a:extLst>
              <a:ext uri="{FF2B5EF4-FFF2-40B4-BE49-F238E27FC236}">
                <a16:creationId xmlns:a16="http://schemas.microsoft.com/office/drawing/2014/main" id="{38FD0803-9BE5-2255-7C7D-68E8B7433BCE}"/>
              </a:ext>
            </a:extLst>
          </p:cNvPr>
          <p:cNvCxnSpPr>
            <a:cxnSpLocks/>
            <a:stCxn id="159" idx="1"/>
            <a:endCxn id="32" idx="3"/>
          </p:cNvCxnSpPr>
          <p:nvPr/>
        </p:nvCxnSpPr>
        <p:spPr>
          <a:xfrm flipH="1" flipV="1">
            <a:off x="3680301" y="4098141"/>
            <a:ext cx="1542380" cy="240806"/>
          </a:xfrm>
          <a:prstGeom prst="line">
            <a:avLst/>
          </a:prstGeom>
          <a:ln w="38100" cmpd="dbl"/>
        </p:spPr>
        <p:style>
          <a:lnRef idx="2">
            <a:schemeClr val="dk1"/>
          </a:lnRef>
          <a:fillRef idx="0">
            <a:schemeClr val="dk1"/>
          </a:fillRef>
          <a:effectRef idx="1">
            <a:schemeClr val="dk1"/>
          </a:effectRef>
          <a:fontRef idx="minor">
            <a:schemeClr val="tx1"/>
          </a:fontRef>
        </p:style>
      </p:cxnSp>
      <p:cxnSp>
        <p:nvCxnSpPr>
          <p:cNvPr id="161" name="Straight Arrow Connector 160">
            <a:extLst>
              <a:ext uri="{FF2B5EF4-FFF2-40B4-BE49-F238E27FC236}">
                <a16:creationId xmlns:a16="http://schemas.microsoft.com/office/drawing/2014/main" id="{B9412947-7633-50C7-0C73-42BEB7CE778C}"/>
              </a:ext>
            </a:extLst>
          </p:cNvPr>
          <p:cNvCxnSpPr>
            <a:cxnSpLocks/>
            <a:stCxn id="159" idx="0"/>
            <a:endCxn id="108" idx="1"/>
          </p:cNvCxnSpPr>
          <p:nvPr/>
        </p:nvCxnSpPr>
        <p:spPr>
          <a:xfrm flipV="1">
            <a:off x="6138738" y="3633142"/>
            <a:ext cx="399270" cy="45193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5" name="Oval 164">
            <a:extLst>
              <a:ext uri="{FF2B5EF4-FFF2-40B4-BE49-F238E27FC236}">
                <a16:creationId xmlns:a16="http://schemas.microsoft.com/office/drawing/2014/main" id="{973AD2D7-6292-8DF8-A872-79E4884FEC09}"/>
              </a:ext>
            </a:extLst>
          </p:cNvPr>
          <p:cNvSpPr/>
          <p:nvPr/>
        </p:nvSpPr>
        <p:spPr>
          <a:xfrm>
            <a:off x="7914232" y="4715132"/>
            <a:ext cx="1220715" cy="471919"/>
          </a:xfrm>
          <a:prstGeom prst="ellipse">
            <a:avLst/>
          </a:prstGeom>
          <a:solidFill>
            <a:schemeClr val="bg1"/>
          </a:solid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Seniority</a:t>
            </a:r>
          </a:p>
        </p:txBody>
      </p:sp>
      <p:sp>
        <p:nvSpPr>
          <p:cNvPr id="166" name="Oval 165">
            <a:extLst>
              <a:ext uri="{FF2B5EF4-FFF2-40B4-BE49-F238E27FC236}">
                <a16:creationId xmlns:a16="http://schemas.microsoft.com/office/drawing/2014/main" id="{3B6C0FC7-B971-9108-3CA1-6A9818794430}"/>
              </a:ext>
            </a:extLst>
          </p:cNvPr>
          <p:cNvSpPr/>
          <p:nvPr/>
        </p:nvSpPr>
        <p:spPr>
          <a:xfrm>
            <a:off x="6926671" y="4399655"/>
            <a:ext cx="1142664" cy="471919"/>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Start Date</a:t>
            </a:r>
          </a:p>
        </p:txBody>
      </p:sp>
      <p:cxnSp>
        <p:nvCxnSpPr>
          <p:cNvPr id="167" name="Straight Connector 166">
            <a:extLst>
              <a:ext uri="{FF2B5EF4-FFF2-40B4-BE49-F238E27FC236}">
                <a16:creationId xmlns:a16="http://schemas.microsoft.com/office/drawing/2014/main" id="{F0489D93-E5F0-F3C8-1497-2102D7FB88C6}"/>
              </a:ext>
            </a:extLst>
          </p:cNvPr>
          <p:cNvCxnSpPr>
            <a:cxnSpLocks/>
            <a:stCxn id="166" idx="0"/>
            <a:endCxn id="108" idx="2"/>
          </p:cNvCxnSpPr>
          <p:nvPr/>
        </p:nvCxnSpPr>
        <p:spPr>
          <a:xfrm flipH="1" flipV="1">
            <a:off x="7034184" y="3773908"/>
            <a:ext cx="463819" cy="625747"/>
          </a:xfrm>
          <a:prstGeom prst="line">
            <a:avLst/>
          </a:prstGeom>
        </p:spPr>
        <p:style>
          <a:lnRef idx="2">
            <a:schemeClr val="dk1"/>
          </a:lnRef>
          <a:fillRef idx="0">
            <a:schemeClr val="dk1"/>
          </a:fillRef>
          <a:effectRef idx="1">
            <a:schemeClr val="dk1"/>
          </a:effectRef>
          <a:fontRef idx="minor">
            <a:schemeClr val="tx1"/>
          </a:fontRef>
        </p:style>
      </p:cxnSp>
      <p:cxnSp>
        <p:nvCxnSpPr>
          <p:cNvPr id="168" name="Straight Connector 167">
            <a:extLst>
              <a:ext uri="{FF2B5EF4-FFF2-40B4-BE49-F238E27FC236}">
                <a16:creationId xmlns:a16="http://schemas.microsoft.com/office/drawing/2014/main" id="{26C8EF0E-766D-EA45-6D59-5165121E0304}"/>
              </a:ext>
            </a:extLst>
          </p:cNvPr>
          <p:cNvCxnSpPr>
            <a:cxnSpLocks/>
            <a:stCxn id="108" idx="2"/>
            <a:endCxn id="165" idx="0"/>
          </p:cNvCxnSpPr>
          <p:nvPr/>
        </p:nvCxnSpPr>
        <p:spPr>
          <a:xfrm>
            <a:off x="7034184" y="3773908"/>
            <a:ext cx="1490406" cy="941224"/>
          </a:xfrm>
          <a:prstGeom prst="line">
            <a:avLst/>
          </a:prstGeom>
        </p:spPr>
        <p:style>
          <a:lnRef idx="2">
            <a:schemeClr val="dk1"/>
          </a:lnRef>
          <a:fillRef idx="0">
            <a:schemeClr val="dk1"/>
          </a:fillRef>
          <a:effectRef idx="1">
            <a:schemeClr val="dk1"/>
          </a:effectRef>
          <a:fontRef idx="minor">
            <a:schemeClr val="tx1"/>
          </a:fontRef>
        </p:style>
      </p:cxnSp>
      <p:sp>
        <p:nvSpPr>
          <p:cNvPr id="178" name="Oval 177">
            <a:extLst>
              <a:ext uri="{FF2B5EF4-FFF2-40B4-BE49-F238E27FC236}">
                <a16:creationId xmlns:a16="http://schemas.microsoft.com/office/drawing/2014/main" id="{6A2A8C5E-1145-0D2C-D106-56DB7010372E}"/>
              </a:ext>
            </a:extLst>
          </p:cNvPr>
          <p:cNvSpPr/>
          <p:nvPr/>
        </p:nvSpPr>
        <p:spPr>
          <a:xfrm>
            <a:off x="8275009" y="3966715"/>
            <a:ext cx="859938" cy="537358"/>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dirty="0">
                <a:solidFill>
                  <a:srgbClr val="C00000"/>
                </a:solidFill>
              </a:rPr>
              <a:t>Rank</a:t>
            </a:r>
          </a:p>
        </p:txBody>
      </p:sp>
      <p:cxnSp>
        <p:nvCxnSpPr>
          <p:cNvPr id="179" name="Straight Connector 178">
            <a:extLst>
              <a:ext uri="{FF2B5EF4-FFF2-40B4-BE49-F238E27FC236}">
                <a16:creationId xmlns:a16="http://schemas.microsoft.com/office/drawing/2014/main" id="{521CAFDD-90FC-1D6A-617F-6BF5771EF018}"/>
              </a:ext>
            </a:extLst>
          </p:cNvPr>
          <p:cNvCxnSpPr>
            <a:cxnSpLocks/>
            <a:stCxn id="109" idx="2"/>
            <a:endCxn id="178" idx="0"/>
          </p:cNvCxnSpPr>
          <p:nvPr/>
        </p:nvCxnSpPr>
        <p:spPr>
          <a:xfrm>
            <a:off x="8406527" y="3773908"/>
            <a:ext cx="298451" cy="192807"/>
          </a:xfrm>
          <a:prstGeom prst="line">
            <a:avLst/>
          </a:prstGeom>
        </p:spPr>
        <p:style>
          <a:lnRef idx="2">
            <a:schemeClr val="dk1"/>
          </a:lnRef>
          <a:fillRef idx="0">
            <a:schemeClr val="dk1"/>
          </a:fillRef>
          <a:effectRef idx="1">
            <a:schemeClr val="dk1"/>
          </a:effectRef>
          <a:fontRef idx="minor">
            <a:schemeClr val="tx1"/>
          </a:fontRef>
        </p:style>
      </p:cxnSp>
      <p:sp>
        <p:nvSpPr>
          <p:cNvPr id="184" name="Flowchart: Decision 183">
            <a:extLst>
              <a:ext uri="{FF2B5EF4-FFF2-40B4-BE49-F238E27FC236}">
                <a16:creationId xmlns:a16="http://schemas.microsoft.com/office/drawing/2014/main" id="{BAFF10F3-0BF8-A3B5-0C29-D3F052C1DCFC}"/>
              </a:ext>
            </a:extLst>
          </p:cNvPr>
          <p:cNvSpPr/>
          <p:nvPr/>
        </p:nvSpPr>
        <p:spPr>
          <a:xfrm>
            <a:off x="9528000" y="3376125"/>
            <a:ext cx="1552101" cy="514033"/>
          </a:xfrm>
          <a:prstGeom prst="flowChartDecision">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7030A0"/>
                </a:solidFill>
              </a:rPr>
              <a:t>Related To</a:t>
            </a:r>
          </a:p>
        </p:txBody>
      </p:sp>
      <p:sp>
        <p:nvSpPr>
          <p:cNvPr id="185" name="Rectangle 184">
            <a:extLst>
              <a:ext uri="{FF2B5EF4-FFF2-40B4-BE49-F238E27FC236}">
                <a16:creationId xmlns:a16="http://schemas.microsoft.com/office/drawing/2014/main" id="{FAFE7BF2-0ABD-3AEE-8C61-66522FB0B0D2}"/>
              </a:ext>
            </a:extLst>
          </p:cNvPr>
          <p:cNvSpPr/>
          <p:nvPr/>
        </p:nvSpPr>
        <p:spPr>
          <a:xfrm>
            <a:off x="9745908" y="5617168"/>
            <a:ext cx="1090863" cy="338655"/>
          </a:xfrm>
          <a:prstGeom prst="rect">
            <a:avLst/>
          </a:prstGeom>
          <a:solidFill>
            <a:schemeClr val="bg1"/>
          </a:solidFill>
          <a:ln w="38100" cmpd="dbl">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0070C0"/>
                </a:solidFill>
              </a:rPr>
              <a:t>Shift</a:t>
            </a:r>
          </a:p>
        </p:txBody>
      </p:sp>
      <p:sp>
        <p:nvSpPr>
          <p:cNvPr id="186" name="Oval 185">
            <a:extLst>
              <a:ext uri="{FF2B5EF4-FFF2-40B4-BE49-F238E27FC236}">
                <a16:creationId xmlns:a16="http://schemas.microsoft.com/office/drawing/2014/main" id="{94F6B400-5CCD-5936-51FE-FB39FD840168}"/>
              </a:ext>
            </a:extLst>
          </p:cNvPr>
          <p:cNvSpPr/>
          <p:nvPr/>
        </p:nvSpPr>
        <p:spPr>
          <a:xfrm>
            <a:off x="11020603" y="5571988"/>
            <a:ext cx="1171397" cy="424858"/>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End</a:t>
            </a:r>
          </a:p>
        </p:txBody>
      </p:sp>
      <p:sp>
        <p:nvSpPr>
          <p:cNvPr id="187" name="Oval 186">
            <a:extLst>
              <a:ext uri="{FF2B5EF4-FFF2-40B4-BE49-F238E27FC236}">
                <a16:creationId xmlns:a16="http://schemas.microsoft.com/office/drawing/2014/main" id="{F67C85F7-3D29-859C-5927-95D35E49A119}"/>
              </a:ext>
            </a:extLst>
          </p:cNvPr>
          <p:cNvSpPr/>
          <p:nvPr/>
        </p:nvSpPr>
        <p:spPr>
          <a:xfrm>
            <a:off x="8043690" y="5579416"/>
            <a:ext cx="1171398" cy="424858"/>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noProof="0" dirty="0">
                <a:solidFill>
                  <a:srgbClr val="C00000"/>
                </a:solidFill>
              </a:rPr>
              <a:t>Start</a:t>
            </a:r>
          </a:p>
        </p:txBody>
      </p:sp>
      <p:cxnSp>
        <p:nvCxnSpPr>
          <p:cNvPr id="188" name="Straight Connector 187">
            <a:extLst>
              <a:ext uri="{FF2B5EF4-FFF2-40B4-BE49-F238E27FC236}">
                <a16:creationId xmlns:a16="http://schemas.microsoft.com/office/drawing/2014/main" id="{D5460EDB-9823-E776-B5DC-C33A26E03099}"/>
              </a:ext>
            </a:extLst>
          </p:cNvPr>
          <p:cNvCxnSpPr>
            <a:cxnSpLocks/>
            <a:stCxn id="187" idx="6"/>
            <a:endCxn id="185" idx="1"/>
          </p:cNvCxnSpPr>
          <p:nvPr/>
        </p:nvCxnSpPr>
        <p:spPr>
          <a:xfrm flipV="1">
            <a:off x="9215088" y="5786496"/>
            <a:ext cx="530820" cy="5349"/>
          </a:xfrm>
          <a:prstGeom prst="line">
            <a:avLst/>
          </a:prstGeom>
        </p:spPr>
        <p:style>
          <a:lnRef idx="2">
            <a:schemeClr val="dk1"/>
          </a:lnRef>
          <a:fillRef idx="0">
            <a:schemeClr val="dk1"/>
          </a:fillRef>
          <a:effectRef idx="1">
            <a:schemeClr val="dk1"/>
          </a:effectRef>
          <a:fontRef idx="minor">
            <a:schemeClr val="tx1"/>
          </a:fontRef>
        </p:style>
      </p:cxnSp>
      <p:cxnSp>
        <p:nvCxnSpPr>
          <p:cNvPr id="189" name="Straight Connector 188">
            <a:extLst>
              <a:ext uri="{FF2B5EF4-FFF2-40B4-BE49-F238E27FC236}">
                <a16:creationId xmlns:a16="http://schemas.microsoft.com/office/drawing/2014/main" id="{B346DD19-AD02-B7F5-0B07-7FD71E0841CF}"/>
              </a:ext>
            </a:extLst>
          </p:cNvPr>
          <p:cNvCxnSpPr>
            <a:stCxn id="185" idx="3"/>
            <a:endCxn id="186" idx="2"/>
          </p:cNvCxnSpPr>
          <p:nvPr/>
        </p:nvCxnSpPr>
        <p:spPr>
          <a:xfrm flipV="1">
            <a:off x="10836771" y="5784417"/>
            <a:ext cx="183832" cy="2079"/>
          </a:xfrm>
          <a:prstGeom prst="line">
            <a:avLst/>
          </a:prstGeom>
        </p:spPr>
        <p:style>
          <a:lnRef idx="2">
            <a:schemeClr val="dk1"/>
          </a:lnRef>
          <a:fillRef idx="0">
            <a:schemeClr val="dk1"/>
          </a:fillRef>
          <a:effectRef idx="1">
            <a:schemeClr val="dk1"/>
          </a:effectRef>
          <a:fontRef idx="minor">
            <a:schemeClr val="tx1"/>
          </a:fontRef>
        </p:style>
      </p:cxnSp>
      <p:cxnSp>
        <p:nvCxnSpPr>
          <p:cNvPr id="190" name="Straight Connector 189">
            <a:extLst>
              <a:ext uri="{FF2B5EF4-FFF2-40B4-BE49-F238E27FC236}">
                <a16:creationId xmlns:a16="http://schemas.microsoft.com/office/drawing/2014/main" id="{31C2E5DC-1A4A-EE1A-70FA-A86496FD5FF1}"/>
              </a:ext>
            </a:extLst>
          </p:cNvPr>
          <p:cNvCxnSpPr>
            <a:cxnSpLocks/>
            <a:stCxn id="184" idx="2"/>
            <a:endCxn id="185" idx="0"/>
          </p:cNvCxnSpPr>
          <p:nvPr/>
        </p:nvCxnSpPr>
        <p:spPr>
          <a:xfrm flipH="1">
            <a:off x="10291340" y="3890158"/>
            <a:ext cx="12711" cy="1727010"/>
          </a:xfrm>
          <a:prstGeom prst="line">
            <a:avLst/>
          </a:prstGeom>
          <a:ln w="38100" cmpd="dbl"/>
        </p:spPr>
        <p:style>
          <a:lnRef idx="2">
            <a:schemeClr val="dk1"/>
          </a:lnRef>
          <a:fillRef idx="0">
            <a:schemeClr val="dk1"/>
          </a:fillRef>
          <a:effectRef idx="1">
            <a:schemeClr val="dk1"/>
          </a:effectRef>
          <a:fontRef idx="minor">
            <a:schemeClr val="tx1"/>
          </a:fontRef>
        </p:style>
      </p:cxnSp>
      <p:sp>
        <p:nvSpPr>
          <p:cNvPr id="191" name="Oval 190">
            <a:extLst>
              <a:ext uri="{FF2B5EF4-FFF2-40B4-BE49-F238E27FC236}">
                <a16:creationId xmlns:a16="http://schemas.microsoft.com/office/drawing/2014/main" id="{61B918DA-FB21-469E-23D4-1AE6929C016E}"/>
              </a:ext>
            </a:extLst>
          </p:cNvPr>
          <p:cNvSpPr/>
          <p:nvPr/>
        </p:nvSpPr>
        <p:spPr>
          <a:xfrm>
            <a:off x="9705641" y="6282780"/>
            <a:ext cx="1171397" cy="424858"/>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u="sng" noProof="0" dirty="0">
                <a:solidFill>
                  <a:srgbClr val="C00000"/>
                </a:solidFill>
              </a:rPr>
              <a:t>Date</a:t>
            </a:r>
            <a:endParaRPr lang="en-CA" sz="1200" u="sng" noProof="0" dirty="0">
              <a:solidFill>
                <a:srgbClr val="C00000"/>
              </a:solidFill>
            </a:endParaRPr>
          </a:p>
        </p:txBody>
      </p:sp>
      <p:cxnSp>
        <p:nvCxnSpPr>
          <p:cNvPr id="192" name="Straight Connector 191">
            <a:extLst>
              <a:ext uri="{FF2B5EF4-FFF2-40B4-BE49-F238E27FC236}">
                <a16:creationId xmlns:a16="http://schemas.microsoft.com/office/drawing/2014/main" id="{C179DB58-9C3E-E8C6-82EA-55381CCBA21C}"/>
              </a:ext>
            </a:extLst>
          </p:cNvPr>
          <p:cNvCxnSpPr>
            <a:stCxn id="185" idx="2"/>
            <a:endCxn id="191" idx="0"/>
          </p:cNvCxnSpPr>
          <p:nvPr/>
        </p:nvCxnSpPr>
        <p:spPr>
          <a:xfrm>
            <a:off x="10291340" y="5955823"/>
            <a:ext cx="0" cy="326957"/>
          </a:xfrm>
          <a:prstGeom prst="line">
            <a:avLst/>
          </a:prstGeom>
        </p:spPr>
        <p:style>
          <a:lnRef idx="2">
            <a:schemeClr val="dk1"/>
          </a:lnRef>
          <a:fillRef idx="0">
            <a:schemeClr val="dk1"/>
          </a:fillRef>
          <a:effectRef idx="1">
            <a:schemeClr val="dk1"/>
          </a:effectRef>
          <a:fontRef idx="minor">
            <a:schemeClr val="tx1"/>
          </a:fontRef>
        </p:style>
      </p:cxnSp>
      <p:cxnSp>
        <p:nvCxnSpPr>
          <p:cNvPr id="213" name="Straight Arrow Connector 212">
            <a:extLst>
              <a:ext uri="{FF2B5EF4-FFF2-40B4-BE49-F238E27FC236}">
                <a16:creationId xmlns:a16="http://schemas.microsoft.com/office/drawing/2014/main" id="{4F8FCCB1-8ED0-27BA-D90E-49C49DF049A8}"/>
              </a:ext>
            </a:extLst>
          </p:cNvPr>
          <p:cNvCxnSpPr>
            <a:cxnSpLocks/>
            <a:stCxn id="184" idx="1"/>
            <a:endCxn id="109" idx="3"/>
          </p:cNvCxnSpPr>
          <p:nvPr/>
        </p:nvCxnSpPr>
        <p:spPr>
          <a:xfrm flipH="1">
            <a:off x="8902702" y="3633142"/>
            <a:ext cx="6252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8" name="TextBox 217">
            <a:extLst>
              <a:ext uri="{FF2B5EF4-FFF2-40B4-BE49-F238E27FC236}">
                <a16:creationId xmlns:a16="http://schemas.microsoft.com/office/drawing/2014/main" id="{6651CA68-BEDB-A6E3-8E77-A4704CE73152}"/>
              </a:ext>
            </a:extLst>
          </p:cNvPr>
          <p:cNvSpPr txBox="1"/>
          <p:nvPr/>
        </p:nvSpPr>
        <p:spPr>
          <a:xfrm>
            <a:off x="9846932" y="1884993"/>
            <a:ext cx="1567550" cy="646331"/>
          </a:xfrm>
          <a:prstGeom prst="rect">
            <a:avLst/>
          </a:prstGeom>
          <a:noFill/>
        </p:spPr>
        <p:txBody>
          <a:bodyPr wrap="square" rtlCol="0">
            <a:spAutoFit/>
          </a:bodyPr>
          <a:lstStyle/>
          <a:p>
            <a:pPr algn="ctr"/>
            <a:r>
              <a:rPr lang="en-US" b="1" dirty="0"/>
              <a:t>ANY QUESTIONS?</a:t>
            </a:r>
            <a:endParaRPr lang="en-CA" b="1" dirty="0"/>
          </a:p>
        </p:txBody>
      </p:sp>
      <p:sp>
        <p:nvSpPr>
          <p:cNvPr id="3" name="TextBox 2">
            <a:extLst>
              <a:ext uri="{FF2B5EF4-FFF2-40B4-BE49-F238E27FC236}">
                <a16:creationId xmlns:a16="http://schemas.microsoft.com/office/drawing/2014/main" id="{655159E4-414B-03B6-DBD9-E3AC10F4A1B3}"/>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29 of 30</a:t>
            </a:r>
          </a:p>
          <a:p>
            <a:pPr algn="r"/>
            <a:r>
              <a:rPr lang="en-CA" noProof="0" dirty="0">
                <a:solidFill>
                  <a:srgbClr val="002060"/>
                </a:solidFill>
              </a:rPr>
              <a:t>19 January 2026</a:t>
            </a:r>
          </a:p>
        </p:txBody>
      </p:sp>
    </p:spTree>
    <p:extLst>
      <p:ext uri="{BB962C8B-B14F-4D97-AF65-F5344CB8AC3E}">
        <p14:creationId xmlns:p14="http://schemas.microsoft.com/office/powerpoint/2010/main" val="180500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ppt_x"/>
                                          </p:val>
                                        </p:tav>
                                        <p:tav tm="100000">
                                          <p:val>
                                            <p:strVal val="#ppt_x"/>
                                          </p:val>
                                        </p:tav>
                                      </p:tavLst>
                                    </p:anim>
                                    <p:anim calcmode="lin" valueType="num">
                                      <p:cBhvr additive="base">
                                        <p:cTn id="12" dur="5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ppt_x"/>
                                          </p:val>
                                        </p:tav>
                                        <p:tav tm="100000">
                                          <p:val>
                                            <p:strVal val="#ppt_x"/>
                                          </p:val>
                                        </p:tav>
                                      </p:tavLst>
                                    </p:anim>
                                    <p:anim calcmode="lin" valueType="num">
                                      <p:cBhvr additive="base">
                                        <p:cTn id="16" dur="500" fill="hold"/>
                                        <p:tgtEl>
                                          <p:spTgt spid="3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500" fill="hold"/>
                                        <p:tgtEl>
                                          <p:spTgt spid="35"/>
                                        </p:tgtEl>
                                        <p:attrNameLst>
                                          <p:attrName>ppt_x</p:attrName>
                                        </p:attrNameLst>
                                      </p:cBhvr>
                                      <p:tavLst>
                                        <p:tav tm="0">
                                          <p:val>
                                            <p:strVal val="#ppt_x"/>
                                          </p:val>
                                        </p:tav>
                                        <p:tav tm="100000">
                                          <p:val>
                                            <p:strVal val="#ppt_x"/>
                                          </p:val>
                                        </p:tav>
                                      </p:tavLst>
                                    </p:anim>
                                    <p:anim calcmode="lin" valueType="num">
                                      <p:cBhvr additive="base">
                                        <p:cTn id="20" dur="500" fill="hold"/>
                                        <p:tgtEl>
                                          <p:spTgt spid="3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additive="base">
                                        <p:cTn id="23" dur="500" fill="hold"/>
                                        <p:tgtEl>
                                          <p:spTgt spid="36"/>
                                        </p:tgtEl>
                                        <p:attrNameLst>
                                          <p:attrName>ppt_x</p:attrName>
                                        </p:attrNameLst>
                                      </p:cBhvr>
                                      <p:tavLst>
                                        <p:tav tm="0">
                                          <p:val>
                                            <p:strVal val="#ppt_x"/>
                                          </p:val>
                                        </p:tav>
                                        <p:tav tm="100000">
                                          <p:val>
                                            <p:strVal val="#ppt_x"/>
                                          </p:val>
                                        </p:tav>
                                      </p:tavLst>
                                    </p:anim>
                                    <p:anim calcmode="lin" valueType="num">
                                      <p:cBhvr additive="base">
                                        <p:cTn id="24" dur="500" fill="hold"/>
                                        <p:tgtEl>
                                          <p:spTgt spid="3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additive="base">
                                        <p:cTn id="27" dur="500" fill="hold"/>
                                        <p:tgtEl>
                                          <p:spTgt spid="37"/>
                                        </p:tgtEl>
                                        <p:attrNameLst>
                                          <p:attrName>ppt_x</p:attrName>
                                        </p:attrNameLst>
                                      </p:cBhvr>
                                      <p:tavLst>
                                        <p:tav tm="0">
                                          <p:val>
                                            <p:strVal val="#ppt_x"/>
                                          </p:val>
                                        </p:tav>
                                        <p:tav tm="100000">
                                          <p:val>
                                            <p:strVal val="#ppt_x"/>
                                          </p:val>
                                        </p:tav>
                                      </p:tavLst>
                                    </p:anim>
                                    <p:anim calcmode="lin" valueType="num">
                                      <p:cBhvr additive="base">
                                        <p:cTn id="28" dur="500" fill="hold"/>
                                        <p:tgtEl>
                                          <p:spTgt spid="3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 calcmode="lin" valueType="num">
                                      <p:cBhvr additive="base">
                                        <p:cTn id="31" dur="500" fill="hold"/>
                                        <p:tgtEl>
                                          <p:spTgt spid="38"/>
                                        </p:tgtEl>
                                        <p:attrNameLst>
                                          <p:attrName>ppt_x</p:attrName>
                                        </p:attrNameLst>
                                      </p:cBhvr>
                                      <p:tavLst>
                                        <p:tav tm="0">
                                          <p:val>
                                            <p:strVal val="#ppt_x"/>
                                          </p:val>
                                        </p:tav>
                                        <p:tav tm="100000">
                                          <p:val>
                                            <p:strVal val="#ppt_x"/>
                                          </p:val>
                                        </p:tav>
                                      </p:tavLst>
                                    </p:anim>
                                    <p:anim calcmode="lin" valueType="num">
                                      <p:cBhvr additive="base">
                                        <p:cTn id="32" dur="500" fill="hold"/>
                                        <p:tgtEl>
                                          <p:spTgt spid="3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additive="base">
                                        <p:cTn id="35" dur="500" fill="hold"/>
                                        <p:tgtEl>
                                          <p:spTgt spid="39"/>
                                        </p:tgtEl>
                                        <p:attrNameLst>
                                          <p:attrName>ppt_x</p:attrName>
                                        </p:attrNameLst>
                                      </p:cBhvr>
                                      <p:tavLst>
                                        <p:tav tm="0">
                                          <p:val>
                                            <p:strVal val="#ppt_x"/>
                                          </p:val>
                                        </p:tav>
                                        <p:tav tm="100000">
                                          <p:val>
                                            <p:strVal val="#ppt_x"/>
                                          </p:val>
                                        </p:tav>
                                      </p:tavLst>
                                    </p:anim>
                                    <p:anim calcmode="lin" valueType="num">
                                      <p:cBhvr additive="base">
                                        <p:cTn id="36" dur="500" fill="hold"/>
                                        <p:tgtEl>
                                          <p:spTgt spid="3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anim calcmode="lin" valueType="num">
                                      <p:cBhvr additive="base">
                                        <p:cTn id="39" dur="500" fill="hold"/>
                                        <p:tgtEl>
                                          <p:spTgt spid="40"/>
                                        </p:tgtEl>
                                        <p:attrNameLst>
                                          <p:attrName>ppt_x</p:attrName>
                                        </p:attrNameLst>
                                      </p:cBhvr>
                                      <p:tavLst>
                                        <p:tav tm="0">
                                          <p:val>
                                            <p:strVal val="#ppt_x"/>
                                          </p:val>
                                        </p:tav>
                                        <p:tav tm="100000">
                                          <p:val>
                                            <p:strVal val="#ppt_x"/>
                                          </p:val>
                                        </p:tav>
                                      </p:tavLst>
                                    </p:anim>
                                    <p:anim calcmode="lin" valueType="num">
                                      <p:cBhvr additive="base">
                                        <p:cTn id="40" dur="500" fill="hold"/>
                                        <p:tgtEl>
                                          <p:spTgt spid="4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anim calcmode="lin" valueType="num">
                                      <p:cBhvr additive="base">
                                        <p:cTn id="43" dur="500" fill="hold"/>
                                        <p:tgtEl>
                                          <p:spTgt spid="41"/>
                                        </p:tgtEl>
                                        <p:attrNameLst>
                                          <p:attrName>ppt_x</p:attrName>
                                        </p:attrNameLst>
                                      </p:cBhvr>
                                      <p:tavLst>
                                        <p:tav tm="0">
                                          <p:val>
                                            <p:strVal val="#ppt_x"/>
                                          </p:val>
                                        </p:tav>
                                        <p:tav tm="100000">
                                          <p:val>
                                            <p:strVal val="#ppt_x"/>
                                          </p:val>
                                        </p:tav>
                                      </p:tavLst>
                                    </p:anim>
                                    <p:anim calcmode="lin" valueType="num">
                                      <p:cBhvr additive="base">
                                        <p:cTn id="44" dur="500" fill="hold"/>
                                        <p:tgtEl>
                                          <p:spTgt spid="4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anim calcmode="lin" valueType="num">
                                      <p:cBhvr additive="base">
                                        <p:cTn id="47" dur="500" fill="hold"/>
                                        <p:tgtEl>
                                          <p:spTgt spid="42"/>
                                        </p:tgtEl>
                                        <p:attrNameLst>
                                          <p:attrName>ppt_x</p:attrName>
                                        </p:attrNameLst>
                                      </p:cBhvr>
                                      <p:tavLst>
                                        <p:tav tm="0">
                                          <p:val>
                                            <p:strVal val="#ppt_x"/>
                                          </p:val>
                                        </p:tav>
                                        <p:tav tm="100000">
                                          <p:val>
                                            <p:strVal val="#ppt_x"/>
                                          </p:val>
                                        </p:tav>
                                      </p:tavLst>
                                    </p:anim>
                                    <p:anim calcmode="lin" valueType="num">
                                      <p:cBhvr additive="base">
                                        <p:cTn id="48" dur="500" fill="hold"/>
                                        <p:tgtEl>
                                          <p:spTgt spid="4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additive="base">
                                        <p:cTn id="51" dur="500" fill="hold"/>
                                        <p:tgtEl>
                                          <p:spTgt spid="43"/>
                                        </p:tgtEl>
                                        <p:attrNameLst>
                                          <p:attrName>ppt_x</p:attrName>
                                        </p:attrNameLst>
                                      </p:cBhvr>
                                      <p:tavLst>
                                        <p:tav tm="0">
                                          <p:val>
                                            <p:strVal val="#ppt_x"/>
                                          </p:val>
                                        </p:tav>
                                        <p:tav tm="100000">
                                          <p:val>
                                            <p:strVal val="#ppt_x"/>
                                          </p:val>
                                        </p:tav>
                                      </p:tavLst>
                                    </p:anim>
                                    <p:anim calcmode="lin" valueType="num">
                                      <p:cBhvr additive="base">
                                        <p:cTn id="52" dur="500" fill="hold"/>
                                        <p:tgtEl>
                                          <p:spTgt spid="4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additive="base">
                                        <p:cTn id="55" dur="500" fill="hold"/>
                                        <p:tgtEl>
                                          <p:spTgt spid="44"/>
                                        </p:tgtEl>
                                        <p:attrNameLst>
                                          <p:attrName>ppt_x</p:attrName>
                                        </p:attrNameLst>
                                      </p:cBhvr>
                                      <p:tavLst>
                                        <p:tav tm="0">
                                          <p:val>
                                            <p:strVal val="#ppt_x"/>
                                          </p:val>
                                        </p:tav>
                                        <p:tav tm="100000">
                                          <p:val>
                                            <p:strVal val="#ppt_x"/>
                                          </p:val>
                                        </p:tav>
                                      </p:tavLst>
                                    </p:anim>
                                    <p:anim calcmode="lin" valueType="num">
                                      <p:cBhvr additive="base">
                                        <p:cTn id="56" dur="500" fill="hold"/>
                                        <p:tgtEl>
                                          <p:spTgt spid="4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anim calcmode="lin" valueType="num">
                                      <p:cBhvr additive="base">
                                        <p:cTn id="59" dur="500" fill="hold"/>
                                        <p:tgtEl>
                                          <p:spTgt spid="45"/>
                                        </p:tgtEl>
                                        <p:attrNameLst>
                                          <p:attrName>ppt_x</p:attrName>
                                        </p:attrNameLst>
                                      </p:cBhvr>
                                      <p:tavLst>
                                        <p:tav tm="0">
                                          <p:val>
                                            <p:strVal val="#ppt_x"/>
                                          </p:val>
                                        </p:tav>
                                        <p:tav tm="100000">
                                          <p:val>
                                            <p:strVal val="#ppt_x"/>
                                          </p:val>
                                        </p:tav>
                                      </p:tavLst>
                                    </p:anim>
                                    <p:anim calcmode="lin" valueType="num">
                                      <p:cBhvr additive="base">
                                        <p:cTn id="60" dur="500" fill="hold"/>
                                        <p:tgtEl>
                                          <p:spTgt spid="45"/>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anim calcmode="lin" valueType="num">
                                      <p:cBhvr additive="base">
                                        <p:cTn id="63" dur="500" fill="hold"/>
                                        <p:tgtEl>
                                          <p:spTgt spid="46"/>
                                        </p:tgtEl>
                                        <p:attrNameLst>
                                          <p:attrName>ppt_x</p:attrName>
                                        </p:attrNameLst>
                                      </p:cBhvr>
                                      <p:tavLst>
                                        <p:tav tm="0">
                                          <p:val>
                                            <p:strVal val="#ppt_x"/>
                                          </p:val>
                                        </p:tav>
                                        <p:tav tm="100000">
                                          <p:val>
                                            <p:strVal val="#ppt_x"/>
                                          </p:val>
                                        </p:tav>
                                      </p:tavLst>
                                    </p:anim>
                                    <p:anim calcmode="lin" valueType="num">
                                      <p:cBhvr additive="base">
                                        <p:cTn id="64" dur="500" fill="hold"/>
                                        <p:tgtEl>
                                          <p:spTgt spid="46"/>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47"/>
                                        </p:tgtEl>
                                        <p:attrNameLst>
                                          <p:attrName>style.visibility</p:attrName>
                                        </p:attrNameLst>
                                      </p:cBhvr>
                                      <p:to>
                                        <p:strVal val="visible"/>
                                      </p:to>
                                    </p:set>
                                    <p:anim calcmode="lin" valueType="num">
                                      <p:cBhvr additive="base">
                                        <p:cTn id="67" dur="500" fill="hold"/>
                                        <p:tgtEl>
                                          <p:spTgt spid="47"/>
                                        </p:tgtEl>
                                        <p:attrNameLst>
                                          <p:attrName>ppt_x</p:attrName>
                                        </p:attrNameLst>
                                      </p:cBhvr>
                                      <p:tavLst>
                                        <p:tav tm="0">
                                          <p:val>
                                            <p:strVal val="#ppt_x"/>
                                          </p:val>
                                        </p:tav>
                                        <p:tav tm="100000">
                                          <p:val>
                                            <p:strVal val="#ppt_x"/>
                                          </p:val>
                                        </p:tav>
                                      </p:tavLst>
                                    </p:anim>
                                    <p:anim calcmode="lin" valueType="num">
                                      <p:cBhvr additive="base">
                                        <p:cTn id="68" dur="500" fill="hold"/>
                                        <p:tgtEl>
                                          <p:spTgt spid="47"/>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48"/>
                                        </p:tgtEl>
                                        <p:attrNameLst>
                                          <p:attrName>style.visibility</p:attrName>
                                        </p:attrNameLst>
                                      </p:cBhvr>
                                      <p:to>
                                        <p:strVal val="visible"/>
                                      </p:to>
                                    </p:set>
                                    <p:anim calcmode="lin" valueType="num">
                                      <p:cBhvr additive="base">
                                        <p:cTn id="71" dur="500" fill="hold"/>
                                        <p:tgtEl>
                                          <p:spTgt spid="48"/>
                                        </p:tgtEl>
                                        <p:attrNameLst>
                                          <p:attrName>ppt_x</p:attrName>
                                        </p:attrNameLst>
                                      </p:cBhvr>
                                      <p:tavLst>
                                        <p:tav tm="0">
                                          <p:val>
                                            <p:strVal val="#ppt_x"/>
                                          </p:val>
                                        </p:tav>
                                        <p:tav tm="100000">
                                          <p:val>
                                            <p:strVal val="#ppt_x"/>
                                          </p:val>
                                        </p:tav>
                                      </p:tavLst>
                                    </p:anim>
                                    <p:anim calcmode="lin" valueType="num">
                                      <p:cBhvr additive="base">
                                        <p:cTn id="72" dur="500" fill="hold"/>
                                        <p:tgtEl>
                                          <p:spTgt spid="48"/>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49"/>
                                        </p:tgtEl>
                                        <p:attrNameLst>
                                          <p:attrName>style.visibility</p:attrName>
                                        </p:attrNameLst>
                                      </p:cBhvr>
                                      <p:to>
                                        <p:strVal val="visible"/>
                                      </p:to>
                                    </p:set>
                                    <p:anim calcmode="lin" valueType="num">
                                      <p:cBhvr additive="base">
                                        <p:cTn id="75" dur="500" fill="hold"/>
                                        <p:tgtEl>
                                          <p:spTgt spid="49"/>
                                        </p:tgtEl>
                                        <p:attrNameLst>
                                          <p:attrName>ppt_x</p:attrName>
                                        </p:attrNameLst>
                                      </p:cBhvr>
                                      <p:tavLst>
                                        <p:tav tm="0">
                                          <p:val>
                                            <p:strVal val="#ppt_x"/>
                                          </p:val>
                                        </p:tav>
                                        <p:tav tm="100000">
                                          <p:val>
                                            <p:strVal val="#ppt_x"/>
                                          </p:val>
                                        </p:tav>
                                      </p:tavLst>
                                    </p:anim>
                                    <p:anim calcmode="lin" valueType="num">
                                      <p:cBhvr additive="base">
                                        <p:cTn id="76" dur="500" fill="hold"/>
                                        <p:tgtEl>
                                          <p:spTgt spid="49"/>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50"/>
                                        </p:tgtEl>
                                        <p:attrNameLst>
                                          <p:attrName>style.visibility</p:attrName>
                                        </p:attrNameLst>
                                      </p:cBhvr>
                                      <p:to>
                                        <p:strVal val="visible"/>
                                      </p:to>
                                    </p:set>
                                    <p:anim calcmode="lin" valueType="num">
                                      <p:cBhvr additive="base">
                                        <p:cTn id="79" dur="500" fill="hold"/>
                                        <p:tgtEl>
                                          <p:spTgt spid="50"/>
                                        </p:tgtEl>
                                        <p:attrNameLst>
                                          <p:attrName>ppt_x</p:attrName>
                                        </p:attrNameLst>
                                      </p:cBhvr>
                                      <p:tavLst>
                                        <p:tav tm="0">
                                          <p:val>
                                            <p:strVal val="#ppt_x"/>
                                          </p:val>
                                        </p:tav>
                                        <p:tav tm="100000">
                                          <p:val>
                                            <p:strVal val="#ppt_x"/>
                                          </p:val>
                                        </p:tav>
                                      </p:tavLst>
                                    </p:anim>
                                    <p:anim calcmode="lin" valueType="num">
                                      <p:cBhvr additive="base">
                                        <p:cTn id="80" dur="500" fill="hold"/>
                                        <p:tgtEl>
                                          <p:spTgt spid="50"/>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51"/>
                                        </p:tgtEl>
                                        <p:attrNameLst>
                                          <p:attrName>style.visibility</p:attrName>
                                        </p:attrNameLst>
                                      </p:cBhvr>
                                      <p:to>
                                        <p:strVal val="visible"/>
                                      </p:to>
                                    </p:set>
                                    <p:anim calcmode="lin" valueType="num">
                                      <p:cBhvr additive="base">
                                        <p:cTn id="83" dur="500" fill="hold"/>
                                        <p:tgtEl>
                                          <p:spTgt spid="51"/>
                                        </p:tgtEl>
                                        <p:attrNameLst>
                                          <p:attrName>ppt_x</p:attrName>
                                        </p:attrNameLst>
                                      </p:cBhvr>
                                      <p:tavLst>
                                        <p:tav tm="0">
                                          <p:val>
                                            <p:strVal val="#ppt_x"/>
                                          </p:val>
                                        </p:tav>
                                        <p:tav tm="100000">
                                          <p:val>
                                            <p:strVal val="#ppt_x"/>
                                          </p:val>
                                        </p:tav>
                                      </p:tavLst>
                                    </p:anim>
                                    <p:anim calcmode="lin" valueType="num">
                                      <p:cBhvr additive="base">
                                        <p:cTn id="84" dur="500" fill="hold"/>
                                        <p:tgtEl>
                                          <p:spTgt spid="51"/>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52"/>
                                        </p:tgtEl>
                                        <p:attrNameLst>
                                          <p:attrName>style.visibility</p:attrName>
                                        </p:attrNameLst>
                                      </p:cBhvr>
                                      <p:to>
                                        <p:strVal val="visible"/>
                                      </p:to>
                                    </p:set>
                                    <p:anim calcmode="lin" valueType="num">
                                      <p:cBhvr additive="base">
                                        <p:cTn id="87" dur="500" fill="hold"/>
                                        <p:tgtEl>
                                          <p:spTgt spid="52"/>
                                        </p:tgtEl>
                                        <p:attrNameLst>
                                          <p:attrName>ppt_x</p:attrName>
                                        </p:attrNameLst>
                                      </p:cBhvr>
                                      <p:tavLst>
                                        <p:tav tm="0">
                                          <p:val>
                                            <p:strVal val="#ppt_x"/>
                                          </p:val>
                                        </p:tav>
                                        <p:tav tm="100000">
                                          <p:val>
                                            <p:strVal val="#ppt_x"/>
                                          </p:val>
                                        </p:tav>
                                      </p:tavLst>
                                    </p:anim>
                                    <p:anim calcmode="lin" valueType="num">
                                      <p:cBhvr additive="base">
                                        <p:cTn id="88" dur="500" fill="hold"/>
                                        <p:tgtEl>
                                          <p:spTgt spid="52"/>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53"/>
                                        </p:tgtEl>
                                        <p:attrNameLst>
                                          <p:attrName>style.visibility</p:attrName>
                                        </p:attrNameLst>
                                      </p:cBhvr>
                                      <p:to>
                                        <p:strVal val="visible"/>
                                      </p:to>
                                    </p:set>
                                    <p:anim calcmode="lin" valueType="num">
                                      <p:cBhvr additive="base">
                                        <p:cTn id="91" dur="500" fill="hold"/>
                                        <p:tgtEl>
                                          <p:spTgt spid="53"/>
                                        </p:tgtEl>
                                        <p:attrNameLst>
                                          <p:attrName>ppt_x</p:attrName>
                                        </p:attrNameLst>
                                      </p:cBhvr>
                                      <p:tavLst>
                                        <p:tav tm="0">
                                          <p:val>
                                            <p:strVal val="#ppt_x"/>
                                          </p:val>
                                        </p:tav>
                                        <p:tav tm="100000">
                                          <p:val>
                                            <p:strVal val="#ppt_x"/>
                                          </p:val>
                                        </p:tav>
                                      </p:tavLst>
                                    </p:anim>
                                    <p:anim calcmode="lin" valueType="num">
                                      <p:cBhvr additive="base">
                                        <p:cTn id="92" dur="500" fill="hold"/>
                                        <p:tgtEl>
                                          <p:spTgt spid="53"/>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54"/>
                                        </p:tgtEl>
                                        <p:attrNameLst>
                                          <p:attrName>style.visibility</p:attrName>
                                        </p:attrNameLst>
                                      </p:cBhvr>
                                      <p:to>
                                        <p:strVal val="visible"/>
                                      </p:to>
                                    </p:set>
                                    <p:anim calcmode="lin" valueType="num">
                                      <p:cBhvr additive="base">
                                        <p:cTn id="95" dur="500" fill="hold"/>
                                        <p:tgtEl>
                                          <p:spTgt spid="54"/>
                                        </p:tgtEl>
                                        <p:attrNameLst>
                                          <p:attrName>ppt_x</p:attrName>
                                        </p:attrNameLst>
                                      </p:cBhvr>
                                      <p:tavLst>
                                        <p:tav tm="0">
                                          <p:val>
                                            <p:strVal val="#ppt_x"/>
                                          </p:val>
                                        </p:tav>
                                        <p:tav tm="100000">
                                          <p:val>
                                            <p:strVal val="#ppt_x"/>
                                          </p:val>
                                        </p:tav>
                                      </p:tavLst>
                                    </p:anim>
                                    <p:anim calcmode="lin" valueType="num">
                                      <p:cBhvr additive="base">
                                        <p:cTn id="96" dur="500" fill="hold"/>
                                        <p:tgtEl>
                                          <p:spTgt spid="54"/>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55"/>
                                        </p:tgtEl>
                                        <p:attrNameLst>
                                          <p:attrName>style.visibility</p:attrName>
                                        </p:attrNameLst>
                                      </p:cBhvr>
                                      <p:to>
                                        <p:strVal val="visible"/>
                                      </p:to>
                                    </p:set>
                                    <p:anim calcmode="lin" valueType="num">
                                      <p:cBhvr additive="base">
                                        <p:cTn id="99" dur="500" fill="hold"/>
                                        <p:tgtEl>
                                          <p:spTgt spid="55"/>
                                        </p:tgtEl>
                                        <p:attrNameLst>
                                          <p:attrName>ppt_x</p:attrName>
                                        </p:attrNameLst>
                                      </p:cBhvr>
                                      <p:tavLst>
                                        <p:tav tm="0">
                                          <p:val>
                                            <p:strVal val="#ppt_x"/>
                                          </p:val>
                                        </p:tav>
                                        <p:tav tm="100000">
                                          <p:val>
                                            <p:strVal val="#ppt_x"/>
                                          </p:val>
                                        </p:tav>
                                      </p:tavLst>
                                    </p:anim>
                                    <p:anim calcmode="lin" valueType="num">
                                      <p:cBhvr additive="base">
                                        <p:cTn id="100" dur="500" fill="hold"/>
                                        <p:tgtEl>
                                          <p:spTgt spid="55"/>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56"/>
                                        </p:tgtEl>
                                        <p:attrNameLst>
                                          <p:attrName>style.visibility</p:attrName>
                                        </p:attrNameLst>
                                      </p:cBhvr>
                                      <p:to>
                                        <p:strVal val="visible"/>
                                      </p:to>
                                    </p:set>
                                    <p:anim calcmode="lin" valueType="num">
                                      <p:cBhvr additive="base">
                                        <p:cTn id="103" dur="500" fill="hold"/>
                                        <p:tgtEl>
                                          <p:spTgt spid="56"/>
                                        </p:tgtEl>
                                        <p:attrNameLst>
                                          <p:attrName>ppt_x</p:attrName>
                                        </p:attrNameLst>
                                      </p:cBhvr>
                                      <p:tavLst>
                                        <p:tav tm="0">
                                          <p:val>
                                            <p:strVal val="#ppt_x"/>
                                          </p:val>
                                        </p:tav>
                                        <p:tav tm="100000">
                                          <p:val>
                                            <p:strVal val="#ppt_x"/>
                                          </p:val>
                                        </p:tav>
                                      </p:tavLst>
                                    </p:anim>
                                    <p:anim calcmode="lin" valueType="num">
                                      <p:cBhvr additive="base">
                                        <p:cTn id="104" dur="500" fill="hold"/>
                                        <p:tgtEl>
                                          <p:spTgt spid="56"/>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57"/>
                                        </p:tgtEl>
                                        <p:attrNameLst>
                                          <p:attrName>style.visibility</p:attrName>
                                        </p:attrNameLst>
                                      </p:cBhvr>
                                      <p:to>
                                        <p:strVal val="visible"/>
                                      </p:to>
                                    </p:set>
                                    <p:anim calcmode="lin" valueType="num">
                                      <p:cBhvr additive="base">
                                        <p:cTn id="107" dur="500" fill="hold"/>
                                        <p:tgtEl>
                                          <p:spTgt spid="57"/>
                                        </p:tgtEl>
                                        <p:attrNameLst>
                                          <p:attrName>ppt_x</p:attrName>
                                        </p:attrNameLst>
                                      </p:cBhvr>
                                      <p:tavLst>
                                        <p:tav tm="0">
                                          <p:val>
                                            <p:strVal val="#ppt_x"/>
                                          </p:val>
                                        </p:tav>
                                        <p:tav tm="100000">
                                          <p:val>
                                            <p:strVal val="#ppt_x"/>
                                          </p:val>
                                        </p:tav>
                                      </p:tavLst>
                                    </p:anim>
                                    <p:anim calcmode="lin" valueType="num">
                                      <p:cBhvr additive="base">
                                        <p:cTn id="108" dur="500" fill="hold"/>
                                        <p:tgtEl>
                                          <p:spTgt spid="57"/>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58"/>
                                        </p:tgtEl>
                                        <p:attrNameLst>
                                          <p:attrName>style.visibility</p:attrName>
                                        </p:attrNameLst>
                                      </p:cBhvr>
                                      <p:to>
                                        <p:strVal val="visible"/>
                                      </p:to>
                                    </p:set>
                                    <p:anim calcmode="lin" valueType="num">
                                      <p:cBhvr additive="base">
                                        <p:cTn id="111" dur="500" fill="hold"/>
                                        <p:tgtEl>
                                          <p:spTgt spid="58"/>
                                        </p:tgtEl>
                                        <p:attrNameLst>
                                          <p:attrName>ppt_x</p:attrName>
                                        </p:attrNameLst>
                                      </p:cBhvr>
                                      <p:tavLst>
                                        <p:tav tm="0">
                                          <p:val>
                                            <p:strVal val="#ppt_x"/>
                                          </p:val>
                                        </p:tav>
                                        <p:tav tm="100000">
                                          <p:val>
                                            <p:strVal val="#ppt_x"/>
                                          </p:val>
                                        </p:tav>
                                      </p:tavLst>
                                    </p:anim>
                                    <p:anim calcmode="lin" valueType="num">
                                      <p:cBhvr additive="base">
                                        <p:cTn id="112" dur="500" fill="hold"/>
                                        <p:tgtEl>
                                          <p:spTgt spid="58"/>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59"/>
                                        </p:tgtEl>
                                        <p:attrNameLst>
                                          <p:attrName>style.visibility</p:attrName>
                                        </p:attrNameLst>
                                      </p:cBhvr>
                                      <p:to>
                                        <p:strVal val="visible"/>
                                      </p:to>
                                    </p:set>
                                    <p:anim calcmode="lin" valueType="num">
                                      <p:cBhvr additive="base">
                                        <p:cTn id="115" dur="500" fill="hold"/>
                                        <p:tgtEl>
                                          <p:spTgt spid="59"/>
                                        </p:tgtEl>
                                        <p:attrNameLst>
                                          <p:attrName>ppt_x</p:attrName>
                                        </p:attrNameLst>
                                      </p:cBhvr>
                                      <p:tavLst>
                                        <p:tav tm="0">
                                          <p:val>
                                            <p:strVal val="#ppt_x"/>
                                          </p:val>
                                        </p:tav>
                                        <p:tav tm="100000">
                                          <p:val>
                                            <p:strVal val="#ppt_x"/>
                                          </p:val>
                                        </p:tav>
                                      </p:tavLst>
                                    </p:anim>
                                    <p:anim calcmode="lin" valueType="num">
                                      <p:cBhvr additive="base">
                                        <p:cTn id="116" dur="500" fill="hold"/>
                                        <p:tgtEl>
                                          <p:spTgt spid="59"/>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61"/>
                                        </p:tgtEl>
                                        <p:attrNameLst>
                                          <p:attrName>style.visibility</p:attrName>
                                        </p:attrNameLst>
                                      </p:cBhvr>
                                      <p:to>
                                        <p:strVal val="visible"/>
                                      </p:to>
                                    </p:set>
                                    <p:anim calcmode="lin" valueType="num">
                                      <p:cBhvr additive="base">
                                        <p:cTn id="119" dur="500" fill="hold"/>
                                        <p:tgtEl>
                                          <p:spTgt spid="61"/>
                                        </p:tgtEl>
                                        <p:attrNameLst>
                                          <p:attrName>ppt_x</p:attrName>
                                        </p:attrNameLst>
                                      </p:cBhvr>
                                      <p:tavLst>
                                        <p:tav tm="0">
                                          <p:val>
                                            <p:strVal val="#ppt_x"/>
                                          </p:val>
                                        </p:tav>
                                        <p:tav tm="100000">
                                          <p:val>
                                            <p:strVal val="#ppt_x"/>
                                          </p:val>
                                        </p:tav>
                                      </p:tavLst>
                                    </p:anim>
                                    <p:anim calcmode="lin" valueType="num">
                                      <p:cBhvr additive="base">
                                        <p:cTn id="120" dur="500" fill="hold"/>
                                        <p:tgtEl>
                                          <p:spTgt spid="61"/>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62"/>
                                        </p:tgtEl>
                                        <p:attrNameLst>
                                          <p:attrName>style.visibility</p:attrName>
                                        </p:attrNameLst>
                                      </p:cBhvr>
                                      <p:to>
                                        <p:strVal val="visible"/>
                                      </p:to>
                                    </p:set>
                                    <p:anim calcmode="lin" valueType="num">
                                      <p:cBhvr additive="base">
                                        <p:cTn id="123" dur="500" fill="hold"/>
                                        <p:tgtEl>
                                          <p:spTgt spid="62"/>
                                        </p:tgtEl>
                                        <p:attrNameLst>
                                          <p:attrName>ppt_x</p:attrName>
                                        </p:attrNameLst>
                                      </p:cBhvr>
                                      <p:tavLst>
                                        <p:tav tm="0">
                                          <p:val>
                                            <p:strVal val="#ppt_x"/>
                                          </p:val>
                                        </p:tav>
                                        <p:tav tm="100000">
                                          <p:val>
                                            <p:strVal val="#ppt_x"/>
                                          </p:val>
                                        </p:tav>
                                      </p:tavLst>
                                    </p:anim>
                                    <p:anim calcmode="lin" valueType="num">
                                      <p:cBhvr additive="base">
                                        <p:cTn id="124" dur="500" fill="hold"/>
                                        <p:tgtEl>
                                          <p:spTgt spid="62"/>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63"/>
                                        </p:tgtEl>
                                        <p:attrNameLst>
                                          <p:attrName>style.visibility</p:attrName>
                                        </p:attrNameLst>
                                      </p:cBhvr>
                                      <p:to>
                                        <p:strVal val="visible"/>
                                      </p:to>
                                    </p:set>
                                    <p:anim calcmode="lin" valueType="num">
                                      <p:cBhvr additive="base">
                                        <p:cTn id="127" dur="500" fill="hold"/>
                                        <p:tgtEl>
                                          <p:spTgt spid="63"/>
                                        </p:tgtEl>
                                        <p:attrNameLst>
                                          <p:attrName>ppt_x</p:attrName>
                                        </p:attrNameLst>
                                      </p:cBhvr>
                                      <p:tavLst>
                                        <p:tav tm="0">
                                          <p:val>
                                            <p:strVal val="#ppt_x"/>
                                          </p:val>
                                        </p:tav>
                                        <p:tav tm="100000">
                                          <p:val>
                                            <p:strVal val="#ppt_x"/>
                                          </p:val>
                                        </p:tav>
                                      </p:tavLst>
                                    </p:anim>
                                    <p:anim calcmode="lin" valueType="num">
                                      <p:cBhvr additive="base">
                                        <p:cTn id="128" dur="500" fill="hold"/>
                                        <p:tgtEl>
                                          <p:spTgt spid="63"/>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64"/>
                                        </p:tgtEl>
                                        <p:attrNameLst>
                                          <p:attrName>style.visibility</p:attrName>
                                        </p:attrNameLst>
                                      </p:cBhvr>
                                      <p:to>
                                        <p:strVal val="visible"/>
                                      </p:to>
                                    </p:set>
                                    <p:anim calcmode="lin" valueType="num">
                                      <p:cBhvr additive="base">
                                        <p:cTn id="131" dur="500" fill="hold"/>
                                        <p:tgtEl>
                                          <p:spTgt spid="64"/>
                                        </p:tgtEl>
                                        <p:attrNameLst>
                                          <p:attrName>ppt_x</p:attrName>
                                        </p:attrNameLst>
                                      </p:cBhvr>
                                      <p:tavLst>
                                        <p:tav tm="0">
                                          <p:val>
                                            <p:strVal val="#ppt_x"/>
                                          </p:val>
                                        </p:tav>
                                        <p:tav tm="100000">
                                          <p:val>
                                            <p:strVal val="#ppt_x"/>
                                          </p:val>
                                        </p:tav>
                                      </p:tavLst>
                                    </p:anim>
                                    <p:anim calcmode="lin" valueType="num">
                                      <p:cBhvr additive="base">
                                        <p:cTn id="132" dur="500" fill="hold"/>
                                        <p:tgtEl>
                                          <p:spTgt spid="64"/>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65"/>
                                        </p:tgtEl>
                                        <p:attrNameLst>
                                          <p:attrName>style.visibility</p:attrName>
                                        </p:attrNameLst>
                                      </p:cBhvr>
                                      <p:to>
                                        <p:strVal val="visible"/>
                                      </p:to>
                                    </p:set>
                                    <p:anim calcmode="lin" valueType="num">
                                      <p:cBhvr additive="base">
                                        <p:cTn id="135" dur="500" fill="hold"/>
                                        <p:tgtEl>
                                          <p:spTgt spid="65"/>
                                        </p:tgtEl>
                                        <p:attrNameLst>
                                          <p:attrName>ppt_x</p:attrName>
                                        </p:attrNameLst>
                                      </p:cBhvr>
                                      <p:tavLst>
                                        <p:tav tm="0">
                                          <p:val>
                                            <p:strVal val="#ppt_x"/>
                                          </p:val>
                                        </p:tav>
                                        <p:tav tm="100000">
                                          <p:val>
                                            <p:strVal val="#ppt_x"/>
                                          </p:val>
                                        </p:tav>
                                      </p:tavLst>
                                    </p:anim>
                                    <p:anim calcmode="lin" valueType="num">
                                      <p:cBhvr additive="base">
                                        <p:cTn id="136" dur="500" fill="hold"/>
                                        <p:tgtEl>
                                          <p:spTgt spid="65"/>
                                        </p:tgtEl>
                                        <p:attrNameLst>
                                          <p:attrName>ppt_y</p:attrName>
                                        </p:attrNameLst>
                                      </p:cBhvr>
                                      <p:tavLst>
                                        <p:tav tm="0">
                                          <p:val>
                                            <p:strVal val="1+#ppt_h/2"/>
                                          </p:val>
                                        </p:tav>
                                        <p:tav tm="100000">
                                          <p:val>
                                            <p:strVal val="#ppt_y"/>
                                          </p:val>
                                        </p:tav>
                                      </p:tavLst>
                                    </p:anim>
                                  </p:childTnLst>
                                </p:cTn>
                              </p:par>
                              <p:par>
                                <p:cTn id="137" presetID="2" presetClass="entr" presetSubtype="4" fill="hold" nodeType="withEffect">
                                  <p:stCondLst>
                                    <p:cond delay="0"/>
                                  </p:stCondLst>
                                  <p:childTnLst>
                                    <p:set>
                                      <p:cBhvr>
                                        <p:cTn id="138" dur="1" fill="hold">
                                          <p:stCondLst>
                                            <p:cond delay="0"/>
                                          </p:stCondLst>
                                        </p:cTn>
                                        <p:tgtEl>
                                          <p:spTgt spid="66"/>
                                        </p:tgtEl>
                                        <p:attrNameLst>
                                          <p:attrName>style.visibility</p:attrName>
                                        </p:attrNameLst>
                                      </p:cBhvr>
                                      <p:to>
                                        <p:strVal val="visible"/>
                                      </p:to>
                                    </p:set>
                                    <p:anim calcmode="lin" valueType="num">
                                      <p:cBhvr additive="base">
                                        <p:cTn id="139" dur="500" fill="hold"/>
                                        <p:tgtEl>
                                          <p:spTgt spid="66"/>
                                        </p:tgtEl>
                                        <p:attrNameLst>
                                          <p:attrName>ppt_x</p:attrName>
                                        </p:attrNameLst>
                                      </p:cBhvr>
                                      <p:tavLst>
                                        <p:tav tm="0">
                                          <p:val>
                                            <p:strVal val="#ppt_x"/>
                                          </p:val>
                                        </p:tav>
                                        <p:tav tm="100000">
                                          <p:val>
                                            <p:strVal val="#ppt_x"/>
                                          </p:val>
                                        </p:tav>
                                      </p:tavLst>
                                    </p:anim>
                                    <p:anim calcmode="lin" valueType="num">
                                      <p:cBhvr additive="base">
                                        <p:cTn id="140" dur="500" fill="hold"/>
                                        <p:tgtEl>
                                          <p:spTgt spid="66"/>
                                        </p:tgtEl>
                                        <p:attrNameLst>
                                          <p:attrName>ppt_y</p:attrName>
                                        </p:attrNameLst>
                                      </p:cBhvr>
                                      <p:tavLst>
                                        <p:tav tm="0">
                                          <p:val>
                                            <p:strVal val="1+#ppt_h/2"/>
                                          </p:val>
                                        </p:tav>
                                        <p:tav tm="100000">
                                          <p:val>
                                            <p:strVal val="#ppt_y"/>
                                          </p:val>
                                        </p:tav>
                                      </p:tavLst>
                                    </p:anim>
                                  </p:childTnLst>
                                </p:cTn>
                              </p:par>
                              <p:par>
                                <p:cTn id="141" presetID="2" presetClass="entr" presetSubtype="4" fill="hold" nodeType="withEffect">
                                  <p:stCondLst>
                                    <p:cond delay="0"/>
                                  </p:stCondLst>
                                  <p:childTnLst>
                                    <p:set>
                                      <p:cBhvr>
                                        <p:cTn id="142" dur="1" fill="hold">
                                          <p:stCondLst>
                                            <p:cond delay="0"/>
                                          </p:stCondLst>
                                        </p:cTn>
                                        <p:tgtEl>
                                          <p:spTgt spid="67"/>
                                        </p:tgtEl>
                                        <p:attrNameLst>
                                          <p:attrName>style.visibility</p:attrName>
                                        </p:attrNameLst>
                                      </p:cBhvr>
                                      <p:to>
                                        <p:strVal val="visible"/>
                                      </p:to>
                                    </p:set>
                                    <p:anim calcmode="lin" valueType="num">
                                      <p:cBhvr additive="base">
                                        <p:cTn id="143" dur="500" fill="hold"/>
                                        <p:tgtEl>
                                          <p:spTgt spid="67"/>
                                        </p:tgtEl>
                                        <p:attrNameLst>
                                          <p:attrName>ppt_x</p:attrName>
                                        </p:attrNameLst>
                                      </p:cBhvr>
                                      <p:tavLst>
                                        <p:tav tm="0">
                                          <p:val>
                                            <p:strVal val="#ppt_x"/>
                                          </p:val>
                                        </p:tav>
                                        <p:tav tm="100000">
                                          <p:val>
                                            <p:strVal val="#ppt_x"/>
                                          </p:val>
                                        </p:tav>
                                      </p:tavLst>
                                    </p:anim>
                                    <p:anim calcmode="lin" valueType="num">
                                      <p:cBhvr additive="base">
                                        <p:cTn id="144" dur="500" fill="hold"/>
                                        <p:tgtEl>
                                          <p:spTgt spid="67"/>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68"/>
                                        </p:tgtEl>
                                        <p:attrNameLst>
                                          <p:attrName>style.visibility</p:attrName>
                                        </p:attrNameLst>
                                      </p:cBhvr>
                                      <p:to>
                                        <p:strVal val="visible"/>
                                      </p:to>
                                    </p:set>
                                    <p:anim calcmode="lin" valueType="num">
                                      <p:cBhvr additive="base">
                                        <p:cTn id="147" dur="500" fill="hold"/>
                                        <p:tgtEl>
                                          <p:spTgt spid="68"/>
                                        </p:tgtEl>
                                        <p:attrNameLst>
                                          <p:attrName>ppt_x</p:attrName>
                                        </p:attrNameLst>
                                      </p:cBhvr>
                                      <p:tavLst>
                                        <p:tav tm="0">
                                          <p:val>
                                            <p:strVal val="#ppt_x"/>
                                          </p:val>
                                        </p:tav>
                                        <p:tav tm="100000">
                                          <p:val>
                                            <p:strVal val="#ppt_x"/>
                                          </p:val>
                                        </p:tav>
                                      </p:tavLst>
                                    </p:anim>
                                    <p:anim calcmode="lin" valueType="num">
                                      <p:cBhvr additive="base">
                                        <p:cTn id="148" dur="500" fill="hold"/>
                                        <p:tgtEl>
                                          <p:spTgt spid="68"/>
                                        </p:tgtEl>
                                        <p:attrNameLst>
                                          <p:attrName>ppt_y</p:attrName>
                                        </p:attrNameLst>
                                      </p:cBhvr>
                                      <p:tavLst>
                                        <p:tav tm="0">
                                          <p:val>
                                            <p:strVal val="1+#ppt_h/2"/>
                                          </p:val>
                                        </p:tav>
                                        <p:tav tm="100000">
                                          <p:val>
                                            <p:strVal val="#ppt_y"/>
                                          </p:val>
                                        </p:tav>
                                      </p:tavLst>
                                    </p:anim>
                                  </p:childTnLst>
                                </p:cTn>
                              </p:par>
                              <p:par>
                                <p:cTn id="149" presetID="2" presetClass="entr" presetSubtype="4" fill="hold" nodeType="withEffect">
                                  <p:stCondLst>
                                    <p:cond delay="0"/>
                                  </p:stCondLst>
                                  <p:childTnLst>
                                    <p:set>
                                      <p:cBhvr>
                                        <p:cTn id="150" dur="1" fill="hold">
                                          <p:stCondLst>
                                            <p:cond delay="0"/>
                                          </p:stCondLst>
                                        </p:cTn>
                                        <p:tgtEl>
                                          <p:spTgt spid="69"/>
                                        </p:tgtEl>
                                        <p:attrNameLst>
                                          <p:attrName>style.visibility</p:attrName>
                                        </p:attrNameLst>
                                      </p:cBhvr>
                                      <p:to>
                                        <p:strVal val="visible"/>
                                      </p:to>
                                    </p:set>
                                    <p:anim calcmode="lin" valueType="num">
                                      <p:cBhvr additive="base">
                                        <p:cTn id="151" dur="500" fill="hold"/>
                                        <p:tgtEl>
                                          <p:spTgt spid="69"/>
                                        </p:tgtEl>
                                        <p:attrNameLst>
                                          <p:attrName>ppt_x</p:attrName>
                                        </p:attrNameLst>
                                      </p:cBhvr>
                                      <p:tavLst>
                                        <p:tav tm="0">
                                          <p:val>
                                            <p:strVal val="#ppt_x"/>
                                          </p:val>
                                        </p:tav>
                                        <p:tav tm="100000">
                                          <p:val>
                                            <p:strVal val="#ppt_x"/>
                                          </p:val>
                                        </p:tav>
                                      </p:tavLst>
                                    </p:anim>
                                    <p:anim calcmode="lin" valueType="num">
                                      <p:cBhvr additive="base">
                                        <p:cTn id="152" dur="500" fill="hold"/>
                                        <p:tgtEl>
                                          <p:spTgt spid="69"/>
                                        </p:tgtEl>
                                        <p:attrNameLst>
                                          <p:attrName>ppt_y</p:attrName>
                                        </p:attrNameLst>
                                      </p:cBhvr>
                                      <p:tavLst>
                                        <p:tav tm="0">
                                          <p:val>
                                            <p:strVal val="1+#ppt_h/2"/>
                                          </p:val>
                                        </p:tav>
                                        <p:tav tm="100000">
                                          <p:val>
                                            <p:strVal val="#ppt_y"/>
                                          </p:val>
                                        </p:tav>
                                      </p:tavLst>
                                    </p:anim>
                                  </p:childTnLst>
                                </p:cTn>
                              </p:par>
                              <p:par>
                                <p:cTn id="153" presetID="2" presetClass="entr" presetSubtype="4" fill="hold" nodeType="withEffect">
                                  <p:stCondLst>
                                    <p:cond delay="0"/>
                                  </p:stCondLst>
                                  <p:childTnLst>
                                    <p:set>
                                      <p:cBhvr>
                                        <p:cTn id="154" dur="1" fill="hold">
                                          <p:stCondLst>
                                            <p:cond delay="0"/>
                                          </p:stCondLst>
                                        </p:cTn>
                                        <p:tgtEl>
                                          <p:spTgt spid="70"/>
                                        </p:tgtEl>
                                        <p:attrNameLst>
                                          <p:attrName>style.visibility</p:attrName>
                                        </p:attrNameLst>
                                      </p:cBhvr>
                                      <p:to>
                                        <p:strVal val="visible"/>
                                      </p:to>
                                    </p:set>
                                    <p:anim calcmode="lin" valueType="num">
                                      <p:cBhvr additive="base">
                                        <p:cTn id="155" dur="500" fill="hold"/>
                                        <p:tgtEl>
                                          <p:spTgt spid="70"/>
                                        </p:tgtEl>
                                        <p:attrNameLst>
                                          <p:attrName>ppt_x</p:attrName>
                                        </p:attrNameLst>
                                      </p:cBhvr>
                                      <p:tavLst>
                                        <p:tav tm="0">
                                          <p:val>
                                            <p:strVal val="#ppt_x"/>
                                          </p:val>
                                        </p:tav>
                                        <p:tav tm="100000">
                                          <p:val>
                                            <p:strVal val="#ppt_x"/>
                                          </p:val>
                                        </p:tav>
                                      </p:tavLst>
                                    </p:anim>
                                    <p:anim calcmode="lin" valueType="num">
                                      <p:cBhvr additive="base">
                                        <p:cTn id="156" dur="500" fill="hold"/>
                                        <p:tgtEl>
                                          <p:spTgt spid="70"/>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86"/>
                                        </p:tgtEl>
                                        <p:attrNameLst>
                                          <p:attrName>style.visibility</p:attrName>
                                        </p:attrNameLst>
                                      </p:cBhvr>
                                      <p:to>
                                        <p:strVal val="visible"/>
                                      </p:to>
                                    </p:set>
                                    <p:anim calcmode="lin" valueType="num">
                                      <p:cBhvr additive="base">
                                        <p:cTn id="159" dur="500" fill="hold"/>
                                        <p:tgtEl>
                                          <p:spTgt spid="86"/>
                                        </p:tgtEl>
                                        <p:attrNameLst>
                                          <p:attrName>ppt_x</p:attrName>
                                        </p:attrNameLst>
                                      </p:cBhvr>
                                      <p:tavLst>
                                        <p:tav tm="0">
                                          <p:val>
                                            <p:strVal val="#ppt_x"/>
                                          </p:val>
                                        </p:tav>
                                        <p:tav tm="100000">
                                          <p:val>
                                            <p:strVal val="#ppt_x"/>
                                          </p:val>
                                        </p:tav>
                                      </p:tavLst>
                                    </p:anim>
                                    <p:anim calcmode="lin" valueType="num">
                                      <p:cBhvr additive="base">
                                        <p:cTn id="160" dur="500" fill="hold"/>
                                        <p:tgtEl>
                                          <p:spTgt spid="86"/>
                                        </p:tgtEl>
                                        <p:attrNameLst>
                                          <p:attrName>ppt_y</p:attrName>
                                        </p:attrNameLst>
                                      </p:cBhvr>
                                      <p:tavLst>
                                        <p:tav tm="0">
                                          <p:val>
                                            <p:strVal val="1+#ppt_h/2"/>
                                          </p:val>
                                        </p:tav>
                                        <p:tav tm="100000">
                                          <p:val>
                                            <p:strVal val="#ppt_y"/>
                                          </p:val>
                                        </p:tav>
                                      </p:tavLst>
                                    </p:anim>
                                  </p:childTnLst>
                                </p:cTn>
                              </p:par>
                              <p:par>
                                <p:cTn id="161" presetID="2" presetClass="entr" presetSubtype="4" fill="hold" grpId="0" nodeType="withEffect">
                                  <p:stCondLst>
                                    <p:cond delay="0"/>
                                  </p:stCondLst>
                                  <p:childTnLst>
                                    <p:set>
                                      <p:cBhvr>
                                        <p:cTn id="162" dur="1" fill="hold">
                                          <p:stCondLst>
                                            <p:cond delay="0"/>
                                          </p:stCondLst>
                                        </p:cTn>
                                        <p:tgtEl>
                                          <p:spTgt spid="87"/>
                                        </p:tgtEl>
                                        <p:attrNameLst>
                                          <p:attrName>style.visibility</p:attrName>
                                        </p:attrNameLst>
                                      </p:cBhvr>
                                      <p:to>
                                        <p:strVal val="visible"/>
                                      </p:to>
                                    </p:set>
                                    <p:anim calcmode="lin" valueType="num">
                                      <p:cBhvr additive="base">
                                        <p:cTn id="163" dur="500" fill="hold"/>
                                        <p:tgtEl>
                                          <p:spTgt spid="87"/>
                                        </p:tgtEl>
                                        <p:attrNameLst>
                                          <p:attrName>ppt_x</p:attrName>
                                        </p:attrNameLst>
                                      </p:cBhvr>
                                      <p:tavLst>
                                        <p:tav tm="0">
                                          <p:val>
                                            <p:strVal val="#ppt_x"/>
                                          </p:val>
                                        </p:tav>
                                        <p:tav tm="100000">
                                          <p:val>
                                            <p:strVal val="#ppt_x"/>
                                          </p:val>
                                        </p:tav>
                                      </p:tavLst>
                                    </p:anim>
                                    <p:anim calcmode="lin" valueType="num">
                                      <p:cBhvr additive="base">
                                        <p:cTn id="164" dur="500" fill="hold"/>
                                        <p:tgtEl>
                                          <p:spTgt spid="87"/>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88"/>
                                        </p:tgtEl>
                                        <p:attrNameLst>
                                          <p:attrName>style.visibility</p:attrName>
                                        </p:attrNameLst>
                                      </p:cBhvr>
                                      <p:to>
                                        <p:strVal val="visible"/>
                                      </p:to>
                                    </p:set>
                                    <p:anim calcmode="lin" valueType="num">
                                      <p:cBhvr additive="base">
                                        <p:cTn id="167" dur="500" fill="hold"/>
                                        <p:tgtEl>
                                          <p:spTgt spid="88"/>
                                        </p:tgtEl>
                                        <p:attrNameLst>
                                          <p:attrName>ppt_x</p:attrName>
                                        </p:attrNameLst>
                                      </p:cBhvr>
                                      <p:tavLst>
                                        <p:tav tm="0">
                                          <p:val>
                                            <p:strVal val="#ppt_x"/>
                                          </p:val>
                                        </p:tav>
                                        <p:tav tm="100000">
                                          <p:val>
                                            <p:strVal val="#ppt_x"/>
                                          </p:val>
                                        </p:tav>
                                      </p:tavLst>
                                    </p:anim>
                                    <p:anim calcmode="lin" valueType="num">
                                      <p:cBhvr additive="base">
                                        <p:cTn id="168" dur="500" fill="hold"/>
                                        <p:tgtEl>
                                          <p:spTgt spid="88"/>
                                        </p:tgtEl>
                                        <p:attrNameLst>
                                          <p:attrName>ppt_y</p:attrName>
                                        </p:attrNameLst>
                                      </p:cBhvr>
                                      <p:tavLst>
                                        <p:tav tm="0">
                                          <p:val>
                                            <p:strVal val="1+#ppt_h/2"/>
                                          </p:val>
                                        </p:tav>
                                        <p:tav tm="100000">
                                          <p:val>
                                            <p:strVal val="#ppt_y"/>
                                          </p:val>
                                        </p:tav>
                                      </p:tavLst>
                                    </p:anim>
                                  </p:childTnLst>
                                </p:cTn>
                              </p:par>
                              <p:par>
                                <p:cTn id="169" presetID="2" presetClass="entr" presetSubtype="4" fill="hold" grpId="0" nodeType="withEffect">
                                  <p:stCondLst>
                                    <p:cond delay="0"/>
                                  </p:stCondLst>
                                  <p:childTnLst>
                                    <p:set>
                                      <p:cBhvr>
                                        <p:cTn id="170" dur="1" fill="hold">
                                          <p:stCondLst>
                                            <p:cond delay="0"/>
                                          </p:stCondLst>
                                        </p:cTn>
                                        <p:tgtEl>
                                          <p:spTgt spid="89"/>
                                        </p:tgtEl>
                                        <p:attrNameLst>
                                          <p:attrName>style.visibility</p:attrName>
                                        </p:attrNameLst>
                                      </p:cBhvr>
                                      <p:to>
                                        <p:strVal val="visible"/>
                                      </p:to>
                                    </p:set>
                                    <p:anim calcmode="lin" valueType="num">
                                      <p:cBhvr additive="base">
                                        <p:cTn id="171" dur="500" fill="hold"/>
                                        <p:tgtEl>
                                          <p:spTgt spid="89"/>
                                        </p:tgtEl>
                                        <p:attrNameLst>
                                          <p:attrName>ppt_x</p:attrName>
                                        </p:attrNameLst>
                                      </p:cBhvr>
                                      <p:tavLst>
                                        <p:tav tm="0">
                                          <p:val>
                                            <p:strVal val="#ppt_x"/>
                                          </p:val>
                                        </p:tav>
                                        <p:tav tm="100000">
                                          <p:val>
                                            <p:strVal val="#ppt_x"/>
                                          </p:val>
                                        </p:tav>
                                      </p:tavLst>
                                    </p:anim>
                                    <p:anim calcmode="lin" valueType="num">
                                      <p:cBhvr additive="base">
                                        <p:cTn id="172" dur="500" fill="hold"/>
                                        <p:tgtEl>
                                          <p:spTgt spid="89"/>
                                        </p:tgtEl>
                                        <p:attrNameLst>
                                          <p:attrName>ppt_y</p:attrName>
                                        </p:attrNameLst>
                                      </p:cBhvr>
                                      <p:tavLst>
                                        <p:tav tm="0">
                                          <p:val>
                                            <p:strVal val="1+#ppt_h/2"/>
                                          </p:val>
                                        </p:tav>
                                        <p:tav tm="100000">
                                          <p:val>
                                            <p:strVal val="#ppt_y"/>
                                          </p:val>
                                        </p:tav>
                                      </p:tavLst>
                                    </p:anim>
                                  </p:childTnLst>
                                </p:cTn>
                              </p:par>
                              <p:par>
                                <p:cTn id="173" presetID="2" presetClass="entr" presetSubtype="4" fill="hold" grpId="0" nodeType="withEffect">
                                  <p:stCondLst>
                                    <p:cond delay="0"/>
                                  </p:stCondLst>
                                  <p:childTnLst>
                                    <p:set>
                                      <p:cBhvr>
                                        <p:cTn id="174" dur="1" fill="hold">
                                          <p:stCondLst>
                                            <p:cond delay="0"/>
                                          </p:stCondLst>
                                        </p:cTn>
                                        <p:tgtEl>
                                          <p:spTgt spid="90"/>
                                        </p:tgtEl>
                                        <p:attrNameLst>
                                          <p:attrName>style.visibility</p:attrName>
                                        </p:attrNameLst>
                                      </p:cBhvr>
                                      <p:to>
                                        <p:strVal val="visible"/>
                                      </p:to>
                                    </p:set>
                                    <p:anim calcmode="lin" valueType="num">
                                      <p:cBhvr additive="base">
                                        <p:cTn id="175" dur="500" fill="hold"/>
                                        <p:tgtEl>
                                          <p:spTgt spid="90"/>
                                        </p:tgtEl>
                                        <p:attrNameLst>
                                          <p:attrName>ppt_x</p:attrName>
                                        </p:attrNameLst>
                                      </p:cBhvr>
                                      <p:tavLst>
                                        <p:tav tm="0">
                                          <p:val>
                                            <p:strVal val="#ppt_x"/>
                                          </p:val>
                                        </p:tav>
                                        <p:tav tm="100000">
                                          <p:val>
                                            <p:strVal val="#ppt_x"/>
                                          </p:val>
                                        </p:tav>
                                      </p:tavLst>
                                    </p:anim>
                                    <p:anim calcmode="lin" valueType="num">
                                      <p:cBhvr additive="base">
                                        <p:cTn id="176" dur="500" fill="hold"/>
                                        <p:tgtEl>
                                          <p:spTgt spid="90"/>
                                        </p:tgtEl>
                                        <p:attrNameLst>
                                          <p:attrName>ppt_y</p:attrName>
                                        </p:attrNameLst>
                                      </p:cBhvr>
                                      <p:tavLst>
                                        <p:tav tm="0">
                                          <p:val>
                                            <p:strVal val="1+#ppt_h/2"/>
                                          </p:val>
                                        </p:tav>
                                        <p:tav tm="100000">
                                          <p:val>
                                            <p:strVal val="#ppt_y"/>
                                          </p:val>
                                        </p:tav>
                                      </p:tavLst>
                                    </p:anim>
                                  </p:childTnLst>
                                </p:cTn>
                              </p:par>
                              <p:par>
                                <p:cTn id="177" presetID="2" presetClass="entr" presetSubtype="4" fill="hold" grpId="0" nodeType="withEffect">
                                  <p:stCondLst>
                                    <p:cond delay="0"/>
                                  </p:stCondLst>
                                  <p:childTnLst>
                                    <p:set>
                                      <p:cBhvr>
                                        <p:cTn id="178" dur="1" fill="hold">
                                          <p:stCondLst>
                                            <p:cond delay="0"/>
                                          </p:stCondLst>
                                        </p:cTn>
                                        <p:tgtEl>
                                          <p:spTgt spid="91"/>
                                        </p:tgtEl>
                                        <p:attrNameLst>
                                          <p:attrName>style.visibility</p:attrName>
                                        </p:attrNameLst>
                                      </p:cBhvr>
                                      <p:to>
                                        <p:strVal val="visible"/>
                                      </p:to>
                                    </p:set>
                                    <p:anim calcmode="lin" valueType="num">
                                      <p:cBhvr additive="base">
                                        <p:cTn id="179" dur="500" fill="hold"/>
                                        <p:tgtEl>
                                          <p:spTgt spid="91"/>
                                        </p:tgtEl>
                                        <p:attrNameLst>
                                          <p:attrName>ppt_x</p:attrName>
                                        </p:attrNameLst>
                                      </p:cBhvr>
                                      <p:tavLst>
                                        <p:tav tm="0">
                                          <p:val>
                                            <p:strVal val="#ppt_x"/>
                                          </p:val>
                                        </p:tav>
                                        <p:tav tm="100000">
                                          <p:val>
                                            <p:strVal val="#ppt_x"/>
                                          </p:val>
                                        </p:tav>
                                      </p:tavLst>
                                    </p:anim>
                                    <p:anim calcmode="lin" valueType="num">
                                      <p:cBhvr additive="base">
                                        <p:cTn id="180" dur="500" fill="hold"/>
                                        <p:tgtEl>
                                          <p:spTgt spid="91"/>
                                        </p:tgtEl>
                                        <p:attrNameLst>
                                          <p:attrName>ppt_y</p:attrName>
                                        </p:attrNameLst>
                                      </p:cBhvr>
                                      <p:tavLst>
                                        <p:tav tm="0">
                                          <p:val>
                                            <p:strVal val="1+#ppt_h/2"/>
                                          </p:val>
                                        </p:tav>
                                        <p:tav tm="100000">
                                          <p:val>
                                            <p:strVal val="#ppt_y"/>
                                          </p:val>
                                        </p:tav>
                                      </p:tavLst>
                                    </p:anim>
                                  </p:childTnLst>
                                </p:cTn>
                              </p:par>
                              <p:par>
                                <p:cTn id="181" presetID="2" presetClass="entr" presetSubtype="4" fill="hold" grpId="0" nodeType="withEffect">
                                  <p:stCondLst>
                                    <p:cond delay="0"/>
                                  </p:stCondLst>
                                  <p:childTnLst>
                                    <p:set>
                                      <p:cBhvr>
                                        <p:cTn id="182" dur="1" fill="hold">
                                          <p:stCondLst>
                                            <p:cond delay="0"/>
                                          </p:stCondLst>
                                        </p:cTn>
                                        <p:tgtEl>
                                          <p:spTgt spid="92"/>
                                        </p:tgtEl>
                                        <p:attrNameLst>
                                          <p:attrName>style.visibility</p:attrName>
                                        </p:attrNameLst>
                                      </p:cBhvr>
                                      <p:to>
                                        <p:strVal val="visible"/>
                                      </p:to>
                                    </p:set>
                                    <p:anim calcmode="lin" valueType="num">
                                      <p:cBhvr additive="base">
                                        <p:cTn id="183" dur="500" fill="hold"/>
                                        <p:tgtEl>
                                          <p:spTgt spid="92"/>
                                        </p:tgtEl>
                                        <p:attrNameLst>
                                          <p:attrName>ppt_x</p:attrName>
                                        </p:attrNameLst>
                                      </p:cBhvr>
                                      <p:tavLst>
                                        <p:tav tm="0">
                                          <p:val>
                                            <p:strVal val="#ppt_x"/>
                                          </p:val>
                                        </p:tav>
                                        <p:tav tm="100000">
                                          <p:val>
                                            <p:strVal val="#ppt_x"/>
                                          </p:val>
                                        </p:tav>
                                      </p:tavLst>
                                    </p:anim>
                                    <p:anim calcmode="lin" valueType="num">
                                      <p:cBhvr additive="base">
                                        <p:cTn id="184" dur="500" fill="hold"/>
                                        <p:tgtEl>
                                          <p:spTgt spid="92"/>
                                        </p:tgtEl>
                                        <p:attrNameLst>
                                          <p:attrName>ppt_y</p:attrName>
                                        </p:attrNameLst>
                                      </p:cBhvr>
                                      <p:tavLst>
                                        <p:tav tm="0">
                                          <p:val>
                                            <p:strVal val="1+#ppt_h/2"/>
                                          </p:val>
                                        </p:tav>
                                        <p:tav tm="100000">
                                          <p:val>
                                            <p:strVal val="#ppt_y"/>
                                          </p:val>
                                        </p:tav>
                                      </p:tavLst>
                                    </p:anim>
                                  </p:childTnLst>
                                </p:cTn>
                              </p:par>
                              <p:par>
                                <p:cTn id="185" presetID="2" presetClass="entr" presetSubtype="4" fill="hold" grpId="0" nodeType="withEffect">
                                  <p:stCondLst>
                                    <p:cond delay="0"/>
                                  </p:stCondLst>
                                  <p:childTnLst>
                                    <p:set>
                                      <p:cBhvr>
                                        <p:cTn id="186" dur="1" fill="hold">
                                          <p:stCondLst>
                                            <p:cond delay="0"/>
                                          </p:stCondLst>
                                        </p:cTn>
                                        <p:tgtEl>
                                          <p:spTgt spid="93"/>
                                        </p:tgtEl>
                                        <p:attrNameLst>
                                          <p:attrName>style.visibility</p:attrName>
                                        </p:attrNameLst>
                                      </p:cBhvr>
                                      <p:to>
                                        <p:strVal val="visible"/>
                                      </p:to>
                                    </p:set>
                                    <p:anim calcmode="lin" valueType="num">
                                      <p:cBhvr additive="base">
                                        <p:cTn id="187" dur="500" fill="hold"/>
                                        <p:tgtEl>
                                          <p:spTgt spid="93"/>
                                        </p:tgtEl>
                                        <p:attrNameLst>
                                          <p:attrName>ppt_x</p:attrName>
                                        </p:attrNameLst>
                                      </p:cBhvr>
                                      <p:tavLst>
                                        <p:tav tm="0">
                                          <p:val>
                                            <p:strVal val="#ppt_x"/>
                                          </p:val>
                                        </p:tav>
                                        <p:tav tm="100000">
                                          <p:val>
                                            <p:strVal val="#ppt_x"/>
                                          </p:val>
                                        </p:tav>
                                      </p:tavLst>
                                    </p:anim>
                                    <p:anim calcmode="lin" valueType="num">
                                      <p:cBhvr additive="base">
                                        <p:cTn id="188" dur="500" fill="hold"/>
                                        <p:tgtEl>
                                          <p:spTgt spid="93"/>
                                        </p:tgtEl>
                                        <p:attrNameLst>
                                          <p:attrName>ppt_y</p:attrName>
                                        </p:attrNameLst>
                                      </p:cBhvr>
                                      <p:tavLst>
                                        <p:tav tm="0">
                                          <p:val>
                                            <p:strVal val="1+#ppt_h/2"/>
                                          </p:val>
                                        </p:tav>
                                        <p:tav tm="100000">
                                          <p:val>
                                            <p:strVal val="#ppt_y"/>
                                          </p:val>
                                        </p:tav>
                                      </p:tavLst>
                                    </p:anim>
                                  </p:childTnLst>
                                </p:cTn>
                              </p:par>
                              <p:par>
                                <p:cTn id="189" presetID="2" presetClass="entr" presetSubtype="4" fill="hold" grpId="0" nodeType="withEffect">
                                  <p:stCondLst>
                                    <p:cond delay="0"/>
                                  </p:stCondLst>
                                  <p:childTnLst>
                                    <p:set>
                                      <p:cBhvr>
                                        <p:cTn id="190" dur="1" fill="hold">
                                          <p:stCondLst>
                                            <p:cond delay="0"/>
                                          </p:stCondLst>
                                        </p:cTn>
                                        <p:tgtEl>
                                          <p:spTgt spid="94"/>
                                        </p:tgtEl>
                                        <p:attrNameLst>
                                          <p:attrName>style.visibility</p:attrName>
                                        </p:attrNameLst>
                                      </p:cBhvr>
                                      <p:to>
                                        <p:strVal val="visible"/>
                                      </p:to>
                                    </p:set>
                                    <p:anim calcmode="lin" valueType="num">
                                      <p:cBhvr additive="base">
                                        <p:cTn id="191" dur="500" fill="hold"/>
                                        <p:tgtEl>
                                          <p:spTgt spid="94"/>
                                        </p:tgtEl>
                                        <p:attrNameLst>
                                          <p:attrName>ppt_x</p:attrName>
                                        </p:attrNameLst>
                                      </p:cBhvr>
                                      <p:tavLst>
                                        <p:tav tm="0">
                                          <p:val>
                                            <p:strVal val="#ppt_x"/>
                                          </p:val>
                                        </p:tav>
                                        <p:tav tm="100000">
                                          <p:val>
                                            <p:strVal val="#ppt_x"/>
                                          </p:val>
                                        </p:tav>
                                      </p:tavLst>
                                    </p:anim>
                                    <p:anim calcmode="lin" valueType="num">
                                      <p:cBhvr additive="base">
                                        <p:cTn id="192" dur="500" fill="hold"/>
                                        <p:tgtEl>
                                          <p:spTgt spid="94"/>
                                        </p:tgtEl>
                                        <p:attrNameLst>
                                          <p:attrName>ppt_y</p:attrName>
                                        </p:attrNameLst>
                                      </p:cBhvr>
                                      <p:tavLst>
                                        <p:tav tm="0">
                                          <p:val>
                                            <p:strVal val="1+#ppt_h/2"/>
                                          </p:val>
                                        </p:tav>
                                        <p:tav tm="100000">
                                          <p:val>
                                            <p:strVal val="#ppt_y"/>
                                          </p:val>
                                        </p:tav>
                                      </p:tavLst>
                                    </p:anim>
                                  </p:childTnLst>
                                </p:cTn>
                              </p:par>
                              <p:par>
                                <p:cTn id="193" presetID="2" presetClass="entr" presetSubtype="4" fill="hold" grpId="0" nodeType="withEffect">
                                  <p:stCondLst>
                                    <p:cond delay="0"/>
                                  </p:stCondLst>
                                  <p:childTnLst>
                                    <p:set>
                                      <p:cBhvr>
                                        <p:cTn id="194" dur="1" fill="hold">
                                          <p:stCondLst>
                                            <p:cond delay="0"/>
                                          </p:stCondLst>
                                        </p:cTn>
                                        <p:tgtEl>
                                          <p:spTgt spid="95"/>
                                        </p:tgtEl>
                                        <p:attrNameLst>
                                          <p:attrName>style.visibility</p:attrName>
                                        </p:attrNameLst>
                                      </p:cBhvr>
                                      <p:to>
                                        <p:strVal val="visible"/>
                                      </p:to>
                                    </p:set>
                                    <p:anim calcmode="lin" valueType="num">
                                      <p:cBhvr additive="base">
                                        <p:cTn id="195" dur="500" fill="hold"/>
                                        <p:tgtEl>
                                          <p:spTgt spid="95"/>
                                        </p:tgtEl>
                                        <p:attrNameLst>
                                          <p:attrName>ppt_x</p:attrName>
                                        </p:attrNameLst>
                                      </p:cBhvr>
                                      <p:tavLst>
                                        <p:tav tm="0">
                                          <p:val>
                                            <p:strVal val="#ppt_x"/>
                                          </p:val>
                                        </p:tav>
                                        <p:tav tm="100000">
                                          <p:val>
                                            <p:strVal val="#ppt_x"/>
                                          </p:val>
                                        </p:tav>
                                      </p:tavLst>
                                    </p:anim>
                                    <p:anim calcmode="lin" valueType="num">
                                      <p:cBhvr additive="base">
                                        <p:cTn id="196" dur="500" fill="hold"/>
                                        <p:tgtEl>
                                          <p:spTgt spid="95"/>
                                        </p:tgtEl>
                                        <p:attrNameLst>
                                          <p:attrName>ppt_y</p:attrName>
                                        </p:attrNameLst>
                                      </p:cBhvr>
                                      <p:tavLst>
                                        <p:tav tm="0">
                                          <p:val>
                                            <p:strVal val="1+#ppt_h/2"/>
                                          </p:val>
                                        </p:tav>
                                        <p:tav tm="100000">
                                          <p:val>
                                            <p:strVal val="#ppt_y"/>
                                          </p:val>
                                        </p:tav>
                                      </p:tavLst>
                                    </p:anim>
                                  </p:childTnLst>
                                </p:cTn>
                              </p:par>
                              <p:par>
                                <p:cTn id="197" presetID="2" presetClass="entr" presetSubtype="4" fill="hold" grpId="0" nodeType="withEffect">
                                  <p:stCondLst>
                                    <p:cond delay="0"/>
                                  </p:stCondLst>
                                  <p:childTnLst>
                                    <p:set>
                                      <p:cBhvr>
                                        <p:cTn id="198" dur="1" fill="hold">
                                          <p:stCondLst>
                                            <p:cond delay="0"/>
                                          </p:stCondLst>
                                        </p:cTn>
                                        <p:tgtEl>
                                          <p:spTgt spid="96"/>
                                        </p:tgtEl>
                                        <p:attrNameLst>
                                          <p:attrName>style.visibility</p:attrName>
                                        </p:attrNameLst>
                                      </p:cBhvr>
                                      <p:to>
                                        <p:strVal val="visible"/>
                                      </p:to>
                                    </p:set>
                                    <p:anim calcmode="lin" valueType="num">
                                      <p:cBhvr additive="base">
                                        <p:cTn id="199" dur="500" fill="hold"/>
                                        <p:tgtEl>
                                          <p:spTgt spid="96"/>
                                        </p:tgtEl>
                                        <p:attrNameLst>
                                          <p:attrName>ppt_x</p:attrName>
                                        </p:attrNameLst>
                                      </p:cBhvr>
                                      <p:tavLst>
                                        <p:tav tm="0">
                                          <p:val>
                                            <p:strVal val="#ppt_x"/>
                                          </p:val>
                                        </p:tav>
                                        <p:tav tm="100000">
                                          <p:val>
                                            <p:strVal val="#ppt_x"/>
                                          </p:val>
                                        </p:tav>
                                      </p:tavLst>
                                    </p:anim>
                                    <p:anim calcmode="lin" valueType="num">
                                      <p:cBhvr additive="base">
                                        <p:cTn id="200" dur="500" fill="hold"/>
                                        <p:tgtEl>
                                          <p:spTgt spid="96"/>
                                        </p:tgtEl>
                                        <p:attrNameLst>
                                          <p:attrName>ppt_y</p:attrName>
                                        </p:attrNameLst>
                                      </p:cBhvr>
                                      <p:tavLst>
                                        <p:tav tm="0">
                                          <p:val>
                                            <p:strVal val="1+#ppt_h/2"/>
                                          </p:val>
                                        </p:tav>
                                        <p:tav tm="100000">
                                          <p:val>
                                            <p:strVal val="#ppt_y"/>
                                          </p:val>
                                        </p:tav>
                                      </p:tavLst>
                                    </p:anim>
                                  </p:childTnLst>
                                </p:cTn>
                              </p:par>
                              <p:par>
                                <p:cTn id="201" presetID="2" presetClass="entr" presetSubtype="4" fill="hold" nodeType="withEffect">
                                  <p:stCondLst>
                                    <p:cond delay="0"/>
                                  </p:stCondLst>
                                  <p:childTnLst>
                                    <p:set>
                                      <p:cBhvr>
                                        <p:cTn id="202" dur="1" fill="hold">
                                          <p:stCondLst>
                                            <p:cond delay="0"/>
                                          </p:stCondLst>
                                        </p:cTn>
                                        <p:tgtEl>
                                          <p:spTgt spid="97"/>
                                        </p:tgtEl>
                                        <p:attrNameLst>
                                          <p:attrName>style.visibility</p:attrName>
                                        </p:attrNameLst>
                                      </p:cBhvr>
                                      <p:to>
                                        <p:strVal val="visible"/>
                                      </p:to>
                                    </p:set>
                                    <p:anim calcmode="lin" valueType="num">
                                      <p:cBhvr additive="base">
                                        <p:cTn id="203" dur="500" fill="hold"/>
                                        <p:tgtEl>
                                          <p:spTgt spid="97"/>
                                        </p:tgtEl>
                                        <p:attrNameLst>
                                          <p:attrName>ppt_x</p:attrName>
                                        </p:attrNameLst>
                                      </p:cBhvr>
                                      <p:tavLst>
                                        <p:tav tm="0">
                                          <p:val>
                                            <p:strVal val="#ppt_x"/>
                                          </p:val>
                                        </p:tav>
                                        <p:tav tm="100000">
                                          <p:val>
                                            <p:strVal val="#ppt_x"/>
                                          </p:val>
                                        </p:tav>
                                      </p:tavLst>
                                    </p:anim>
                                    <p:anim calcmode="lin" valueType="num">
                                      <p:cBhvr additive="base">
                                        <p:cTn id="204" dur="500" fill="hold"/>
                                        <p:tgtEl>
                                          <p:spTgt spid="97"/>
                                        </p:tgtEl>
                                        <p:attrNameLst>
                                          <p:attrName>ppt_y</p:attrName>
                                        </p:attrNameLst>
                                      </p:cBhvr>
                                      <p:tavLst>
                                        <p:tav tm="0">
                                          <p:val>
                                            <p:strVal val="1+#ppt_h/2"/>
                                          </p:val>
                                        </p:tav>
                                        <p:tav tm="100000">
                                          <p:val>
                                            <p:strVal val="#ppt_y"/>
                                          </p:val>
                                        </p:tav>
                                      </p:tavLst>
                                    </p:anim>
                                  </p:childTnLst>
                                </p:cTn>
                              </p:par>
                              <p:par>
                                <p:cTn id="205" presetID="2" presetClass="entr" presetSubtype="4" fill="hold" nodeType="withEffect">
                                  <p:stCondLst>
                                    <p:cond delay="0"/>
                                  </p:stCondLst>
                                  <p:childTnLst>
                                    <p:set>
                                      <p:cBhvr>
                                        <p:cTn id="206" dur="1" fill="hold">
                                          <p:stCondLst>
                                            <p:cond delay="0"/>
                                          </p:stCondLst>
                                        </p:cTn>
                                        <p:tgtEl>
                                          <p:spTgt spid="98"/>
                                        </p:tgtEl>
                                        <p:attrNameLst>
                                          <p:attrName>style.visibility</p:attrName>
                                        </p:attrNameLst>
                                      </p:cBhvr>
                                      <p:to>
                                        <p:strVal val="visible"/>
                                      </p:to>
                                    </p:set>
                                    <p:anim calcmode="lin" valueType="num">
                                      <p:cBhvr additive="base">
                                        <p:cTn id="207" dur="500" fill="hold"/>
                                        <p:tgtEl>
                                          <p:spTgt spid="98"/>
                                        </p:tgtEl>
                                        <p:attrNameLst>
                                          <p:attrName>ppt_x</p:attrName>
                                        </p:attrNameLst>
                                      </p:cBhvr>
                                      <p:tavLst>
                                        <p:tav tm="0">
                                          <p:val>
                                            <p:strVal val="#ppt_x"/>
                                          </p:val>
                                        </p:tav>
                                        <p:tav tm="100000">
                                          <p:val>
                                            <p:strVal val="#ppt_x"/>
                                          </p:val>
                                        </p:tav>
                                      </p:tavLst>
                                    </p:anim>
                                    <p:anim calcmode="lin" valueType="num">
                                      <p:cBhvr additive="base">
                                        <p:cTn id="208" dur="500" fill="hold"/>
                                        <p:tgtEl>
                                          <p:spTgt spid="98"/>
                                        </p:tgtEl>
                                        <p:attrNameLst>
                                          <p:attrName>ppt_y</p:attrName>
                                        </p:attrNameLst>
                                      </p:cBhvr>
                                      <p:tavLst>
                                        <p:tav tm="0">
                                          <p:val>
                                            <p:strVal val="1+#ppt_h/2"/>
                                          </p:val>
                                        </p:tav>
                                        <p:tav tm="100000">
                                          <p:val>
                                            <p:strVal val="#ppt_y"/>
                                          </p:val>
                                        </p:tav>
                                      </p:tavLst>
                                    </p:anim>
                                  </p:childTnLst>
                                </p:cTn>
                              </p:par>
                              <p:par>
                                <p:cTn id="209" presetID="2" presetClass="entr" presetSubtype="4" fill="hold" nodeType="withEffect">
                                  <p:stCondLst>
                                    <p:cond delay="0"/>
                                  </p:stCondLst>
                                  <p:childTnLst>
                                    <p:set>
                                      <p:cBhvr>
                                        <p:cTn id="210" dur="1" fill="hold">
                                          <p:stCondLst>
                                            <p:cond delay="0"/>
                                          </p:stCondLst>
                                        </p:cTn>
                                        <p:tgtEl>
                                          <p:spTgt spid="99"/>
                                        </p:tgtEl>
                                        <p:attrNameLst>
                                          <p:attrName>style.visibility</p:attrName>
                                        </p:attrNameLst>
                                      </p:cBhvr>
                                      <p:to>
                                        <p:strVal val="visible"/>
                                      </p:to>
                                    </p:set>
                                    <p:anim calcmode="lin" valueType="num">
                                      <p:cBhvr additive="base">
                                        <p:cTn id="211" dur="500" fill="hold"/>
                                        <p:tgtEl>
                                          <p:spTgt spid="99"/>
                                        </p:tgtEl>
                                        <p:attrNameLst>
                                          <p:attrName>ppt_x</p:attrName>
                                        </p:attrNameLst>
                                      </p:cBhvr>
                                      <p:tavLst>
                                        <p:tav tm="0">
                                          <p:val>
                                            <p:strVal val="#ppt_x"/>
                                          </p:val>
                                        </p:tav>
                                        <p:tav tm="100000">
                                          <p:val>
                                            <p:strVal val="#ppt_x"/>
                                          </p:val>
                                        </p:tav>
                                      </p:tavLst>
                                    </p:anim>
                                    <p:anim calcmode="lin" valueType="num">
                                      <p:cBhvr additive="base">
                                        <p:cTn id="212" dur="500" fill="hold"/>
                                        <p:tgtEl>
                                          <p:spTgt spid="99"/>
                                        </p:tgtEl>
                                        <p:attrNameLst>
                                          <p:attrName>ppt_y</p:attrName>
                                        </p:attrNameLst>
                                      </p:cBhvr>
                                      <p:tavLst>
                                        <p:tav tm="0">
                                          <p:val>
                                            <p:strVal val="1+#ppt_h/2"/>
                                          </p:val>
                                        </p:tav>
                                        <p:tav tm="100000">
                                          <p:val>
                                            <p:strVal val="#ppt_y"/>
                                          </p:val>
                                        </p:tav>
                                      </p:tavLst>
                                    </p:anim>
                                  </p:childTnLst>
                                </p:cTn>
                              </p:par>
                              <p:par>
                                <p:cTn id="213" presetID="2" presetClass="entr" presetSubtype="4" fill="hold" nodeType="withEffect">
                                  <p:stCondLst>
                                    <p:cond delay="0"/>
                                  </p:stCondLst>
                                  <p:childTnLst>
                                    <p:set>
                                      <p:cBhvr>
                                        <p:cTn id="214" dur="1" fill="hold">
                                          <p:stCondLst>
                                            <p:cond delay="0"/>
                                          </p:stCondLst>
                                        </p:cTn>
                                        <p:tgtEl>
                                          <p:spTgt spid="100"/>
                                        </p:tgtEl>
                                        <p:attrNameLst>
                                          <p:attrName>style.visibility</p:attrName>
                                        </p:attrNameLst>
                                      </p:cBhvr>
                                      <p:to>
                                        <p:strVal val="visible"/>
                                      </p:to>
                                    </p:set>
                                    <p:anim calcmode="lin" valueType="num">
                                      <p:cBhvr additive="base">
                                        <p:cTn id="215" dur="500" fill="hold"/>
                                        <p:tgtEl>
                                          <p:spTgt spid="100"/>
                                        </p:tgtEl>
                                        <p:attrNameLst>
                                          <p:attrName>ppt_x</p:attrName>
                                        </p:attrNameLst>
                                      </p:cBhvr>
                                      <p:tavLst>
                                        <p:tav tm="0">
                                          <p:val>
                                            <p:strVal val="#ppt_x"/>
                                          </p:val>
                                        </p:tav>
                                        <p:tav tm="100000">
                                          <p:val>
                                            <p:strVal val="#ppt_x"/>
                                          </p:val>
                                        </p:tav>
                                      </p:tavLst>
                                    </p:anim>
                                    <p:anim calcmode="lin" valueType="num">
                                      <p:cBhvr additive="base">
                                        <p:cTn id="216" dur="500" fill="hold"/>
                                        <p:tgtEl>
                                          <p:spTgt spid="100"/>
                                        </p:tgtEl>
                                        <p:attrNameLst>
                                          <p:attrName>ppt_y</p:attrName>
                                        </p:attrNameLst>
                                      </p:cBhvr>
                                      <p:tavLst>
                                        <p:tav tm="0">
                                          <p:val>
                                            <p:strVal val="1+#ppt_h/2"/>
                                          </p:val>
                                        </p:tav>
                                        <p:tav tm="100000">
                                          <p:val>
                                            <p:strVal val="#ppt_y"/>
                                          </p:val>
                                        </p:tav>
                                      </p:tavLst>
                                    </p:anim>
                                  </p:childTnLst>
                                </p:cTn>
                              </p:par>
                              <p:par>
                                <p:cTn id="217" presetID="2" presetClass="entr" presetSubtype="4" fill="hold" nodeType="withEffect">
                                  <p:stCondLst>
                                    <p:cond delay="0"/>
                                  </p:stCondLst>
                                  <p:childTnLst>
                                    <p:set>
                                      <p:cBhvr>
                                        <p:cTn id="218" dur="1" fill="hold">
                                          <p:stCondLst>
                                            <p:cond delay="0"/>
                                          </p:stCondLst>
                                        </p:cTn>
                                        <p:tgtEl>
                                          <p:spTgt spid="101"/>
                                        </p:tgtEl>
                                        <p:attrNameLst>
                                          <p:attrName>style.visibility</p:attrName>
                                        </p:attrNameLst>
                                      </p:cBhvr>
                                      <p:to>
                                        <p:strVal val="visible"/>
                                      </p:to>
                                    </p:set>
                                    <p:anim calcmode="lin" valueType="num">
                                      <p:cBhvr additive="base">
                                        <p:cTn id="219" dur="500" fill="hold"/>
                                        <p:tgtEl>
                                          <p:spTgt spid="101"/>
                                        </p:tgtEl>
                                        <p:attrNameLst>
                                          <p:attrName>ppt_x</p:attrName>
                                        </p:attrNameLst>
                                      </p:cBhvr>
                                      <p:tavLst>
                                        <p:tav tm="0">
                                          <p:val>
                                            <p:strVal val="#ppt_x"/>
                                          </p:val>
                                        </p:tav>
                                        <p:tav tm="100000">
                                          <p:val>
                                            <p:strVal val="#ppt_x"/>
                                          </p:val>
                                        </p:tav>
                                      </p:tavLst>
                                    </p:anim>
                                    <p:anim calcmode="lin" valueType="num">
                                      <p:cBhvr additive="base">
                                        <p:cTn id="220" dur="500" fill="hold"/>
                                        <p:tgtEl>
                                          <p:spTgt spid="101"/>
                                        </p:tgtEl>
                                        <p:attrNameLst>
                                          <p:attrName>ppt_y</p:attrName>
                                        </p:attrNameLst>
                                      </p:cBhvr>
                                      <p:tavLst>
                                        <p:tav tm="0">
                                          <p:val>
                                            <p:strVal val="1+#ppt_h/2"/>
                                          </p:val>
                                        </p:tav>
                                        <p:tav tm="100000">
                                          <p:val>
                                            <p:strVal val="#ppt_y"/>
                                          </p:val>
                                        </p:tav>
                                      </p:tavLst>
                                    </p:anim>
                                  </p:childTnLst>
                                </p:cTn>
                              </p:par>
                              <p:par>
                                <p:cTn id="221" presetID="2" presetClass="entr" presetSubtype="4" fill="hold" nodeType="withEffect">
                                  <p:stCondLst>
                                    <p:cond delay="0"/>
                                  </p:stCondLst>
                                  <p:childTnLst>
                                    <p:set>
                                      <p:cBhvr>
                                        <p:cTn id="222" dur="1" fill="hold">
                                          <p:stCondLst>
                                            <p:cond delay="0"/>
                                          </p:stCondLst>
                                        </p:cTn>
                                        <p:tgtEl>
                                          <p:spTgt spid="102"/>
                                        </p:tgtEl>
                                        <p:attrNameLst>
                                          <p:attrName>style.visibility</p:attrName>
                                        </p:attrNameLst>
                                      </p:cBhvr>
                                      <p:to>
                                        <p:strVal val="visible"/>
                                      </p:to>
                                    </p:set>
                                    <p:anim calcmode="lin" valueType="num">
                                      <p:cBhvr additive="base">
                                        <p:cTn id="223" dur="500" fill="hold"/>
                                        <p:tgtEl>
                                          <p:spTgt spid="102"/>
                                        </p:tgtEl>
                                        <p:attrNameLst>
                                          <p:attrName>ppt_x</p:attrName>
                                        </p:attrNameLst>
                                      </p:cBhvr>
                                      <p:tavLst>
                                        <p:tav tm="0">
                                          <p:val>
                                            <p:strVal val="#ppt_x"/>
                                          </p:val>
                                        </p:tav>
                                        <p:tav tm="100000">
                                          <p:val>
                                            <p:strVal val="#ppt_x"/>
                                          </p:val>
                                        </p:tav>
                                      </p:tavLst>
                                    </p:anim>
                                    <p:anim calcmode="lin" valueType="num">
                                      <p:cBhvr additive="base">
                                        <p:cTn id="224" dur="500" fill="hold"/>
                                        <p:tgtEl>
                                          <p:spTgt spid="102"/>
                                        </p:tgtEl>
                                        <p:attrNameLst>
                                          <p:attrName>ppt_y</p:attrName>
                                        </p:attrNameLst>
                                      </p:cBhvr>
                                      <p:tavLst>
                                        <p:tav tm="0">
                                          <p:val>
                                            <p:strVal val="1+#ppt_h/2"/>
                                          </p:val>
                                        </p:tav>
                                        <p:tav tm="100000">
                                          <p:val>
                                            <p:strVal val="#ppt_y"/>
                                          </p:val>
                                        </p:tav>
                                      </p:tavLst>
                                    </p:anim>
                                  </p:childTnLst>
                                </p:cTn>
                              </p:par>
                              <p:par>
                                <p:cTn id="225" presetID="2" presetClass="entr" presetSubtype="4" fill="hold" nodeType="withEffect">
                                  <p:stCondLst>
                                    <p:cond delay="0"/>
                                  </p:stCondLst>
                                  <p:childTnLst>
                                    <p:set>
                                      <p:cBhvr>
                                        <p:cTn id="226" dur="1" fill="hold">
                                          <p:stCondLst>
                                            <p:cond delay="0"/>
                                          </p:stCondLst>
                                        </p:cTn>
                                        <p:tgtEl>
                                          <p:spTgt spid="103"/>
                                        </p:tgtEl>
                                        <p:attrNameLst>
                                          <p:attrName>style.visibility</p:attrName>
                                        </p:attrNameLst>
                                      </p:cBhvr>
                                      <p:to>
                                        <p:strVal val="visible"/>
                                      </p:to>
                                    </p:set>
                                    <p:anim calcmode="lin" valueType="num">
                                      <p:cBhvr additive="base">
                                        <p:cTn id="227" dur="500" fill="hold"/>
                                        <p:tgtEl>
                                          <p:spTgt spid="103"/>
                                        </p:tgtEl>
                                        <p:attrNameLst>
                                          <p:attrName>ppt_x</p:attrName>
                                        </p:attrNameLst>
                                      </p:cBhvr>
                                      <p:tavLst>
                                        <p:tav tm="0">
                                          <p:val>
                                            <p:strVal val="#ppt_x"/>
                                          </p:val>
                                        </p:tav>
                                        <p:tav tm="100000">
                                          <p:val>
                                            <p:strVal val="#ppt_x"/>
                                          </p:val>
                                        </p:tav>
                                      </p:tavLst>
                                    </p:anim>
                                    <p:anim calcmode="lin" valueType="num">
                                      <p:cBhvr additive="base">
                                        <p:cTn id="228" dur="500" fill="hold"/>
                                        <p:tgtEl>
                                          <p:spTgt spid="103"/>
                                        </p:tgtEl>
                                        <p:attrNameLst>
                                          <p:attrName>ppt_y</p:attrName>
                                        </p:attrNameLst>
                                      </p:cBhvr>
                                      <p:tavLst>
                                        <p:tav tm="0">
                                          <p:val>
                                            <p:strVal val="1+#ppt_h/2"/>
                                          </p:val>
                                        </p:tav>
                                        <p:tav tm="100000">
                                          <p:val>
                                            <p:strVal val="#ppt_y"/>
                                          </p:val>
                                        </p:tav>
                                      </p:tavLst>
                                    </p:anim>
                                  </p:childTnLst>
                                </p:cTn>
                              </p:par>
                              <p:par>
                                <p:cTn id="229" presetID="2" presetClass="entr" presetSubtype="4" fill="hold" nodeType="withEffect">
                                  <p:stCondLst>
                                    <p:cond delay="0"/>
                                  </p:stCondLst>
                                  <p:childTnLst>
                                    <p:set>
                                      <p:cBhvr>
                                        <p:cTn id="230" dur="1" fill="hold">
                                          <p:stCondLst>
                                            <p:cond delay="0"/>
                                          </p:stCondLst>
                                        </p:cTn>
                                        <p:tgtEl>
                                          <p:spTgt spid="104"/>
                                        </p:tgtEl>
                                        <p:attrNameLst>
                                          <p:attrName>style.visibility</p:attrName>
                                        </p:attrNameLst>
                                      </p:cBhvr>
                                      <p:to>
                                        <p:strVal val="visible"/>
                                      </p:to>
                                    </p:set>
                                    <p:anim calcmode="lin" valueType="num">
                                      <p:cBhvr additive="base">
                                        <p:cTn id="231" dur="500" fill="hold"/>
                                        <p:tgtEl>
                                          <p:spTgt spid="104"/>
                                        </p:tgtEl>
                                        <p:attrNameLst>
                                          <p:attrName>ppt_x</p:attrName>
                                        </p:attrNameLst>
                                      </p:cBhvr>
                                      <p:tavLst>
                                        <p:tav tm="0">
                                          <p:val>
                                            <p:strVal val="#ppt_x"/>
                                          </p:val>
                                        </p:tav>
                                        <p:tav tm="100000">
                                          <p:val>
                                            <p:strVal val="#ppt_x"/>
                                          </p:val>
                                        </p:tav>
                                      </p:tavLst>
                                    </p:anim>
                                    <p:anim calcmode="lin" valueType="num">
                                      <p:cBhvr additive="base">
                                        <p:cTn id="232" dur="500" fill="hold"/>
                                        <p:tgtEl>
                                          <p:spTgt spid="104"/>
                                        </p:tgtEl>
                                        <p:attrNameLst>
                                          <p:attrName>ppt_y</p:attrName>
                                        </p:attrNameLst>
                                      </p:cBhvr>
                                      <p:tavLst>
                                        <p:tav tm="0">
                                          <p:val>
                                            <p:strVal val="1+#ppt_h/2"/>
                                          </p:val>
                                        </p:tav>
                                        <p:tav tm="100000">
                                          <p:val>
                                            <p:strVal val="#ppt_y"/>
                                          </p:val>
                                        </p:tav>
                                      </p:tavLst>
                                    </p:anim>
                                  </p:childTnLst>
                                </p:cTn>
                              </p:par>
                              <p:par>
                                <p:cTn id="233" presetID="2" presetClass="entr" presetSubtype="4" fill="hold" nodeType="withEffect">
                                  <p:stCondLst>
                                    <p:cond delay="0"/>
                                  </p:stCondLst>
                                  <p:childTnLst>
                                    <p:set>
                                      <p:cBhvr>
                                        <p:cTn id="234" dur="1" fill="hold">
                                          <p:stCondLst>
                                            <p:cond delay="0"/>
                                          </p:stCondLst>
                                        </p:cTn>
                                        <p:tgtEl>
                                          <p:spTgt spid="105"/>
                                        </p:tgtEl>
                                        <p:attrNameLst>
                                          <p:attrName>style.visibility</p:attrName>
                                        </p:attrNameLst>
                                      </p:cBhvr>
                                      <p:to>
                                        <p:strVal val="visible"/>
                                      </p:to>
                                    </p:set>
                                    <p:anim calcmode="lin" valueType="num">
                                      <p:cBhvr additive="base">
                                        <p:cTn id="235" dur="500" fill="hold"/>
                                        <p:tgtEl>
                                          <p:spTgt spid="105"/>
                                        </p:tgtEl>
                                        <p:attrNameLst>
                                          <p:attrName>ppt_x</p:attrName>
                                        </p:attrNameLst>
                                      </p:cBhvr>
                                      <p:tavLst>
                                        <p:tav tm="0">
                                          <p:val>
                                            <p:strVal val="#ppt_x"/>
                                          </p:val>
                                        </p:tav>
                                        <p:tav tm="100000">
                                          <p:val>
                                            <p:strVal val="#ppt_x"/>
                                          </p:val>
                                        </p:tav>
                                      </p:tavLst>
                                    </p:anim>
                                    <p:anim calcmode="lin" valueType="num">
                                      <p:cBhvr additive="base">
                                        <p:cTn id="236" dur="500" fill="hold"/>
                                        <p:tgtEl>
                                          <p:spTgt spid="105"/>
                                        </p:tgtEl>
                                        <p:attrNameLst>
                                          <p:attrName>ppt_y</p:attrName>
                                        </p:attrNameLst>
                                      </p:cBhvr>
                                      <p:tavLst>
                                        <p:tav tm="0">
                                          <p:val>
                                            <p:strVal val="1+#ppt_h/2"/>
                                          </p:val>
                                        </p:tav>
                                        <p:tav tm="100000">
                                          <p:val>
                                            <p:strVal val="#ppt_y"/>
                                          </p:val>
                                        </p:tav>
                                      </p:tavLst>
                                    </p:anim>
                                  </p:childTnLst>
                                </p:cTn>
                              </p:par>
                              <p:par>
                                <p:cTn id="237" presetID="2" presetClass="entr" presetSubtype="4" fill="hold" nodeType="withEffect">
                                  <p:stCondLst>
                                    <p:cond delay="0"/>
                                  </p:stCondLst>
                                  <p:childTnLst>
                                    <p:set>
                                      <p:cBhvr>
                                        <p:cTn id="238" dur="1" fill="hold">
                                          <p:stCondLst>
                                            <p:cond delay="0"/>
                                          </p:stCondLst>
                                        </p:cTn>
                                        <p:tgtEl>
                                          <p:spTgt spid="106"/>
                                        </p:tgtEl>
                                        <p:attrNameLst>
                                          <p:attrName>style.visibility</p:attrName>
                                        </p:attrNameLst>
                                      </p:cBhvr>
                                      <p:to>
                                        <p:strVal val="visible"/>
                                      </p:to>
                                    </p:set>
                                    <p:anim calcmode="lin" valueType="num">
                                      <p:cBhvr additive="base">
                                        <p:cTn id="239" dur="500" fill="hold"/>
                                        <p:tgtEl>
                                          <p:spTgt spid="106"/>
                                        </p:tgtEl>
                                        <p:attrNameLst>
                                          <p:attrName>ppt_x</p:attrName>
                                        </p:attrNameLst>
                                      </p:cBhvr>
                                      <p:tavLst>
                                        <p:tav tm="0">
                                          <p:val>
                                            <p:strVal val="#ppt_x"/>
                                          </p:val>
                                        </p:tav>
                                        <p:tav tm="100000">
                                          <p:val>
                                            <p:strVal val="#ppt_x"/>
                                          </p:val>
                                        </p:tav>
                                      </p:tavLst>
                                    </p:anim>
                                    <p:anim calcmode="lin" valueType="num">
                                      <p:cBhvr additive="base">
                                        <p:cTn id="240" dur="500" fill="hold"/>
                                        <p:tgtEl>
                                          <p:spTgt spid="106"/>
                                        </p:tgtEl>
                                        <p:attrNameLst>
                                          <p:attrName>ppt_y</p:attrName>
                                        </p:attrNameLst>
                                      </p:cBhvr>
                                      <p:tavLst>
                                        <p:tav tm="0">
                                          <p:val>
                                            <p:strVal val="1+#ppt_h/2"/>
                                          </p:val>
                                        </p:tav>
                                        <p:tav tm="100000">
                                          <p:val>
                                            <p:strVal val="#ppt_y"/>
                                          </p:val>
                                        </p:tav>
                                      </p:tavLst>
                                    </p:anim>
                                  </p:childTnLst>
                                </p:cTn>
                              </p:par>
                              <p:par>
                                <p:cTn id="241" presetID="2" presetClass="entr" presetSubtype="4" fill="hold" grpId="0" nodeType="withEffect">
                                  <p:stCondLst>
                                    <p:cond delay="0"/>
                                  </p:stCondLst>
                                  <p:childTnLst>
                                    <p:set>
                                      <p:cBhvr>
                                        <p:cTn id="242" dur="1" fill="hold">
                                          <p:stCondLst>
                                            <p:cond delay="0"/>
                                          </p:stCondLst>
                                        </p:cTn>
                                        <p:tgtEl>
                                          <p:spTgt spid="107"/>
                                        </p:tgtEl>
                                        <p:attrNameLst>
                                          <p:attrName>style.visibility</p:attrName>
                                        </p:attrNameLst>
                                      </p:cBhvr>
                                      <p:to>
                                        <p:strVal val="visible"/>
                                      </p:to>
                                    </p:set>
                                    <p:anim calcmode="lin" valueType="num">
                                      <p:cBhvr additive="base">
                                        <p:cTn id="243" dur="500" fill="hold"/>
                                        <p:tgtEl>
                                          <p:spTgt spid="107"/>
                                        </p:tgtEl>
                                        <p:attrNameLst>
                                          <p:attrName>ppt_x</p:attrName>
                                        </p:attrNameLst>
                                      </p:cBhvr>
                                      <p:tavLst>
                                        <p:tav tm="0">
                                          <p:val>
                                            <p:strVal val="#ppt_x"/>
                                          </p:val>
                                        </p:tav>
                                        <p:tav tm="100000">
                                          <p:val>
                                            <p:strVal val="#ppt_x"/>
                                          </p:val>
                                        </p:tav>
                                      </p:tavLst>
                                    </p:anim>
                                    <p:anim calcmode="lin" valueType="num">
                                      <p:cBhvr additive="base">
                                        <p:cTn id="244" dur="500" fill="hold"/>
                                        <p:tgtEl>
                                          <p:spTgt spid="107"/>
                                        </p:tgtEl>
                                        <p:attrNameLst>
                                          <p:attrName>ppt_y</p:attrName>
                                        </p:attrNameLst>
                                      </p:cBhvr>
                                      <p:tavLst>
                                        <p:tav tm="0">
                                          <p:val>
                                            <p:strVal val="1+#ppt_h/2"/>
                                          </p:val>
                                        </p:tav>
                                        <p:tav tm="100000">
                                          <p:val>
                                            <p:strVal val="#ppt_y"/>
                                          </p:val>
                                        </p:tav>
                                      </p:tavLst>
                                    </p:anim>
                                  </p:childTnLst>
                                </p:cTn>
                              </p:par>
                              <p:par>
                                <p:cTn id="245" presetID="2" presetClass="entr" presetSubtype="4" fill="hold" grpId="0" nodeType="withEffect">
                                  <p:stCondLst>
                                    <p:cond delay="0"/>
                                  </p:stCondLst>
                                  <p:childTnLst>
                                    <p:set>
                                      <p:cBhvr>
                                        <p:cTn id="246" dur="1" fill="hold">
                                          <p:stCondLst>
                                            <p:cond delay="0"/>
                                          </p:stCondLst>
                                        </p:cTn>
                                        <p:tgtEl>
                                          <p:spTgt spid="108"/>
                                        </p:tgtEl>
                                        <p:attrNameLst>
                                          <p:attrName>style.visibility</p:attrName>
                                        </p:attrNameLst>
                                      </p:cBhvr>
                                      <p:to>
                                        <p:strVal val="visible"/>
                                      </p:to>
                                    </p:set>
                                    <p:anim calcmode="lin" valueType="num">
                                      <p:cBhvr additive="base">
                                        <p:cTn id="247" dur="500" fill="hold"/>
                                        <p:tgtEl>
                                          <p:spTgt spid="108"/>
                                        </p:tgtEl>
                                        <p:attrNameLst>
                                          <p:attrName>ppt_x</p:attrName>
                                        </p:attrNameLst>
                                      </p:cBhvr>
                                      <p:tavLst>
                                        <p:tav tm="0">
                                          <p:val>
                                            <p:strVal val="#ppt_x"/>
                                          </p:val>
                                        </p:tav>
                                        <p:tav tm="100000">
                                          <p:val>
                                            <p:strVal val="#ppt_x"/>
                                          </p:val>
                                        </p:tav>
                                      </p:tavLst>
                                    </p:anim>
                                    <p:anim calcmode="lin" valueType="num">
                                      <p:cBhvr additive="base">
                                        <p:cTn id="248" dur="500" fill="hold"/>
                                        <p:tgtEl>
                                          <p:spTgt spid="108"/>
                                        </p:tgtEl>
                                        <p:attrNameLst>
                                          <p:attrName>ppt_y</p:attrName>
                                        </p:attrNameLst>
                                      </p:cBhvr>
                                      <p:tavLst>
                                        <p:tav tm="0">
                                          <p:val>
                                            <p:strVal val="1+#ppt_h/2"/>
                                          </p:val>
                                        </p:tav>
                                        <p:tav tm="100000">
                                          <p:val>
                                            <p:strVal val="#ppt_y"/>
                                          </p:val>
                                        </p:tav>
                                      </p:tavLst>
                                    </p:anim>
                                  </p:childTnLst>
                                </p:cTn>
                              </p:par>
                              <p:par>
                                <p:cTn id="249" presetID="2" presetClass="entr" presetSubtype="4" fill="hold" grpId="0" nodeType="withEffect">
                                  <p:stCondLst>
                                    <p:cond delay="0"/>
                                  </p:stCondLst>
                                  <p:childTnLst>
                                    <p:set>
                                      <p:cBhvr>
                                        <p:cTn id="250" dur="1" fill="hold">
                                          <p:stCondLst>
                                            <p:cond delay="0"/>
                                          </p:stCondLst>
                                        </p:cTn>
                                        <p:tgtEl>
                                          <p:spTgt spid="109"/>
                                        </p:tgtEl>
                                        <p:attrNameLst>
                                          <p:attrName>style.visibility</p:attrName>
                                        </p:attrNameLst>
                                      </p:cBhvr>
                                      <p:to>
                                        <p:strVal val="visible"/>
                                      </p:to>
                                    </p:set>
                                    <p:anim calcmode="lin" valueType="num">
                                      <p:cBhvr additive="base">
                                        <p:cTn id="251" dur="500" fill="hold"/>
                                        <p:tgtEl>
                                          <p:spTgt spid="109"/>
                                        </p:tgtEl>
                                        <p:attrNameLst>
                                          <p:attrName>ppt_x</p:attrName>
                                        </p:attrNameLst>
                                      </p:cBhvr>
                                      <p:tavLst>
                                        <p:tav tm="0">
                                          <p:val>
                                            <p:strVal val="#ppt_x"/>
                                          </p:val>
                                        </p:tav>
                                        <p:tav tm="100000">
                                          <p:val>
                                            <p:strVal val="#ppt_x"/>
                                          </p:val>
                                        </p:tav>
                                      </p:tavLst>
                                    </p:anim>
                                    <p:anim calcmode="lin" valueType="num">
                                      <p:cBhvr additive="base">
                                        <p:cTn id="252" dur="500" fill="hold"/>
                                        <p:tgtEl>
                                          <p:spTgt spid="109"/>
                                        </p:tgtEl>
                                        <p:attrNameLst>
                                          <p:attrName>ppt_y</p:attrName>
                                        </p:attrNameLst>
                                      </p:cBhvr>
                                      <p:tavLst>
                                        <p:tav tm="0">
                                          <p:val>
                                            <p:strVal val="1+#ppt_h/2"/>
                                          </p:val>
                                        </p:tav>
                                        <p:tav tm="100000">
                                          <p:val>
                                            <p:strVal val="#ppt_y"/>
                                          </p:val>
                                        </p:tav>
                                      </p:tavLst>
                                    </p:anim>
                                  </p:childTnLst>
                                </p:cTn>
                              </p:par>
                              <p:par>
                                <p:cTn id="253" presetID="2" presetClass="entr" presetSubtype="4" fill="hold" grpId="0" nodeType="withEffect">
                                  <p:stCondLst>
                                    <p:cond delay="0"/>
                                  </p:stCondLst>
                                  <p:childTnLst>
                                    <p:set>
                                      <p:cBhvr>
                                        <p:cTn id="254" dur="1" fill="hold">
                                          <p:stCondLst>
                                            <p:cond delay="0"/>
                                          </p:stCondLst>
                                        </p:cTn>
                                        <p:tgtEl>
                                          <p:spTgt spid="110"/>
                                        </p:tgtEl>
                                        <p:attrNameLst>
                                          <p:attrName>style.visibility</p:attrName>
                                        </p:attrNameLst>
                                      </p:cBhvr>
                                      <p:to>
                                        <p:strVal val="visible"/>
                                      </p:to>
                                    </p:set>
                                    <p:anim calcmode="lin" valueType="num">
                                      <p:cBhvr additive="base">
                                        <p:cTn id="255" dur="500" fill="hold"/>
                                        <p:tgtEl>
                                          <p:spTgt spid="110"/>
                                        </p:tgtEl>
                                        <p:attrNameLst>
                                          <p:attrName>ppt_x</p:attrName>
                                        </p:attrNameLst>
                                      </p:cBhvr>
                                      <p:tavLst>
                                        <p:tav tm="0">
                                          <p:val>
                                            <p:strVal val="#ppt_x"/>
                                          </p:val>
                                        </p:tav>
                                        <p:tav tm="100000">
                                          <p:val>
                                            <p:strVal val="#ppt_x"/>
                                          </p:val>
                                        </p:tav>
                                      </p:tavLst>
                                    </p:anim>
                                    <p:anim calcmode="lin" valueType="num">
                                      <p:cBhvr additive="base">
                                        <p:cTn id="256" dur="500" fill="hold"/>
                                        <p:tgtEl>
                                          <p:spTgt spid="110"/>
                                        </p:tgtEl>
                                        <p:attrNameLst>
                                          <p:attrName>ppt_y</p:attrName>
                                        </p:attrNameLst>
                                      </p:cBhvr>
                                      <p:tavLst>
                                        <p:tav tm="0">
                                          <p:val>
                                            <p:strVal val="1+#ppt_h/2"/>
                                          </p:val>
                                        </p:tav>
                                        <p:tav tm="100000">
                                          <p:val>
                                            <p:strVal val="#ppt_y"/>
                                          </p:val>
                                        </p:tav>
                                      </p:tavLst>
                                    </p:anim>
                                  </p:childTnLst>
                                </p:cTn>
                              </p:par>
                              <p:par>
                                <p:cTn id="257" presetID="2" presetClass="entr" presetSubtype="4" fill="hold" nodeType="withEffect">
                                  <p:stCondLst>
                                    <p:cond delay="0"/>
                                  </p:stCondLst>
                                  <p:childTnLst>
                                    <p:set>
                                      <p:cBhvr>
                                        <p:cTn id="258" dur="1" fill="hold">
                                          <p:stCondLst>
                                            <p:cond delay="0"/>
                                          </p:stCondLst>
                                        </p:cTn>
                                        <p:tgtEl>
                                          <p:spTgt spid="111"/>
                                        </p:tgtEl>
                                        <p:attrNameLst>
                                          <p:attrName>style.visibility</p:attrName>
                                        </p:attrNameLst>
                                      </p:cBhvr>
                                      <p:to>
                                        <p:strVal val="visible"/>
                                      </p:to>
                                    </p:set>
                                    <p:anim calcmode="lin" valueType="num">
                                      <p:cBhvr additive="base">
                                        <p:cTn id="259" dur="500" fill="hold"/>
                                        <p:tgtEl>
                                          <p:spTgt spid="111"/>
                                        </p:tgtEl>
                                        <p:attrNameLst>
                                          <p:attrName>ppt_x</p:attrName>
                                        </p:attrNameLst>
                                      </p:cBhvr>
                                      <p:tavLst>
                                        <p:tav tm="0">
                                          <p:val>
                                            <p:strVal val="#ppt_x"/>
                                          </p:val>
                                        </p:tav>
                                        <p:tav tm="100000">
                                          <p:val>
                                            <p:strVal val="#ppt_x"/>
                                          </p:val>
                                        </p:tav>
                                      </p:tavLst>
                                    </p:anim>
                                    <p:anim calcmode="lin" valueType="num">
                                      <p:cBhvr additive="base">
                                        <p:cTn id="260" dur="500" fill="hold"/>
                                        <p:tgtEl>
                                          <p:spTgt spid="111"/>
                                        </p:tgtEl>
                                        <p:attrNameLst>
                                          <p:attrName>ppt_y</p:attrName>
                                        </p:attrNameLst>
                                      </p:cBhvr>
                                      <p:tavLst>
                                        <p:tav tm="0">
                                          <p:val>
                                            <p:strVal val="1+#ppt_h/2"/>
                                          </p:val>
                                        </p:tav>
                                        <p:tav tm="100000">
                                          <p:val>
                                            <p:strVal val="#ppt_y"/>
                                          </p:val>
                                        </p:tav>
                                      </p:tavLst>
                                    </p:anim>
                                  </p:childTnLst>
                                </p:cTn>
                              </p:par>
                              <p:par>
                                <p:cTn id="261" presetID="2" presetClass="entr" presetSubtype="4" fill="hold" nodeType="withEffect">
                                  <p:stCondLst>
                                    <p:cond delay="0"/>
                                  </p:stCondLst>
                                  <p:childTnLst>
                                    <p:set>
                                      <p:cBhvr>
                                        <p:cTn id="262" dur="1" fill="hold">
                                          <p:stCondLst>
                                            <p:cond delay="0"/>
                                          </p:stCondLst>
                                        </p:cTn>
                                        <p:tgtEl>
                                          <p:spTgt spid="112"/>
                                        </p:tgtEl>
                                        <p:attrNameLst>
                                          <p:attrName>style.visibility</p:attrName>
                                        </p:attrNameLst>
                                      </p:cBhvr>
                                      <p:to>
                                        <p:strVal val="visible"/>
                                      </p:to>
                                    </p:set>
                                    <p:anim calcmode="lin" valueType="num">
                                      <p:cBhvr additive="base">
                                        <p:cTn id="263" dur="500" fill="hold"/>
                                        <p:tgtEl>
                                          <p:spTgt spid="112"/>
                                        </p:tgtEl>
                                        <p:attrNameLst>
                                          <p:attrName>ppt_x</p:attrName>
                                        </p:attrNameLst>
                                      </p:cBhvr>
                                      <p:tavLst>
                                        <p:tav tm="0">
                                          <p:val>
                                            <p:strVal val="#ppt_x"/>
                                          </p:val>
                                        </p:tav>
                                        <p:tav tm="100000">
                                          <p:val>
                                            <p:strVal val="#ppt_x"/>
                                          </p:val>
                                        </p:tav>
                                      </p:tavLst>
                                    </p:anim>
                                    <p:anim calcmode="lin" valueType="num">
                                      <p:cBhvr additive="base">
                                        <p:cTn id="264" dur="500" fill="hold"/>
                                        <p:tgtEl>
                                          <p:spTgt spid="112"/>
                                        </p:tgtEl>
                                        <p:attrNameLst>
                                          <p:attrName>ppt_y</p:attrName>
                                        </p:attrNameLst>
                                      </p:cBhvr>
                                      <p:tavLst>
                                        <p:tav tm="0">
                                          <p:val>
                                            <p:strVal val="1+#ppt_h/2"/>
                                          </p:val>
                                        </p:tav>
                                        <p:tav tm="100000">
                                          <p:val>
                                            <p:strVal val="#ppt_y"/>
                                          </p:val>
                                        </p:tav>
                                      </p:tavLst>
                                    </p:anim>
                                  </p:childTnLst>
                                </p:cTn>
                              </p:par>
                              <p:par>
                                <p:cTn id="265" presetID="2" presetClass="entr" presetSubtype="4" fill="hold" nodeType="withEffect">
                                  <p:stCondLst>
                                    <p:cond delay="0"/>
                                  </p:stCondLst>
                                  <p:childTnLst>
                                    <p:set>
                                      <p:cBhvr>
                                        <p:cTn id="266" dur="1" fill="hold">
                                          <p:stCondLst>
                                            <p:cond delay="0"/>
                                          </p:stCondLst>
                                        </p:cTn>
                                        <p:tgtEl>
                                          <p:spTgt spid="113"/>
                                        </p:tgtEl>
                                        <p:attrNameLst>
                                          <p:attrName>style.visibility</p:attrName>
                                        </p:attrNameLst>
                                      </p:cBhvr>
                                      <p:to>
                                        <p:strVal val="visible"/>
                                      </p:to>
                                    </p:set>
                                    <p:anim calcmode="lin" valueType="num">
                                      <p:cBhvr additive="base">
                                        <p:cTn id="267" dur="500" fill="hold"/>
                                        <p:tgtEl>
                                          <p:spTgt spid="113"/>
                                        </p:tgtEl>
                                        <p:attrNameLst>
                                          <p:attrName>ppt_x</p:attrName>
                                        </p:attrNameLst>
                                      </p:cBhvr>
                                      <p:tavLst>
                                        <p:tav tm="0">
                                          <p:val>
                                            <p:strVal val="#ppt_x"/>
                                          </p:val>
                                        </p:tav>
                                        <p:tav tm="100000">
                                          <p:val>
                                            <p:strVal val="#ppt_x"/>
                                          </p:val>
                                        </p:tav>
                                      </p:tavLst>
                                    </p:anim>
                                    <p:anim calcmode="lin" valueType="num">
                                      <p:cBhvr additive="base">
                                        <p:cTn id="268" dur="500" fill="hold"/>
                                        <p:tgtEl>
                                          <p:spTgt spid="113"/>
                                        </p:tgtEl>
                                        <p:attrNameLst>
                                          <p:attrName>ppt_y</p:attrName>
                                        </p:attrNameLst>
                                      </p:cBhvr>
                                      <p:tavLst>
                                        <p:tav tm="0">
                                          <p:val>
                                            <p:strVal val="1+#ppt_h/2"/>
                                          </p:val>
                                        </p:tav>
                                        <p:tav tm="100000">
                                          <p:val>
                                            <p:strVal val="#ppt_y"/>
                                          </p:val>
                                        </p:tav>
                                      </p:tavLst>
                                    </p:anim>
                                  </p:childTnLst>
                                </p:cTn>
                              </p:par>
                              <p:par>
                                <p:cTn id="269" presetID="2" presetClass="entr" presetSubtype="4" fill="hold" nodeType="withEffect">
                                  <p:stCondLst>
                                    <p:cond delay="0"/>
                                  </p:stCondLst>
                                  <p:childTnLst>
                                    <p:set>
                                      <p:cBhvr>
                                        <p:cTn id="270" dur="1" fill="hold">
                                          <p:stCondLst>
                                            <p:cond delay="0"/>
                                          </p:stCondLst>
                                        </p:cTn>
                                        <p:tgtEl>
                                          <p:spTgt spid="114"/>
                                        </p:tgtEl>
                                        <p:attrNameLst>
                                          <p:attrName>style.visibility</p:attrName>
                                        </p:attrNameLst>
                                      </p:cBhvr>
                                      <p:to>
                                        <p:strVal val="visible"/>
                                      </p:to>
                                    </p:set>
                                    <p:anim calcmode="lin" valueType="num">
                                      <p:cBhvr additive="base">
                                        <p:cTn id="271" dur="500" fill="hold"/>
                                        <p:tgtEl>
                                          <p:spTgt spid="114"/>
                                        </p:tgtEl>
                                        <p:attrNameLst>
                                          <p:attrName>ppt_x</p:attrName>
                                        </p:attrNameLst>
                                      </p:cBhvr>
                                      <p:tavLst>
                                        <p:tav tm="0">
                                          <p:val>
                                            <p:strVal val="#ppt_x"/>
                                          </p:val>
                                        </p:tav>
                                        <p:tav tm="100000">
                                          <p:val>
                                            <p:strVal val="#ppt_x"/>
                                          </p:val>
                                        </p:tav>
                                      </p:tavLst>
                                    </p:anim>
                                    <p:anim calcmode="lin" valueType="num">
                                      <p:cBhvr additive="base">
                                        <p:cTn id="272" dur="500" fill="hold"/>
                                        <p:tgtEl>
                                          <p:spTgt spid="114"/>
                                        </p:tgtEl>
                                        <p:attrNameLst>
                                          <p:attrName>ppt_y</p:attrName>
                                        </p:attrNameLst>
                                      </p:cBhvr>
                                      <p:tavLst>
                                        <p:tav tm="0">
                                          <p:val>
                                            <p:strVal val="1+#ppt_h/2"/>
                                          </p:val>
                                        </p:tav>
                                        <p:tav tm="100000">
                                          <p:val>
                                            <p:strVal val="#ppt_y"/>
                                          </p:val>
                                        </p:tav>
                                      </p:tavLst>
                                    </p:anim>
                                  </p:childTnLst>
                                </p:cTn>
                              </p:par>
                              <p:par>
                                <p:cTn id="273" presetID="2" presetClass="entr" presetSubtype="4" fill="hold" grpId="0" nodeType="withEffect">
                                  <p:stCondLst>
                                    <p:cond delay="0"/>
                                  </p:stCondLst>
                                  <p:childTnLst>
                                    <p:set>
                                      <p:cBhvr>
                                        <p:cTn id="274" dur="1" fill="hold">
                                          <p:stCondLst>
                                            <p:cond delay="0"/>
                                          </p:stCondLst>
                                        </p:cTn>
                                        <p:tgtEl>
                                          <p:spTgt spid="115"/>
                                        </p:tgtEl>
                                        <p:attrNameLst>
                                          <p:attrName>style.visibility</p:attrName>
                                        </p:attrNameLst>
                                      </p:cBhvr>
                                      <p:to>
                                        <p:strVal val="visible"/>
                                      </p:to>
                                    </p:set>
                                    <p:anim calcmode="lin" valueType="num">
                                      <p:cBhvr additive="base">
                                        <p:cTn id="275" dur="500" fill="hold"/>
                                        <p:tgtEl>
                                          <p:spTgt spid="115"/>
                                        </p:tgtEl>
                                        <p:attrNameLst>
                                          <p:attrName>ppt_x</p:attrName>
                                        </p:attrNameLst>
                                      </p:cBhvr>
                                      <p:tavLst>
                                        <p:tav tm="0">
                                          <p:val>
                                            <p:strVal val="#ppt_x"/>
                                          </p:val>
                                        </p:tav>
                                        <p:tav tm="100000">
                                          <p:val>
                                            <p:strVal val="#ppt_x"/>
                                          </p:val>
                                        </p:tav>
                                      </p:tavLst>
                                    </p:anim>
                                    <p:anim calcmode="lin" valueType="num">
                                      <p:cBhvr additive="base">
                                        <p:cTn id="276" dur="500" fill="hold"/>
                                        <p:tgtEl>
                                          <p:spTgt spid="115"/>
                                        </p:tgtEl>
                                        <p:attrNameLst>
                                          <p:attrName>ppt_y</p:attrName>
                                        </p:attrNameLst>
                                      </p:cBhvr>
                                      <p:tavLst>
                                        <p:tav tm="0">
                                          <p:val>
                                            <p:strVal val="1+#ppt_h/2"/>
                                          </p:val>
                                        </p:tav>
                                        <p:tav tm="100000">
                                          <p:val>
                                            <p:strVal val="#ppt_y"/>
                                          </p:val>
                                        </p:tav>
                                      </p:tavLst>
                                    </p:anim>
                                  </p:childTnLst>
                                </p:cTn>
                              </p:par>
                              <p:par>
                                <p:cTn id="277" presetID="2" presetClass="entr" presetSubtype="4" fill="hold" grpId="0" nodeType="withEffect">
                                  <p:stCondLst>
                                    <p:cond delay="0"/>
                                  </p:stCondLst>
                                  <p:childTnLst>
                                    <p:set>
                                      <p:cBhvr>
                                        <p:cTn id="278" dur="1" fill="hold">
                                          <p:stCondLst>
                                            <p:cond delay="0"/>
                                          </p:stCondLst>
                                        </p:cTn>
                                        <p:tgtEl>
                                          <p:spTgt spid="116"/>
                                        </p:tgtEl>
                                        <p:attrNameLst>
                                          <p:attrName>style.visibility</p:attrName>
                                        </p:attrNameLst>
                                      </p:cBhvr>
                                      <p:to>
                                        <p:strVal val="visible"/>
                                      </p:to>
                                    </p:set>
                                    <p:anim calcmode="lin" valueType="num">
                                      <p:cBhvr additive="base">
                                        <p:cTn id="279" dur="500" fill="hold"/>
                                        <p:tgtEl>
                                          <p:spTgt spid="116"/>
                                        </p:tgtEl>
                                        <p:attrNameLst>
                                          <p:attrName>ppt_x</p:attrName>
                                        </p:attrNameLst>
                                      </p:cBhvr>
                                      <p:tavLst>
                                        <p:tav tm="0">
                                          <p:val>
                                            <p:strVal val="#ppt_x"/>
                                          </p:val>
                                        </p:tav>
                                        <p:tav tm="100000">
                                          <p:val>
                                            <p:strVal val="#ppt_x"/>
                                          </p:val>
                                        </p:tav>
                                      </p:tavLst>
                                    </p:anim>
                                    <p:anim calcmode="lin" valueType="num">
                                      <p:cBhvr additive="base">
                                        <p:cTn id="280" dur="500" fill="hold"/>
                                        <p:tgtEl>
                                          <p:spTgt spid="116"/>
                                        </p:tgtEl>
                                        <p:attrNameLst>
                                          <p:attrName>ppt_y</p:attrName>
                                        </p:attrNameLst>
                                      </p:cBhvr>
                                      <p:tavLst>
                                        <p:tav tm="0">
                                          <p:val>
                                            <p:strVal val="1+#ppt_h/2"/>
                                          </p:val>
                                        </p:tav>
                                        <p:tav tm="100000">
                                          <p:val>
                                            <p:strVal val="#ppt_y"/>
                                          </p:val>
                                        </p:tav>
                                      </p:tavLst>
                                    </p:anim>
                                  </p:childTnLst>
                                </p:cTn>
                              </p:par>
                              <p:par>
                                <p:cTn id="281" presetID="2" presetClass="entr" presetSubtype="4" fill="hold" grpId="0" nodeType="withEffect">
                                  <p:stCondLst>
                                    <p:cond delay="0"/>
                                  </p:stCondLst>
                                  <p:childTnLst>
                                    <p:set>
                                      <p:cBhvr>
                                        <p:cTn id="282" dur="1" fill="hold">
                                          <p:stCondLst>
                                            <p:cond delay="0"/>
                                          </p:stCondLst>
                                        </p:cTn>
                                        <p:tgtEl>
                                          <p:spTgt spid="117"/>
                                        </p:tgtEl>
                                        <p:attrNameLst>
                                          <p:attrName>style.visibility</p:attrName>
                                        </p:attrNameLst>
                                      </p:cBhvr>
                                      <p:to>
                                        <p:strVal val="visible"/>
                                      </p:to>
                                    </p:set>
                                    <p:anim calcmode="lin" valueType="num">
                                      <p:cBhvr additive="base">
                                        <p:cTn id="283" dur="500" fill="hold"/>
                                        <p:tgtEl>
                                          <p:spTgt spid="117"/>
                                        </p:tgtEl>
                                        <p:attrNameLst>
                                          <p:attrName>ppt_x</p:attrName>
                                        </p:attrNameLst>
                                      </p:cBhvr>
                                      <p:tavLst>
                                        <p:tav tm="0">
                                          <p:val>
                                            <p:strVal val="#ppt_x"/>
                                          </p:val>
                                        </p:tav>
                                        <p:tav tm="100000">
                                          <p:val>
                                            <p:strVal val="#ppt_x"/>
                                          </p:val>
                                        </p:tav>
                                      </p:tavLst>
                                    </p:anim>
                                    <p:anim calcmode="lin" valueType="num">
                                      <p:cBhvr additive="base">
                                        <p:cTn id="284" dur="500" fill="hold"/>
                                        <p:tgtEl>
                                          <p:spTgt spid="117"/>
                                        </p:tgtEl>
                                        <p:attrNameLst>
                                          <p:attrName>ppt_y</p:attrName>
                                        </p:attrNameLst>
                                      </p:cBhvr>
                                      <p:tavLst>
                                        <p:tav tm="0">
                                          <p:val>
                                            <p:strVal val="1+#ppt_h/2"/>
                                          </p:val>
                                        </p:tav>
                                        <p:tav tm="100000">
                                          <p:val>
                                            <p:strVal val="#ppt_y"/>
                                          </p:val>
                                        </p:tav>
                                      </p:tavLst>
                                    </p:anim>
                                  </p:childTnLst>
                                </p:cTn>
                              </p:par>
                              <p:par>
                                <p:cTn id="285" presetID="2" presetClass="entr" presetSubtype="4" fill="hold" grpId="0" nodeType="withEffect">
                                  <p:stCondLst>
                                    <p:cond delay="0"/>
                                  </p:stCondLst>
                                  <p:childTnLst>
                                    <p:set>
                                      <p:cBhvr>
                                        <p:cTn id="286" dur="1" fill="hold">
                                          <p:stCondLst>
                                            <p:cond delay="0"/>
                                          </p:stCondLst>
                                        </p:cTn>
                                        <p:tgtEl>
                                          <p:spTgt spid="121"/>
                                        </p:tgtEl>
                                        <p:attrNameLst>
                                          <p:attrName>style.visibility</p:attrName>
                                        </p:attrNameLst>
                                      </p:cBhvr>
                                      <p:to>
                                        <p:strVal val="visible"/>
                                      </p:to>
                                    </p:set>
                                    <p:anim calcmode="lin" valueType="num">
                                      <p:cBhvr additive="base">
                                        <p:cTn id="287" dur="500" fill="hold"/>
                                        <p:tgtEl>
                                          <p:spTgt spid="121"/>
                                        </p:tgtEl>
                                        <p:attrNameLst>
                                          <p:attrName>ppt_x</p:attrName>
                                        </p:attrNameLst>
                                      </p:cBhvr>
                                      <p:tavLst>
                                        <p:tav tm="0">
                                          <p:val>
                                            <p:strVal val="#ppt_x"/>
                                          </p:val>
                                        </p:tav>
                                        <p:tav tm="100000">
                                          <p:val>
                                            <p:strVal val="#ppt_x"/>
                                          </p:val>
                                        </p:tav>
                                      </p:tavLst>
                                    </p:anim>
                                    <p:anim calcmode="lin" valueType="num">
                                      <p:cBhvr additive="base">
                                        <p:cTn id="288" dur="500" fill="hold"/>
                                        <p:tgtEl>
                                          <p:spTgt spid="121"/>
                                        </p:tgtEl>
                                        <p:attrNameLst>
                                          <p:attrName>ppt_y</p:attrName>
                                        </p:attrNameLst>
                                      </p:cBhvr>
                                      <p:tavLst>
                                        <p:tav tm="0">
                                          <p:val>
                                            <p:strVal val="1+#ppt_h/2"/>
                                          </p:val>
                                        </p:tav>
                                        <p:tav tm="100000">
                                          <p:val>
                                            <p:strVal val="#ppt_y"/>
                                          </p:val>
                                        </p:tav>
                                      </p:tavLst>
                                    </p:anim>
                                  </p:childTnLst>
                                </p:cTn>
                              </p:par>
                              <p:par>
                                <p:cTn id="289" presetID="2" presetClass="entr" presetSubtype="4" fill="hold" grpId="0" nodeType="withEffect">
                                  <p:stCondLst>
                                    <p:cond delay="0"/>
                                  </p:stCondLst>
                                  <p:childTnLst>
                                    <p:set>
                                      <p:cBhvr>
                                        <p:cTn id="290" dur="1" fill="hold">
                                          <p:stCondLst>
                                            <p:cond delay="0"/>
                                          </p:stCondLst>
                                        </p:cTn>
                                        <p:tgtEl>
                                          <p:spTgt spid="122"/>
                                        </p:tgtEl>
                                        <p:attrNameLst>
                                          <p:attrName>style.visibility</p:attrName>
                                        </p:attrNameLst>
                                      </p:cBhvr>
                                      <p:to>
                                        <p:strVal val="visible"/>
                                      </p:to>
                                    </p:set>
                                    <p:anim calcmode="lin" valueType="num">
                                      <p:cBhvr additive="base">
                                        <p:cTn id="291" dur="500" fill="hold"/>
                                        <p:tgtEl>
                                          <p:spTgt spid="122"/>
                                        </p:tgtEl>
                                        <p:attrNameLst>
                                          <p:attrName>ppt_x</p:attrName>
                                        </p:attrNameLst>
                                      </p:cBhvr>
                                      <p:tavLst>
                                        <p:tav tm="0">
                                          <p:val>
                                            <p:strVal val="#ppt_x"/>
                                          </p:val>
                                        </p:tav>
                                        <p:tav tm="100000">
                                          <p:val>
                                            <p:strVal val="#ppt_x"/>
                                          </p:val>
                                        </p:tav>
                                      </p:tavLst>
                                    </p:anim>
                                    <p:anim calcmode="lin" valueType="num">
                                      <p:cBhvr additive="base">
                                        <p:cTn id="292" dur="500" fill="hold"/>
                                        <p:tgtEl>
                                          <p:spTgt spid="122"/>
                                        </p:tgtEl>
                                        <p:attrNameLst>
                                          <p:attrName>ppt_y</p:attrName>
                                        </p:attrNameLst>
                                      </p:cBhvr>
                                      <p:tavLst>
                                        <p:tav tm="0">
                                          <p:val>
                                            <p:strVal val="1+#ppt_h/2"/>
                                          </p:val>
                                        </p:tav>
                                        <p:tav tm="100000">
                                          <p:val>
                                            <p:strVal val="#ppt_y"/>
                                          </p:val>
                                        </p:tav>
                                      </p:tavLst>
                                    </p:anim>
                                  </p:childTnLst>
                                </p:cTn>
                              </p:par>
                              <p:par>
                                <p:cTn id="293" presetID="2" presetClass="entr" presetSubtype="4" fill="hold" nodeType="withEffect">
                                  <p:stCondLst>
                                    <p:cond delay="0"/>
                                  </p:stCondLst>
                                  <p:childTnLst>
                                    <p:set>
                                      <p:cBhvr>
                                        <p:cTn id="294" dur="1" fill="hold">
                                          <p:stCondLst>
                                            <p:cond delay="0"/>
                                          </p:stCondLst>
                                        </p:cTn>
                                        <p:tgtEl>
                                          <p:spTgt spid="123"/>
                                        </p:tgtEl>
                                        <p:attrNameLst>
                                          <p:attrName>style.visibility</p:attrName>
                                        </p:attrNameLst>
                                      </p:cBhvr>
                                      <p:to>
                                        <p:strVal val="visible"/>
                                      </p:to>
                                    </p:set>
                                    <p:anim calcmode="lin" valueType="num">
                                      <p:cBhvr additive="base">
                                        <p:cTn id="295" dur="500" fill="hold"/>
                                        <p:tgtEl>
                                          <p:spTgt spid="123"/>
                                        </p:tgtEl>
                                        <p:attrNameLst>
                                          <p:attrName>ppt_x</p:attrName>
                                        </p:attrNameLst>
                                      </p:cBhvr>
                                      <p:tavLst>
                                        <p:tav tm="0">
                                          <p:val>
                                            <p:strVal val="#ppt_x"/>
                                          </p:val>
                                        </p:tav>
                                        <p:tav tm="100000">
                                          <p:val>
                                            <p:strVal val="#ppt_x"/>
                                          </p:val>
                                        </p:tav>
                                      </p:tavLst>
                                    </p:anim>
                                    <p:anim calcmode="lin" valueType="num">
                                      <p:cBhvr additive="base">
                                        <p:cTn id="296" dur="500" fill="hold"/>
                                        <p:tgtEl>
                                          <p:spTgt spid="123"/>
                                        </p:tgtEl>
                                        <p:attrNameLst>
                                          <p:attrName>ppt_y</p:attrName>
                                        </p:attrNameLst>
                                      </p:cBhvr>
                                      <p:tavLst>
                                        <p:tav tm="0">
                                          <p:val>
                                            <p:strVal val="1+#ppt_h/2"/>
                                          </p:val>
                                        </p:tav>
                                        <p:tav tm="100000">
                                          <p:val>
                                            <p:strVal val="#ppt_y"/>
                                          </p:val>
                                        </p:tav>
                                      </p:tavLst>
                                    </p:anim>
                                  </p:childTnLst>
                                </p:cTn>
                              </p:par>
                              <p:par>
                                <p:cTn id="297" presetID="2" presetClass="entr" presetSubtype="4" fill="hold" nodeType="withEffect">
                                  <p:stCondLst>
                                    <p:cond delay="0"/>
                                  </p:stCondLst>
                                  <p:childTnLst>
                                    <p:set>
                                      <p:cBhvr>
                                        <p:cTn id="298" dur="1" fill="hold">
                                          <p:stCondLst>
                                            <p:cond delay="0"/>
                                          </p:stCondLst>
                                        </p:cTn>
                                        <p:tgtEl>
                                          <p:spTgt spid="124"/>
                                        </p:tgtEl>
                                        <p:attrNameLst>
                                          <p:attrName>style.visibility</p:attrName>
                                        </p:attrNameLst>
                                      </p:cBhvr>
                                      <p:to>
                                        <p:strVal val="visible"/>
                                      </p:to>
                                    </p:set>
                                    <p:anim calcmode="lin" valueType="num">
                                      <p:cBhvr additive="base">
                                        <p:cTn id="299" dur="500" fill="hold"/>
                                        <p:tgtEl>
                                          <p:spTgt spid="124"/>
                                        </p:tgtEl>
                                        <p:attrNameLst>
                                          <p:attrName>ppt_x</p:attrName>
                                        </p:attrNameLst>
                                      </p:cBhvr>
                                      <p:tavLst>
                                        <p:tav tm="0">
                                          <p:val>
                                            <p:strVal val="#ppt_x"/>
                                          </p:val>
                                        </p:tav>
                                        <p:tav tm="100000">
                                          <p:val>
                                            <p:strVal val="#ppt_x"/>
                                          </p:val>
                                        </p:tav>
                                      </p:tavLst>
                                    </p:anim>
                                    <p:anim calcmode="lin" valueType="num">
                                      <p:cBhvr additive="base">
                                        <p:cTn id="300" dur="500" fill="hold"/>
                                        <p:tgtEl>
                                          <p:spTgt spid="124"/>
                                        </p:tgtEl>
                                        <p:attrNameLst>
                                          <p:attrName>ppt_y</p:attrName>
                                        </p:attrNameLst>
                                      </p:cBhvr>
                                      <p:tavLst>
                                        <p:tav tm="0">
                                          <p:val>
                                            <p:strVal val="1+#ppt_h/2"/>
                                          </p:val>
                                        </p:tav>
                                        <p:tav tm="100000">
                                          <p:val>
                                            <p:strVal val="#ppt_y"/>
                                          </p:val>
                                        </p:tav>
                                      </p:tavLst>
                                    </p:anim>
                                  </p:childTnLst>
                                </p:cTn>
                              </p:par>
                              <p:par>
                                <p:cTn id="301" presetID="2" presetClass="entr" presetSubtype="4" fill="hold" grpId="0" nodeType="withEffect">
                                  <p:stCondLst>
                                    <p:cond delay="0"/>
                                  </p:stCondLst>
                                  <p:childTnLst>
                                    <p:set>
                                      <p:cBhvr>
                                        <p:cTn id="302" dur="1" fill="hold">
                                          <p:stCondLst>
                                            <p:cond delay="0"/>
                                          </p:stCondLst>
                                        </p:cTn>
                                        <p:tgtEl>
                                          <p:spTgt spid="125"/>
                                        </p:tgtEl>
                                        <p:attrNameLst>
                                          <p:attrName>style.visibility</p:attrName>
                                        </p:attrNameLst>
                                      </p:cBhvr>
                                      <p:to>
                                        <p:strVal val="visible"/>
                                      </p:to>
                                    </p:set>
                                    <p:anim calcmode="lin" valueType="num">
                                      <p:cBhvr additive="base">
                                        <p:cTn id="303" dur="500" fill="hold"/>
                                        <p:tgtEl>
                                          <p:spTgt spid="125"/>
                                        </p:tgtEl>
                                        <p:attrNameLst>
                                          <p:attrName>ppt_x</p:attrName>
                                        </p:attrNameLst>
                                      </p:cBhvr>
                                      <p:tavLst>
                                        <p:tav tm="0">
                                          <p:val>
                                            <p:strVal val="#ppt_x"/>
                                          </p:val>
                                        </p:tav>
                                        <p:tav tm="100000">
                                          <p:val>
                                            <p:strVal val="#ppt_x"/>
                                          </p:val>
                                        </p:tav>
                                      </p:tavLst>
                                    </p:anim>
                                    <p:anim calcmode="lin" valueType="num">
                                      <p:cBhvr additive="base">
                                        <p:cTn id="304" dur="500" fill="hold"/>
                                        <p:tgtEl>
                                          <p:spTgt spid="125"/>
                                        </p:tgtEl>
                                        <p:attrNameLst>
                                          <p:attrName>ppt_y</p:attrName>
                                        </p:attrNameLst>
                                      </p:cBhvr>
                                      <p:tavLst>
                                        <p:tav tm="0">
                                          <p:val>
                                            <p:strVal val="1+#ppt_h/2"/>
                                          </p:val>
                                        </p:tav>
                                        <p:tav tm="100000">
                                          <p:val>
                                            <p:strVal val="#ppt_y"/>
                                          </p:val>
                                        </p:tav>
                                      </p:tavLst>
                                    </p:anim>
                                  </p:childTnLst>
                                </p:cTn>
                              </p:par>
                              <p:par>
                                <p:cTn id="305" presetID="2" presetClass="entr" presetSubtype="4" fill="hold" grpId="0" nodeType="withEffect">
                                  <p:stCondLst>
                                    <p:cond delay="0"/>
                                  </p:stCondLst>
                                  <p:childTnLst>
                                    <p:set>
                                      <p:cBhvr>
                                        <p:cTn id="306" dur="1" fill="hold">
                                          <p:stCondLst>
                                            <p:cond delay="0"/>
                                          </p:stCondLst>
                                        </p:cTn>
                                        <p:tgtEl>
                                          <p:spTgt spid="126"/>
                                        </p:tgtEl>
                                        <p:attrNameLst>
                                          <p:attrName>style.visibility</p:attrName>
                                        </p:attrNameLst>
                                      </p:cBhvr>
                                      <p:to>
                                        <p:strVal val="visible"/>
                                      </p:to>
                                    </p:set>
                                    <p:anim calcmode="lin" valueType="num">
                                      <p:cBhvr additive="base">
                                        <p:cTn id="307" dur="500" fill="hold"/>
                                        <p:tgtEl>
                                          <p:spTgt spid="126"/>
                                        </p:tgtEl>
                                        <p:attrNameLst>
                                          <p:attrName>ppt_x</p:attrName>
                                        </p:attrNameLst>
                                      </p:cBhvr>
                                      <p:tavLst>
                                        <p:tav tm="0">
                                          <p:val>
                                            <p:strVal val="#ppt_x"/>
                                          </p:val>
                                        </p:tav>
                                        <p:tav tm="100000">
                                          <p:val>
                                            <p:strVal val="#ppt_x"/>
                                          </p:val>
                                        </p:tav>
                                      </p:tavLst>
                                    </p:anim>
                                    <p:anim calcmode="lin" valueType="num">
                                      <p:cBhvr additive="base">
                                        <p:cTn id="308" dur="500" fill="hold"/>
                                        <p:tgtEl>
                                          <p:spTgt spid="126"/>
                                        </p:tgtEl>
                                        <p:attrNameLst>
                                          <p:attrName>ppt_y</p:attrName>
                                        </p:attrNameLst>
                                      </p:cBhvr>
                                      <p:tavLst>
                                        <p:tav tm="0">
                                          <p:val>
                                            <p:strVal val="1+#ppt_h/2"/>
                                          </p:val>
                                        </p:tav>
                                        <p:tav tm="100000">
                                          <p:val>
                                            <p:strVal val="#ppt_y"/>
                                          </p:val>
                                        </p:tav>
                                      </p:tavLst>
                                    </p:anim>
                                  </p:childTnLst>
                                </p:cTn>
                              </p:par>
                              <p:par>
                                <p:cTn id="309" presetID="2" presetClass="entr" presetSubtype="4" fill="hold" nodeType="withEffect">
                                  <p:stCondLst>
                                    <p:cond delay="0"/>
                                  </p:stCondLst>
                                  <p:childTnLst>
                                    <p:set>
                                      <p:cBhvr>
                                        <p:cTn id="310" dur="1" fill="hold">
                                          <p:stCondLst>
                                            <p:cond delay="0"/>
                                          </p:stCondLst>
                                        </p:cTn>
                                        <p:tgtEl>
                                          <p:spTgt spid="127"/>
                                        </p:tgtEl>
                                        <p:attrNameLst>
                                          <p:attrName>style.visibility</p:attrName>
                                        </p:attrNameLst>
                                      </p:cBhvr>
                                      <p:to>
                                        <p:strVal val="visible"/>
                                      </p:to>
                                    </p:set>
                                    <p:anim calcmode="lin" valueType="num">
                                      <p:cBhvr additive="base">
                                        <p:cTn id="311" dur="500" fill="hold"/>
                                        <p:tgtEl>
                                          <p:spTgt spid="127"/>
                                        </p:tgtEl>
                                        <p:attrNameLst>
                                          <p:attrName>ppt_x</p:attrName>
                                        </p:attrNameLst>
                                      </p:cBhvr>
                                      <p:tavLst>
                                        <p:tav tm="0">
                                          <p:val>
                                            <p:strVal val="#ppt_x"/>
                                          </p:val>
                                        </p:tav>
                                        <p:tav tm="100000">
                                          <p:val>
                                            <p:strVal val="#ppt_x"/>
                                          </p:val>
                                        </p:tav>
                                      </p:tavLst>
                                    </p:anim>
                                    <p:anim calcmode="lin" valueType="num">
                                      <p:cBhvr additive="base">
                                        <p:cTn id="312" dur="500" fill="hold"/>
                                        <p:tgtEl>
                                          <p:spTgt spid="127"/>
                                        </p:tgtEl>
                                        <p:attrNameLst>
                                          <p:attrName>ppt_y</p:attrName>
                                        </p:attrNameLst>
                                      </p:cBhvr>
                                      <p:tavLst>
                                        <p:tav tm="0">
                                          <p:val>
                                            <p:strVal val="1+#ppt_h/2"/>
                                          </p:val>
                                        </p:tav>
                                        <p:tav tm="100000">
                                          <p:val>
                                            <p:strVal val="#ppt_y"/>
                                          </p:val>
                                        </p:tav>
                                      </p:tavLst>
                                    </p:anim>
                                  </p:childTnLst>
                                </p:cTn>
                              </p:par>
                              <p:par>
                                <p:cTn id="313" presetID="2" presetClass="entr" presetSubtype="4" fill="hold" nodeType="withEffect">
                                  <p:stCondLst>
                                    <p:cond delay="0"/>
                                  </p:stCondLst>
                                  <p:childTnLst>
                                    <p:set>
                                      <p:cBhvr>
                                        <p:cTn id="314" dur="1" fill="hold">
                                          <p:stCondLst>
                                            <p:cond delay="0"/>
                                          </p:stCondLst>
                                        </p:cTn>
                                        <p:tgtEl>
                                          <p:spTgt spid="128"/>
                                        </p:tgtEl>
                                        <p:attrNameLst>
                                          <p:attrName>style.visibility</p:attrName>
                                        </p:attrNameLst>
                                      </p:cBhvr>
                                      <p:to>
                                        <p:strVal val="visible"/>
                                      </p:to>
                                    </p:set>
                                    <p:anim calcmode="lin" valueType="num">
                                      <p:cBhvr additive="base">
                                        <p:cTn id="315" dur="500" fill="hold"/>
                                        <p:tgtEl>
                                          <p:spTgt spid="128"/>
                                        </p:tgtEl>
                                        <p:attrNameLst>
                                          <p:attrName>ppt_x</p:attrName>
                                        </p:attrNameLst>
                                      </p:cBhvr>
                                      <p:tavLst>
                                        <p:tav tm="0">
                                          <p:val>
                                            <p:strVal val="#ppt_x"/>
                                          </p:val>
                                        </p:tav>
                                        <p:tav tm="100000">
                                          <p:val>
                                            <p:strVal val="#ppt_x"/>
                                          </p:val>
                                        </p:tav>
                                      </p:tavLst>
                                    </p:anim>
                                    <p:anim calcmode="lin" valueType="num">
                                      <p:cBhvr additive="base">
                                        <p:cTn id="316" dur="500" fill="hold"/>
                                        <p:tgtEl>
                                          <p:spTgt spid="128"/>
                                        </p:tgtEl>
                                        <p:attrNameLst>
                                          <p:attrName>ppt_y</p:attrName>
                                        </p:attrNameLst>
                                      </p:cBhvr>
                                      <p:tavLst>
                                        <p:tav tm="0">
                                          <p:val>
                                            <p:strVal val="1+#ppt_h/2"/>
                                          </p:val>
                                        </p:tav>
                                        <p:tav tm="100000">
                                          <p:val>
                                            <p:strVal val="#ppt_y"/>
                                          </p:val>
                                        </p:tav>
                                      </p:tavLst>
                                    </p:anim>
                                  </p:childTnLst>
                                </p:cTn>
                              </p:par>
                              <p:par>
                                <p:cTn id="317" presetID="2" presetClass="entr" presetSubtype="4" fill="hold" nodeType="withEffect">
                                  <p:stCondLst>
                                    <p:cond delay="0"/>
                                  </p:stCondLst>
                                  <p:childTnLst>
                                    <p:set>
                                      <p:cBhvr>
                                        <p:cTn id="318" dur="1" fill="hold">
                                          <p:stCondLst>
                                            <p:cond delay="0"/>
                                          </p:stCondLst>
                                        </p:cTn>
                                        <p:tgtEl>
                                          <p:spTgt spid="129"/>
                                        </p:tgtEl>
                                        <p:attrNameLst>
                                          <p:attrName>style.visibility</p:attrName>
                                        </p:attrNameLst>
                                      </p:cBhvr>
                                      <p:to>
                                        <p:strVal val="visible"/>
                                      </p:to>
                                    </p:set>
                                    <p:anim calcmode="lin" valueType="num">
                                      <p:cBhvr additive="base">
                                        <p:cTn id="319" dur="500" fill="hold"/>
                                        <p:tgtEl>
                                          <p:spTgt spid="129"/>
                                        </p:tgtEl>
                                        <p:attrNameLst>
                                          <p:attrName>ppt_x</p:attrName>
                                        </p:attrNameLst>
                                      </p:cBhvr>
                                      <p:tavLst>
                                        <p:tav tm="0">
                                          <p:val>
                                            <p:strVal val="#ppt_x"/>
                                          </p:val>
                                        </p:tav>
                                        <p:tav tm="100000">
                                          <p:val>
                                            <p:strVal val="#ppt_x"/>
                                          </p:val>
                                        </p:tav>
                                      </p:tavLst>
                                    </p:anim>
                                    <p:anim calcmode="lin" valueType="num">
                                      <p:cBhvr additive="base">
                                        <p:cTn id="320" dur="500" fill="hold"/>
                                        <p:tgtEl>
                                          <p:spTgt spid="129"/>
                                        </p:tgtEl>
                                        <p:attrNameLst>
                                          <p:attrName>ppt_y</p:attrName>
                                        </p:attrNameLst>
                                      </p:cBhvr>
                                      <p:tavLst>
                                        <p:tav tm="0">
                                          <p:val>
                                            <p:strVal val="1+#ppt_h/2"/>
                                          </p:val>
                                        </p:tav>
                                        <p:tav tm="100000">
                                          <p:val>
                                            <p:strVal val="#ppt_y"/>
                                          </p:val>
                                        </p:tav>
                                      </p:tavLst>
                                    </p:anim>
                                  </p:childTnLst>
                                </p:cTn>
                              </p:par>
                              <p:par>
                                <p:cTn id="321" presetID="2" presetClass="entr" presetSubtype="4" fill="hold" nodeType="withEffect">
                                  <p:stCondLst>
                                    <p:cond delay="0"/>
                                  </p:stCondLst>
                                  <p:childTnLst>
                                    <p:set>
                                      <p:cBhvr>
                                        <p:cTn id="322" dur="1" fill="hold">
                                          <p:stCondLst>
                                            <p:cond delay="0"/>
                                          </p:stCondLst>
                                        </p:cTn>
                                        <p:tgtEl>
                                          <p:spTgt spid="130"/>
                                        </p:tgtEl>
                                        <p:attrNameLst>
                                          <p:attrName>style.visibility</p:attrName>
                                        </p:attrNameLst>
                                      </p:cBhvr>
                                      <p:to>
                                        <p:strVal val="visible"/>
                                      </p:to>
                                    </p:set>
                                    <p:anim calcmode="lin" valueType="num">
                                      <p:cBhvr additive="base">
                                        <p:cTn id="323" dur="500" fill="hold"/>
                                        <p:tgtEl>
                                          <p:spTgt spid="130"/>
                                        </p:tgtEl>
                                        <p:attrNameLst>
                                          <p:attrName>ppt_x</p:attrName>
                                        </p:attrNameLst>
                                      </p:cBhvr>
                                      <p:tavLst>
                                        <p:tav tm="0">
                                          <p:val>
                                            <p:strVal val="#ppt_x"/>
                                          </p:val>
                                        </p:tav>
                                        <p:tav tm="100000">
                                          <p:val>
                                            <p:strVal val="#ppt_x"/>
                                          </p:val>
                                        </p:tav>
                                      </p:tavLst>
                                    </p:anim>
                                    <p:anim calcmode="lin" valueType="num">
                                      <p:cBhvr additive="base">
                                        <p:cTn id="324" dur="500" fill="hold"/>
                                        <p:tgtEl>
                                          <p:spTgt spid="130"/>
                                        </p:tgtEl>
                                        <p:attrNameLst>
                                          <p:attrName>ppt_y</p:attrName>
                                        </p:attrNameLst>
                                      </p:cBhvr>
                                      <p:tavLst>
                                        <p:tav tm="0">
                                          <p:val>
                                            <p:strVal val="1+#ppt_h/2"/>
                                          </p:val>
                                        </p:tav>
                                        <p:tav tm="100000">
                                          <p:val>
                                            <p:strVal val="#ppt_y"/>
                                          </p:val>
                                        </p:tav>
                                      </p:tavLst>
                                    </p:anim>
                                  </p:childTnLst>
                                </p:cTn>
                              </p:par>
                              <p:par>
                                <p:cTn id="325" presetID="2" presetClass="entr" presetSubtype="4" fill="hold" grpId="0" nodeType="withEffect">
                                  <p:stCondLst>
                                    <p:cond delay="0"/>
                                  </p:stCondLst>
                                  <p:childTnLst>
                                    <p:set>
                                      <p:cBhvr>
                                        <p:cTn id="326" dur="1" fill="hold">
                                          <p:stCondLst>
                                            <p:cond delay="0"/>
                                          </p:stCondLst>
                                        </p:cTn>
                                        <p:tgtEl>
                                          <p:spTgt spid="159"/>
                                        </p:tgtEl>
                                        <p:attrNameLst>
                                          <p:attrName>style.visibility</p:attrName>
                                        </p:attrNameLst>
                                      </p:cBhvr>
                                      <p:to>
                                        <p:strVal val="visible"/>
                                      </p:to>
                                    </p:set>
                                    <p:anim calcmode="lin" valueType="num">
                                      <p:cBhvr additive="base">
                                        <p:cTn id="327" dur="500" fill="hold"/>
                                        <p:tgtEl>
                                          <p:spTgt spid="159"/>
                                        </p:tgtEl>
                                        <p:attrNameLst>
                                          <p:attrName>ppt_x</p:attrName>
                                        </p:attrNameLst>
                                      </p:cBhvr>
                                      <p:tavLst>
                                        <p:tav tm="0">
                                          <p:val>
                                            <p:strVal val="#ppt_x"/>
                                          </p:val>
                                        </p:tav>
                                        <p:tav tm="100000">
                                          <p:val>
                                            <p:strVal val="#ppt_x"/>
                                          </p:val>
                                        </p:tav>
                                      </p:tavLst>
                                    </p:anim>
                                    <p:anim calcmode="lin" valueType="num">
                                      <p:cBhvr additive="base">
                                        <p:cTn id="328" dur="500" fill="hold"/>
                                        <p:tgtEl>
                                          <p:spTgt spid="159"/>
                                        </p:tgtEl>
                                        <p:attrNameLst>
                                          <p:attrName>ppt_y</p:attrName>
                                        </p:attrNameLst>
                                      </p:cBhvr>
                                      <p:tavLst>
                                        <p:tav tm="0">
                                          <p:val>
                                            <p:strVal val="1+#ppt_h/2"/>
                                          </p:val>
                                        </p:tav>
                                        <p:tav tm="100000">
                                          <p:val>
                                            <p:strVal val="#ppt_y"/>
                                          </p:val>
                                        </p:tav>
                                      </p:tavLst>
                                    </p:anim>
                                  </p:childTnLst>
                                </p:cTn>
                              </p:par>
                              <p:par>
                                <p:cTn id="329" presetID="2" presetClass="entr" presetSubtype="4" fill="hold" nodeType="withEffect">
                                  <p:stCondLst>
                                    <p:cond delay="0"/>
                                  </p:stCondLst>
                                  <p:childTnLst>
                                    <p:set>
                                      <p:cBhvr>
                                        <p:cTn id="330" dur="1" fill="hold">
                                          <p:stCondLst>
                                            <p:cond delay="0"/>
                                          </p:stCondLst>
                                        </p:cTn>
                                        <p:tgtEl>
                                          <p:spTgt spid="160"/>
                                        </p:tgtEl>
                                        <p:attrNameLst>
                                          <p:attrName>style.visibility</p:attrName>
                                        </p:attrNameLst>
                                      </p:cBhvr>
                                      <p:to>
                                        <p:strVal val="visible"/>
                                      </p:to>
                                    </p:set>
                                    <p:anim calcmode="lin" valueType="num">
                                      <p:cBhvr additive="base">
                                        <p:cTn id="331" dur="500" fill="hold"/>
                                        <p:tgtEl>
                                          <p:spTgt spid="160"/>
                                        </p:tgtEl>
                                        <p:attrNameLst>
                                          <p:attrName>ppt_x</p:attrName>
                                        </p:attrNameLst>
                                      </p:cBhvr>
                                      <p:tavLst>
                                        <p:tav tm="0">
                                          <p:val>
                                            <p:strVal val="#ppt_x"/>
                                          </p:val>
                                        </p:tav>
                                        <p:tav tm="100000">
                                          <p:val>
                                            <p:strVal val="#ppt_x"/>
                                          </p:val>
                                        </p:tav>
                                      </p:tavLst>
                                    </p:anim>
                                    <p:anim calcmode="lin" valueType="num">
                                      <p:cBhvr additive="base">
                                        <p:cTn id="332" dur="500" fill="hold"/>
                                        <p:tgtEl>
                                          <p:spTgt spid="160"/>
                                        </p:tgtEl>
                                        <p:attrNameLst>
                                          <p:attrName>ppt_y</p:attrName>
                                        </p:attrNameLst>
                                      </p:cBhvr>
                                      <p:tavLst>
                                        <p:tav tm="0">
                                          <p:val>
                                            <p:strVal val="1+#ppt_h/2"/>
                                          </p:val>
                                        </p:tav>
                                        <p:tav tm="100000">
                                          <p:val>
                                            <p:strVal val="#ppt_y"/>
                                          </p:val>
                                        </p:tav>
                                      </p:tavLst>
                                    </p:anim>
                                  </p:childTnLst>
                                </p:cTn>
                              </p:par>
                              <p:par>
                                <p:cTn id="333" presetID="2" presetClass="entr" presetSubtype="4" fill="hold" nodeType="withEffect">
                                  <p:stCondLst>
                                    <p:cond delay="0"/>
                                  </p:stCondLst>
                                  <p:childTnLst>
                                    <p:set>
                                      <p:cBhvr>
                                        <p:cTn id="334" dur="1" fill="hold">
                                          <p:stCondLst>
                                            <p:cond delay="0"/>
                                          </p:stCondLst>
                                        </p:cTn>
                                        <p:tgtEl>
                                          <p:spTgt spid="161"/>
                                        </p:tgtEl>
                                        <p:attrNameLst>
                                          <p:attrName>style.visibility</p:attrName>
                                        </p:attrNameLst>
                                      </p:cBhvr>
                                      <p:to>
                                        <p:strVal val="visible"/>
                                      </p:to>
                                    </p:set>
                                    <p:anim calcmode="lin" valueType="num">
                                      <p:cBhvr additive="base">
                                        <p:cTn id="335" dur="500" fill="hold"/>
                                        <p:tgtEl>
                                          <p:spTgt spid="161"/>
                                        </p:tgtEl>
                                        <p:attrNameLst>
                                          <p:attrName>ppt_x</p:attrName>
                                        </p:attrNameLst>
                                      </p:cBhvr>
                                      <p:tavLst>
                                        <p:tav tm="0">
                                          <p:val>
                                            <p:strVal val="#ppt_x"/>
                                          </p:val>
                                        </p:tav>
                                        <p:tav tm="100000">
                                          <p:val>
                                            <p:strVal val="#ppt_x"/>
                                          </p:val>
                                        </p:tav>
                                      </p:tavLst>
                                    </p:anim>
                                    <p:anim calcmode="lin" valueType="num">
                                      <p:cBhvr additive="base">
                                        <p:cTn id="336" dur="500" fill="hold"/>
                                        <p:tgtEl>
                                          <p:spTgt spid="161"/>
                                        </p:tgtEl>
                                        <p:attrNameLst>
                                          <p:attrName>ppt_y</p:attrName>
                                        </p:attrNameLst>
                                      </p:cBhvr>
                                      <p:tavLst>
                                        <p:tav tm="0">
                                          <p:val>
                                            <p:strVal val="1+#ppt_h/2"/>
                                          </p:val>
                                        </p:tav>
                                        <p:tav tm="100000">
                                          <p:val>
                                            <p:strVal val="#ppt_y"/>
                                          </p:val>
                                        </p:tav>
                                      </p:tavLst>
                                    </p:anim>
                                  </p:childTnLst>
                                </p:cTn>
                              </p:par>
                              <p:par>
                                <p:cTn id="337" presetID="2" presetClass="entr" presetSubtype="4" fill="hold" grpId="0" nodeType="withEffect">
                                  <p:stCondLst>
                                    <p:cond delay="0"/>
                                  </p:stCondLst>
                                  <p:childTnLst>
                                    <p:set>
                                      <p:cBhvr>
                                        <p:cTn id="338" dur="1" fill="hold">
                                          <p:stCondLst>
                                            <p:cond delay="0"/>
                                          </p:stCondLst>
                                        </p:cTn>
                                        <p:tgtEl>
                                          <p:spTgt spid="165"/>
                                        </p:tgtEl>
                                        <p:attrNameLst>
                                          <p:attrName>style.visibility</p:attrName>
                                        </p:attrNameLst>
                                      </p:cBhvr>
                                      <p:to>
                                        <p:strVal val="visible"/>
                                      </p:to>
                                    </p:set>
                                    <p:anim calcmode="lin" valueType="num">
                                      <p:cBhvr additive="base">
                                        <p:cTn id="339" dur="500" fill="hold"/>
                                        <p:tgtEl>
                                          <p:spTgt spid="165"/>
                                        </p:tgtEl>
                                        <p:attrNameLst>
                                          <p:attrName>ppt_x</p:attrName>
                                        </p:attrNameLst>
                                      </p:cBhvr>
                                      <p:tavLst>
                                        <p:tav tm="0">
                                          <p:val>
                                            <p:strVal val="#ppt_x"/>
                                          </p:val>
                                        </p:tav>
                                        <p:tav tm="100000">
                                          <p:val>
                                            <p:strVal val="#ppt_x"/>
                                          </p:val>
                                        </p:tav>
                                      </p:tavLst>
                                    </p:anim>
                                    <p:anim calcmode="lin" valueType="num">
                                      <p:cBhvr additive="base">
                                        <p:cTn id="340" dur="500" fill="hold"/>
                                        <p:tgtEl>
                                          <p:spTgt spid="165"/>
                                        </p:tgtEl>
                                        <p:attrNameLst>
                                          <p:attrName>ppt_y</p:attrName>
                                        </p:attrNameLst>
                                      </p:cBhvr>
                                      <p:tavLst>
                                        <p:tav tm="0">
                                          <p:val>
                                            <p:strVal val="1+#ppt_h/2"/>
                                          </p:val>
                                        </p:tav>
                                        <p:tav tm="100000">
                                          <p:val>
                                            <p:strVal val="#ppt_y"/>
                                          </p:val>
                                        </p:tav>
                                      </p:tavLst>
                                    </p:anim>
                                  </p:childTnLst>
                                </p:cTn>
                              </p:par>
                              <p:par>
                                <p:cTn id="341" presetID="2" presetClass="entr" presetSubtype="4" fill="hold" grpId="0" nodeType="withEffect">
                                  <p:stCondLst>
                                    <p:cond delay="0"/>
                                  </p:stCondLst>
                                  <p:childTnLst>
                                    <p:set>
                                      <p:cBhvr>
                                        <p:cTn id="342" dur="1" fill="hold">
                                          <p:stCondLst>
                                            <p:cond delay="0"/>
                                          </p:stCondLst>
                                        </p:cTn>
                                        <p:tgtEl>
                                          <p:spTgt spid="166"/>
                                        </p:tgtEl>
                                        <p:attrNameLst>
                                          <p:attrName>style.visibility</p:attrName>
                                        </p:attrNameLst>
                                      </p:cBhvr>
                                      <p:to>
                                        <p:strVal val="visible"/>
                                      </p:to>
                                    </p:set>
                                    <p:anim calcmode="lin" valueType="num">
                                      <p:cBhvr additive="base">
                                        <p:cTn id="343" dur="500" fill="hold"/>
                                        <p:tgtEl>
                                          <p:spTgt spid="166"/>
                                        </p:tgtEl>
                                        <p:attrNameLst>
                                          <p:attrName>ppt_x</p:attrName>
                                        </p:attrNameLst>
                                      </p:cBhvr>
                                      <p:tavLst>
                                        <p:tav tm="0">
                                          <p:val>
                                            <p:strVal val="#ppt_x"/>
                                          </p:val>
                                        </p:tav>
                                        <p:tav tm="100000">
                                          <p:val>
                                            <p:strVal val="#ppt_x"/>
                                          </p:val>
                                        </p:tav>
                                      </p:tavLst>
                                    </p:anim>
                                    <p:anim calcmode="lin" valueType="num">
                                      <p:cBhvr additive="base">
                                        <p:cTn id="344" dur="500" fill="hold"/>
                                        <p:tgtEl>
                                          <p:spTgt spid="166"/>
                                        </p:tgtEl>
                                        <p:attrNameLst>
                                          <p:attrName>ppt_y</p:attrName>
                                        </p:attrNameLst>
                                      </p:cBhvr>
                                      <p:tavLst>
                                        <p:tav tm="0">
                                          <p:val>
                                            <p:strVal val="1+#ppt_h/2"/>
                                          </p:val>
                                        </p:tav>
                                        <p:tav tm="100000">
                                          <p:val>
                                            <p:strVal val="#ppt_y"/>
                                          </p:val>
                                        </p:tav>
                                      </p:tavLst>
                                    </p:anim>
                                  </p:childTnLst>
                                </p:cTn>
                              </p:par>
                              <p:par>
                                <p:cTn id="345" presetID="2" presetClass="entr" presetSubtype="4" fill="hold" nodeType="withEffect">
                                  <p:stCondLst>
                                    <p:cond delay="0"/>
                                  </p:stCondLst>
                                  <p:childTnLst>
                                    <p:set>
                                      <p:cBhvr>
                                        <p:cTn id="346" dur="1" fill="hold">
                                          <p:stCondLst>
                                            <p:cond delay="0"/>
                                          </p:stCondLst>
                                        </p:cTn>
                                        <p:tgtEl>
                                          <p:spTgt spid="167"/>
                                        </p:tgtEl>
                                        <p:attrNameLst>
                                          <p:attrName>style.visibility</p:attrName>
                                        </p:attrNameLst>
                                      </p:cBhvr>
                                      <p:to>
                                        <p:strVal val="visible"/>
                                      </p:to>
                                    </p:set>
                                    <p:anim calcmode="lin" valueType="num">
                                      <p:cBhvr additive="base">
                                        <p:cTn id="347" dur="500" fill="hold"/>
                                        <p:tgtEl>
                                          <p:spTgt spid="167"/>
                                        </p:tgtEl>
                                        <p:attrNameLst>
                                          <p:attrName>ppt_x</p:attrName>
                                        </p:attrNameLst>
                                      </p:cBhvr>
                                      <p:tavLst>
                                        <p:tav tm="0">
                                          <p:val>
                                            <p:strVal val="#ppt_x"/>
                                          </p:val>
                                        </p:tav>
                                        <p:tav tm="100000">
                                          <p:val>
                                            <p:strVal val="#ppt_x"/>
                                          </p:val>
                                        </p:tav>
                                      </p:tavLst>
                                    </p:anim>
                                    <p:anim calcmode="lin" valueType="num">
                                      <p:cBhvr additive="base">
                                        <p:cTn id="348" dur="500" fill="hold"/>
                                        <p:tgtEl>
                                          <p:spTgt spid="167"/>
                                        </p:tgtEl>
                                        <p:attrNameLst>
                                          <p:attrName>ppt_y</p:attrName>
                                        </p:attrNameLst>
                                      </p:cBhvr>
                                      <p:tavLst>
                                        <p:tav tm="0">
                                          <p:val>
                                            <p:strVal val="1+#ppt_h/2"/>
                                          </p:val>
                                        </p:tav>
                                        <p:tav tm="100000">
                                          <p:val>
                                            <p:strVal val="#ppt_y"/>
                                          </p:val>
                                        </p:tav>
                                      </p:tavLst>
                                    </p:anim>
                                  </p:childTnLst>
                                </p:cTn>
                              </p:par>
                              <p:par>
                                <p:cTn id="349" presetID="2" presetClass="entr" presetSubtype="4" fill="hold" nodeType="withEffect">
                                  <p:stCondLst>
                                    <p:cond delay="0"/>
                                  </p:stCondLst>
                                  <p:childTnLst>
                                    <p:set>
                                      <p:cBhvr>
                                        <p:cTn id="350" dur="1" fill="hold">
                                          <p:stCondLst>
                                            <p:cond delay="0"/>
                                          </p:stCondLst>
                                        </p:cTn>
                                        <p:tgtEl>
                                          <p:spTgt spid="168"/>
                                        </p:tgtEl>
                                        <p:attrNameLst>
                                          <p:attrName>style.visibility</p:attrName>
                                        </p:attrNameLst>
                                      </p:cBhvr>
                                      <p:to>
                                        <p:strVal val="visible"/>
                                      </p:to>
                                    </p:set>
                                    <p:anim calcmode="lin" valueType="num">
                                      <p:cBhvr additive="base">
                                        <p:cTn id="351" dur="500" fill="hold"/>
                                        <p:tgtEl>
                                          <p:spTgt spid="168"/>
                                        </p:tgtEl>
                                        <p:attrNameLst>
                                          <p:attrName>ppt_x</p:attrName>
                                        </p:attrNameLst>
                                      </p:cBhvr>
                                      <p:tavLst>
                                        <p:tav tm="0">
                                          <p:val>
                                            <p:strVal val="#ppt_x"/>
                                          </p:val>
                                        </p:tav>
                                        <p:tav tm="100000">
                                          <p:val>
                                            <p:strVal val="#ppt_x"/>
                                          </p:val>
                                        </p:tav>
                                      </p:tavLst>
                                    </p:anim>
                                    <p:anim calcmode="lin" valueType="num">
                                      <p:cBhvr additive="base">
                                        <p:cTn id="352" dur="500" fill="hold"/>
                                        <p:tgtEl>
                                          <p:spTgt spid="168"/>
                                        </p:tgtEl>
                                        <p:attrNameLst>
                                          <p:attrName>ppt_y</p:attrName>
                                        </p:attrNameLst>
                                      </p:cBhvr>
                                      <p:tavLst>
                                        <p:tav tm="0">
                                          <p:val>
                                            <p:strVal val="1+#ppt_h/2"/>
                                          </p:val>
                                        </p:tav>
                                        <p:tav tm="100000">
                                          <p:val>
                                            <p:strVal val="#ppt_y"/>
                                          </p:val>
                                        </p:tav>
                                      </p:tavLst>
                                    </p:anim>
                                  </p:childTnLst>
                                </p:cTn>
                              </p:par>
                              <p:par>
                                <p:cTn id="353" presetID="2" presetClass="entr" presetSubtype="4" fill="hold" grpId="0" nodeType="withEffect">
                                  <p:stCondLst>
                                    <p:cond delay="0"/>
                                  </p:stCondLst>
                                  <p:childTnLst>
                                    <p:set>
                                      <p:cBhvr>
                                        <p:cTn id="354" dur="1" fill="hold">
                                          <p:stCondLst>
                                            <p:cond delay="0"/>
                                          </p:stCondLst>
                                        </p:cTn>
                                        <p:tgtEl>
                                          <p:spTgt spid="178"/>
                                        </p:tgtEl>
                                        <p:attrNameLst>
                                          <p:attrName>style.visibility</p:attrName>
                                        </p:attrNameLst>
                                      </p:cBhvr>
                                      <p:to>
                                        <p:strVal val="visible"/>
                                      </p:to>
                                    </p:set>
                                    <p:anim calcmode="lin" valueType="num">
                                      <p:cBhvr additive="base">
                                        <p:cTn id="355" dur="500" fill="hold"/>
                                        <p:tgtEl>
                                          <p:spTgt spid="178"/>
                                        </p:tgtEl>
                                        <p:attrNameLst>
                                          <p:attrName>ppt_x</p:attrName>
                                        </p:attrNameLst>
                                      </p:cBhvr>
                                      <p:tavLst>
                                        <p:tav tm="0">
                                          <p:val>
                                            <p:strVal val="#ppt_x"/>
                                          </p:val>
                                        </p:tav>
                                        <p:tav tm="100000">
                                          <p:val>
                                            <p:strVal val="#ppt_x"/>
                                          </p:val>
                                        </p:tav>
                                      </p:tavLst>
                                    </p:anim>
                                    <p:anim calcmode="lin" valueType="num">
                                      <p:cBhvr additive="base">
                                        <p:cTn id="356" dur="500" fill="hold"/>
                                        <p:tgtEl>
                                          <p:spTgt spid="178"/>
                                        </p:tgtEl>
                                        <p:attrNameLst>
                                          <p:attrName>ppt_y</p:attrName>
                                        </p:attrNameLst>
                                      </p:cBhvr>
                                      <p:tavLst>
                                        <p:tav tm="0">
                                          <p:val>
                                            <p:strVal val="1+#ppt_h/2"/>
                                          </p:val>
                                        </p:tav>
                                        <p:tav tm="100000">
                                          <p:val>
                                            <p:strVal val="#ppt_y"/>
                                          </p:val>
                                        </p:tav>
                                      </p:tavLst>
                                    </p:anim>
                                  </p:childTnLst>
                                </p:cTn>
                              </p:par>
                              <p:par>
                                <p:cTn id="357" presetID="2" presetClass="entr" presetSubtype="4" fill="hold" nodeType="withEffect">
                                  <p:stCondLst>
                                    <p:cond delay="0"/>
                                  </p:stCondLst>
                                  <p:childTnLst>
                                    <p:set>
                                      <p:cBhvr>
                                        <p:cTn id="358" dur="1" fill="hold">
                                          <p:stCondLst>
                                            <p:cond delay="0"/>
                                          </p:stCondLst>
                                        </p:cTn>
                                        <p:tgtEl>
                                          <p:spTgt spid="179"/>
                                        </p:tgtEl>
                                        <p:attrNameLst>
                                          <p:attrName>style.visibility</p:attrName>
                                        </p:attrNameLst>
                                      </p:cBhvr>
                                      <p:to>
                                        <p:strVal val="visible"/>
                                      </p:to>
                                    </p:set>
                                    <p:anim calcmode="lin" valueType="num">
                                      <p:cBhvr additive="base">
                                        <p:cTn id="359" dur="500" fill="hold"/>
                                        <p:tgtEl>
                                          <p:spTgt spid="179"/>
                                        </p:tgtEl>
                                        <p:attrNameLst>
                                          <p:attrName>ppt_x</p:attrName>
                                        </p:attrNameLst>
                                      </p:cBhvr>
                                      <p:tavLst>
                                        <p:tav tm="0">
                                          <p:val>
                                            <p:strVal val="#ppt_x"/>
                                          </p:val>
                                        </p:tav>
                                        <p:tav tm="100000">
                                          <p:val>
                                            <p:strVal val="#ppt_x"/>
                                          </p:val>
                                        </p:tav>
                                      </p:tavLst>
                                    </p:anim>
                                    <p:anim calcmode="lin" valueType="num">
                                      <p:cBhvr additive="base">
                                        <p:cTn id="360" dur="500" fill="hold"/>
                                        <p:tgtEl>
                                          <p:spTgt spid="179"/>
                                        </p:tgtEl>
                                        <p:attrNameLst>
                                          <p:attrName>ppt_y</p:attrName>
                                        </p:attrNameLst>
                                      </p:cBhvr>
                                      <p:tavLst>
                                        <p:tav tm="0">
                                          <p:val>
                                            <p:strVal val="1+#ppt_h/2"/>
                                          </p:val>
                                        </p:tav>
                                        <p:tav tm="100000">
                                          <p:val>
                                            <p:strVal val="#ppt_y"/>
                                          </p:val>
                                        </p:tav>
                                      </p:tavLst>
                                    </p:anim>
                                  </p:childTnLst>
                                </p:cTn>
                              </p:par>
                              <p:par>
                                <p:cTn id="361" presetID="2" presetClass="entr" presetSubtype="4" fill="hold" grpId="0" nodeType="withEffect">
                                  <p:stCondLst>
                                    <p:cond delay="0"/>
                                  </p:stCondLst>
                                  <p:childTnLst>
                                    <p:set>
                                      <p:cBhvr>
                                        <p:cTn id="362" dur="1" fill="hold">
                                          <p:stCondLst>
                                            <p:cond delay="0"/>
                                          </p:stCondLst>
                                        </p:cTn>
                                        <p:tgtEl>
                                          <p:spTgt spid="184"/>
                                        </p:tgtEl>
                                        <p:attrNameLst>
                                          <p:attrName>style.visibility</p:attrName>
                                        </p:attrNameLst>
                                      </p:cBhvr>
                                      <p:to>
                                        <p:strVal val="visible"/>
                                      </p:to>
                                    </p:set>
                                    <p:anim calcmode="lin" valueType="num">
                                      <p:cBhvr additive="base">
                                        <p:cTn id="363" dur="500" fill="hold"/>
                                        <p:tgtEl>
                                          <p:spTgt spid="184"/>
                                        </p:tgtEl>
                                        <p:attrNameLst>
                                          <p:attrName>ppt_x</p:attrName>
                                        </p:attrNameLst>
                                      </p:cBhvr>
                                      <p:tavLst>
                                        <p:tav tm="0">
                                          <p:val>
                                            <p:strVal val="#ppt_x"/>
                                          </p:val>
                                        </p:tav>
                                        <p:tav tm="100000">
                                          <p:val>
                                            <p:strVal val="#ppt_x"/>
                                          </p:val>
                                        </p:tav>
                                      </p:tavLst>
                                    </p:anim>
                                    <p:anim calcmode="lin" valueType="num">
                                      <p:cBhvr additive="base">
                                        <p:cTn id="364" dur="500" fill="hold"/>
                                        <p:tgtEl>
                                          <p:spTgt spid="184"/>
                                        </p:tgtEl>
                                        <p:attrNameLst>
                                          <p:attrName>ppt_y</p:attrName>
                                        </p:attrNameLst>
                                      </p:cBhvr>
                                      <p:tavLst>
                                        <p:tav tm="0">
                                          <p:val>
                                            <p:strVal val="1+#ppt_h/2"/>
                                          </p:val>
                                        </p:tav>
                                        <p:tav tm="100000">
                                          <p:val>
                                            <p:strVal val="#ppt_y"/>
                                          </p:val>
                                        </p:tav>
                                      </p:tavLst>
                                    </p:anim>
                                  </p:childTnLst>
                                </p:cTn>
                              </p:par>
                              <p:par>
                                <p:cTn id="365" presetID="2" presetClass="entr" presetSubtype="4" fill="hold" grpId="0" nodeType="withEffect">
                                  <p:stCondLst>
                                    <p:cond delay="0"/>
                                  </p:stCondLst>
                                  <p:childTnLst>
                                    <p:set>
                                      <p:cBhvr>
                                        <p:cTn id="366" dur="1" fill="hold">
                                          <p:stCondLst>
                                            <p:cond delay="0"/>
                                          </p:stCondLst>
                                        </p:cTn>
                                        <p:tgtEl>
                                          <p:spTgt spid="185"/>
                                        </p:tgtEl>
                                        <p:attrNameLst>
                                          <p:attrName>style.visibility</p:attrName>
                                        </p:attrNameLst>
                                      </p:cBhvr>
                                      <p:to>
                                        <p:strVal val="visible"/>
                                      </p:to>
                                    </p:set>
                                    <p:anim calcmode="lin" valueType="num">
                                      <p:cBhvr additive="base">
                                        <p:cTn id="367" dur="500" fill="hold"/>
                                        <p:tgtEl>
                                          <p:spTgt spid="185"/>
                                        </p:tgtEl>
                                        <p:attrNameLst>
                                          <p:attrName>ppt_x</p:attrName>
                                        </p:attrNameLst>
                                      </p:cBhvr>
                                      <p:tavLst>
                                        <p:tav tm="0">
                                          <p:val>
                                            <p:strVal val="#ppt_x"/>
                                          </p:val>
                                        </p:tav>
                                        <p:tav tm="100000">
                                          <p:val>
                                            <p:strVal val="#ppt_x"/>
                                          </p:val>
                                        </p:tav>
                                      </p:tavLst>
                                    </p:anim>
                                    <p:anim calcmode="lin" valueType="num">
                                      <p:cBhvr additive="base">
                                        <p:cTn id="368" dur="500" fill="hold"/>
                                        <p:tgtEl>
                                          <p:spTgt spid="185"/>
                                        </p:tgtEl>
                                        <p:attrNameLst>
                                          <p:attrName>ppt_y</p:attrName>
                                        </p:attrNameLst>
                                      </p:cBhvr>
                                      <p:tavLst>
                                        <p:tav tm="0">
                                          <p:val>
                                            <p:strVal val="1+#ppt_h/2"/>
                                          </p:val>
                                        </p:tav>
                                        <p:tav tm="100000">
                                          <p:val>
                                            <p:strVal val="#ppt_y"/>
                                          </p:val>
                                        </p:tav>
                                      </p:tavLst>
                                    </p:anim>
                                  </p:childTnLst>
                                </p:cTn>
                              </p:par>
                              <p:par>
                                <p:cTn id="369" presetID="2" presetClass="entr" presetSubtype="4" fill="hold" grpId="0" nodeType="withEffect">
                                  <p:stCondLst>
                                    <p:cond delay="0"/>
                                  </p:stCondLst>
                                  <p:childTnLst>
                                    <p:set>
                                      <p:cBhvr>
                                        <p:cTn id="370" dur="1" fill="hold">
                                          <p:stCondLst>
                                            <p:cond delay="0"/>
                                          </p:stCondLst>
                                        </p:cTn>
                                        <p:tgtEl>
                                          <p:spTgt spid="186"/>
                                        </p:tgtEl>
                                        <p:attrNameLst>
                                          <p:attrName>style.visibility</p:attrName>
                                        </p:attrNameLst>
                                      </p:cBhvr>
                                      <p:to>
                                        <p:strVal val="visible"/>
                                      </p:to>
                                    </p:set>
                                    <p:anim calcmode="lin" valueType="num">
                                      <p:cBhvr additive="base">
                                        <p:cTn id="371" dur="500" fill="hold"/>
                                        <p:tgtEl>
                                          <p:spTgt spid="186"/>
                                        </p:tgtEl>
                                        <p:attrNameLst>
                                          <p:attrName>ppt_x</p:attrName>
                                        </p:attrNameLst>
                                      </p:cBhvr>
                                      <p:tavLst>
                                        <p:tav tm="0">
                                          <p:val>
                                            <p:strVal val="#ppt_x"/>
                                          </p:val>
                                        </p:tav>
                                        <p:tav tm="100000">
                                          <p:val>
                                            <p:strVal val="#ppt_x"/>
                                          </p:val>
                                        </p:tav>
                                      </p:tavLst>
                                    </p:anim>
                                    <p:anim calcmode="lin" valueType="num">
                                      <p:cBhvr additive="base">
                                        <p:cTn id="372" dur="500" fill="hold"/>
                                        <p:tgtEl>
                                          <p:spTgt spid="186"/>
                                        </p:tgtEl>
                                        <p:attrNameLst>
                                          <p:attrName>ppt_y</p:attrName>
                                        </p:attrNameLst>
                                      </p:cBhvr>
                                      <p:tavLst>
                                        <p:tav tm="0">
                                          <p:val>
                                            <p:strVal val="1+#ppt_h/2"/>
                                          </p:val>
                                        </p:tav>
                                        <p:tav tm="100000">
                                          <p:val>
                                            <p:strVal val="#ppt_y"/>
                                          </p:val>
                                        </p:tav>
                                      </p:tavLst>
                                    </p:anim>
                                  </p:childTnLst>
                                </p:cTn>
                              </p:par>
                              <p:par>
                                <p:cTn id="373" presetID="2" presetClass="entr" presetSubtype="4" fill="hold" grpId="0" nodeType="withEffect">
                                  <p:stCondLst>
                                    <p:cond delay="0"/>
                                  </p:stCondLst>
                                  <p:childTnLst>
                                    <p:set>
                                      <p:cBhvr>
                                        <p:cTn id="374" dur="1" fill="hold">
                                          <p:stCondLst>
                                            <p:cond delay="0"/>
                                          </p:stCondLst>
                                        </p:cTn>
                                        <p:tgtEl>
                                          <p:spTgt spid="187"/>
                                        </p:tgtEl>
                                        <p:attrNameLst>
                                          <p:attrName>style.visibility</p:attrName>
                                        </p:attrNameLst>
                                      </p:cBhvr>
                                      <p:to>
                                        <p:strVal val="visible"/>
                                      </p:to>
                                    </p:set>
                                    <p:anim calcmode="lin" valueType="num">
                                      <p:cBhvr additive="base">
                                        <p:cTn id="375" dur="500" fill="hold"/>
                                        <p:tgtEl>
                                          <p:spTgt spid="187"/>
                                        </p:tgtEl>
                                        <p:attrNameLst>
                                          <p:attrName>ppt_x</p:attrName>
                                        </p:attrNameLst>
                                      </p:cBhvr>
                                      <p:tavLst>
                                        <p:tav tm="0">
                                          <p:val>
                                            <p:strVal val="#ppt_x"/>
                                          </p:val>
                                        </p:tav>
                                        <p:tav tm="100000">
                                          <p:val>
                                            <p:strVal val="#ppt_x"/>
                                          </p:val>
                                        </p:tav>
                                      </p:tavLst>
                                    </p:anim>
                                    <p:anim calcmode="lin" valueType="num">
                                      <p:cBhvr additive="base">
                                        <p:cTn id="376" dur="500" fill="hold"/>
                                        <p:tgtEl>
                                          <p:spTgt spid="187"/>
                                        </p:tgtEl>
                                        <p:attrNameLst>
                                          <p:attrName>ppt_y</p:attrName>
                                        </p:attrNameLst>
                                      </p:cBhvr>
                                      <p:tavLst>
                                        <p:tav tm="0">
                                          <p:val>
                                            <p:strVal val="1+#ppt_h/2"/>
                                          </p:val>
                                        </p:tav>
                                        <p:tav tm="100000">
                                          <p:val>
                                            <p:strVal val="#ppt_y"/>
                                          </p:val>
                                        </p:tav>
                                      </p:tavLst>
                                    </p:anim>
                                  </p:childTnLst>
                                </p:cTn>
                              </p:par>
                              <p:par>
                                <p:cTn id="377" presetID="2" presetClass="entr" presetSubtype="4" fill="hold" nodeType="withEffect">
                                  <p:stCondLst>
                                    <p:cond delay="0"/>
                                  </p:stCondLst>
                                  <p:childTnLst>
                                    <p:set>
                                      <p:cBhvr>
                                        <p:cTn id="378" dur="1" fill="hold">
                                          <p:stCondLst>
                                            <p:cond delay="0"/>
                                          </p:stCondLst>
                                        </p:cTn>
                                        <p:tgtEl>
                                          <p:spTgt spid="188"/>
                                        </p:tgtEl>
                                        <p:attrNameLst>
                                          <p:attrName>style.visibility</p:attrName>
                                        </p:attrNameLst>
                                      </p:cBhvr>
                                      <p:to>
                                        <p:strVal val="visible"/>
                                      </p:to>
                                    </p:set>
                                    <p:anim calcmode="lin" valueType="num">
                                      <p:cBhvr additive="base">
                                        <p:cTn id="379" dur="500" fill="hold"/>
                                        <p:tgtEl>
                                          <p:spTgt spid="188"/>
                                        </p:tgtEl>
                                        <p:attrNameLst>
                                          <p:attrName>ppt_x</p:attrName>
                                        </p:attrNameLst>
                                      </p:cBhvr>
                                      <p:tavLst>
                                        <p:tav tm="0">
                                          <p:val>
                                            <p:strVal val="#ppt_x"/>
                                          </p:val>
                                        </p:tav>
                                        <p:tav tm="100000">
                                          <p:val>
                                            <p:strVal val="#ppt_x"/>
                                          </p:val>
                                        </p:tav>
                                      </p:tavLst>
                                    </p:anim>
                                    <p:anim calcmode="lin" valueType="num">
                                      <p:cBhvr additive="base">
                                        <p:cTn id="380" dur="500" fill="hold"/>
                                        <p:tgtEl>
                                          <p:spTgt spid="188"/>
                                        </p:tgtEl>
                                        <p:attrNameLst>
                                          <p:attrName>ppt_y</p:attrName>
                                        </p:attrNameLst>
                                      </p:cBhvr>
                                      <p:tavLst>
                                        <p:tav tm="0">
                                          <p:val>
                                            <p:strVal val="1+#ppt_h/2"/>
                                          </p:val>
                                        </p:tav>
                                        <p:tav tm="100000">
                                          <p:val>
                                            <p:strVal val="#ppt_y"/>
                                          </p:val>
                                        </p:tav>
                                      </p:tavLst>
                                    </p:anim>
                                  </p:childTnLst>
                                </p:cTn>
                              </p:par>
                              <p:par>
                                <p:cTn id="381" presetID="2" presetClass="entr" presetSubtype="4" fill="hold" nodeType="withEffect">
                                  <p:stCondLst>
                                    <p:cond delay="0"/>
                                  </p:stCondLst>
                                  <p:childTnLst>
                                    <p:set>
                                      <p:cBhvr>
                                        <p:cTn id="382" dur="1" fill="hold">
                                          <p:stCondLst>
                                            <p:cond delay="0"/>
                                          </p:stCondLst>
                                        </p:cTn>
                                        <p:tgtEl>
                                          <p:spTgt spid="189"/>
                                        </p:tgtEl>
                                        <p:attrNameLst>
                                          <p:attrName>style.visibility</p:attrName>
                                        </p:attrNameLst>
                                      </p:cBhvr>
                                      <p:to>
                                        <p:strVal val="visible"/>
                                      </p:to>
                                    </p:set>
                                    <p:anim calcmode="lin" valueType="num">
                                      <p:cBhvr additive="base">
                                        <p:cTn id="383" dur="500" fill="hold"/>
                                        <p:tgtEl>
                                          <p:spTgt spid="189"/>
                                        </p:tgtEl>
                                        <p:attrNameLst>
                                          <p:attrName>ppt_x</p:attrName>
                                        </p:attrNameLst>
                                      </p:cBhvr>
                                      <p:tavLst>
                                        <p:tav tm="0">
                                          <p:val>
                                            <p:strVal val="#ppt_x"/>
                                          </p:val>
                                        </p:tav>
                                        <p:tav tm="100000">
                                          <p:val>
                                            <p:strVal val="#ppt_x"/>
                                          </p:val>
                                        </p:tav>
                                      </p:tavLst>
                                    </p:anim>
                                    <p:anim calcmode="lin" valueType="num">
                                      <p:cBhvr additive="base">
                                        <p:cTn id="384" dur="500" fill="hold"/>
                                        <p:tgtEl>
                                          <p:spTgt spid="189"/>
                                        </p:tgtEl>
                                        <p:attrNameLst>
                                          <p:attrName>ppt_y</p:attrName>
                                        </p:attrNameLst>
                                      </p:cBhvr>
                                      <p:tavLst>
                                        <p:tav tm="0">
                                          <p:val>
                                            <p:strVal val="1+#ppt_h/2"/>
                                          </p:val>
                                        </p:tav>
                                        <p:tav tm="100000">
                                          <p:val>
                                            <p:strVal val="#ppt_y"/>
                                          </p:val>
                                        </p:tav>
                                      </p:tavLst>
                                    </p:anim>
                                  </p:childTnLst>
                                </p:cTn>
                              </p:par>
                              <p:par>
                                <p:cTn id="385" presetID="2" presetClass="entr" presetSubtype="4" fill="hold" nodeType="withEffect">
                                  <p:stCondLst>
                                    <p:cond delay="0"/>
                                  </p:stCondLst>
                                  <p:childTnLst>
                                    <p:set>
                                      <p:cBhvr>
                                        <p:cTn id="386" dur="1" fill="hold">
                                          <p:stCondLst>
                                            <p:cond delay="0"/>
                                          </p:stCondLst>
                                        </p:cTn>
                                        <p:tgtEl>
                                          <p:spTgt spid="190"/>
                                        </p:tgtEl>
                                        <p:attrNameLst>
                                          <p:attrName>style.visibility</p:attrName>
                                        </p:attrNameLst>
                                      </p:cBhvr>
                                      <p:to>
                                        <p:strVal val="visible"/>
                                      </p:to>
                                    </p:set>
                                    <p:anim calcmode="lin" valueType="num">
                                      <p:cBhvr additive="base">
                                        <p:cTn id="387" dur="500" fill="hold"/>
                                        <p:tgtEl>
                                          <p:spTgt spid="190"/>
                                        </p:tgtEl>
                                        <p:attrNameLst>
                                          <p:attrName>ppt_x</p:attrName>
                                        </p:attrNameLst>
                                      </p:cBhvr>
                                      <p:tavLst>
                                        <p:tav tm="0">
                                          <p:val>
                                            <p:strVal val="#ppt_x"/>
                                          </p:val>
                                        </p:tav>
                                        <p:tav tm="100000">
                                          <p:val>
                                            <p:strVal val="#ppt_x"/>
                                          </p:val>
                                        </p:tav>
                                      </p:tavLst>
                                    </p:anim>
                                    <p:anim calcmode="lin" valueType="num">
                                      <p:cBhvr additive="base">
                                        <p:cTn id="388" dur="500" fill="hold"/>
                                        <p:tgtEl>
                                          <p:spTgt spid="190"/>
                                        </p:tgtEl>
                                        <p:attrNameLst>
                                          <p:attrName>ppt_y</p:attrName>
                                        </p:attrNameLst>
                                      </p:cBhvr>
                                      <p:tavLst>
                                        <p:tav tm="0">
                                          <p:val>
                                            <p:strVal val="1+#ppt_h/2"/>
                                          </p:val>
                                        </p:tav>
                                        <p:tav tm="100000">
                                          <p:val>
                                            <p:strVal val="#ppt_y"/>
                                          </p:val>
                                        </p:tav>
                                      </p:tavLst>
                                    </p:anim>
                                  </p:childTnLst>
                                </p:cTn>
                              </p:par>
                              <p:par>
                                <p:cTn id="389" presetID="2" presetClass="entr" presetSubtype="4" fill="hold" grpId="0" nodeType="withEffect">
                                  <p:stCondLst>
                                    <p:cond delay="0"/>
                                  </p:stCondLst>
                                  <p:childTnLst>
                                    <p:set>
                                      <p:cBhvr>
                                        <p:cTn id="390" dur="1" fill="hold">
                                          <p:stCondLst>
                                            <p:cond delay="0"/>
                                          </p:stCondLst>
                                        </p:cTn>
                                        <p:tgtEl>
                                          <p:spTgt spid="191"/>
                                        </p:tgtEl>
                                        <p:attrNameLst>
                                          <p:attrName>style.visibility</p:attrName>
                                        </p:attrNameLst>
                                      </p:cBhvr>
                                      <p:to>
                                        <p:strVal val="visible"/>
                                      </p:to>
                                    </p:set>
                                    <p:anim calcmode="lin" valueType="num">
                                      <p:cBhvr additive="base">
                                        <p:cTn id="391" dur="500" fill="hold"/>
                                        <p:tgtEl>
                                          <p:spTgt spid="191"/>
                                        </p:tgtEl>
                                        <p:attrNameLst>
                                          <p:attrName>ppt_x</p:attrName>
                                        </p:attrNameLst>
                                      </p:cBhvr>
                                      <p:tavLst>
                                        <p:tav tm="0">
                                          <p:val>
                                            <p:strVal val="#ppt_x"/>
                                          </p:val>
                                        </p:tav>
                                        <p:tav tm="100000">
                                          <p:val>
                                            <p:strVal val="#ppt_x"/>
                                          </p:val>
                                        </p:tav>
                                      </p:tavLst>
                                    </p:anim>
                                    <p:anim calcmode="lin" valueType="num">
                                      <p:cBhvr additive="base">
                                        <p:cTn id="392" dur="500" fill="hold"/>
                                        <p:tgtEl>
                                          <p:spTgt spid="191"/>
                                        </p:tgtEl>
                                        <p:attrNameLst>
                                          <p:attrName>ppt_y</p:attrName>
                                        </p:attrNameLst>
                                      </p:cBhvr>
                                      <p:tavLst>
                                        <p:tav tm="0">
                                          <p:val>
                                            <p:strVal val="1+#ppt_h/2"/>
                                          </p:val>
                                        </p:tav>
                                        <p:tav tm="100000">
                                          <p:val>
                                            <p:strVal val="#ppt_y"/>
                                          </p:val>
                                        </p:tav>
                                      </p:tavLst>
                                    </p:anim>
                                  </p:childTnLst>
                                </p:cTn>
                              </p:par>
                              <p:par>
                                <p:cTn id="393" presetID="2" presetClass="entr" presetSubtype="4" fill="hold" nodeType="withEffect">
                                  <p:stCondLst>
                                    <p:cond delay="0"/>
                                  </p:stCondLst>
                                  <p:childTnLst>
                                    <p:set>
                                      <p:cBhvr>
                                        <p:cTn id="394" dur="1" fill="hold">
                                          <p:stCondLst>
                                            <p:cond delay="0"/>
                                          </p:stCondLst>
                                        </p:cTn>
                                        <p:tgtEl>
                                          <p:spTgt spid="192"/>
                                        </p:tgtEl>
                                        <p:attrNameLst>
                                          <p:attrName>style.visibility</p:attrName>
                                        </p:attrNameLst>
                                      </p:cBhvr>
                                      <p:to>
                                        <p:strVal val="visible"/>
                                      </p:to>
                                    </p:set>
                                    <p:anim calcmode="lin" valueType="num">
                                      <p:cBhvr additive="base">
                                        <p:cTn id="395" dur="500" fill="hold"/>
                                        <p:tgtEl>
                                          <p:spTgt spid="192"/>
                                        </p:tgtEl>
                                        <p:attrNameLst>
                                          <p:attrName>ppt_x</p:attrName>
                                        </p:attrNameLst>
                                      </p:cBhvr>
                                      <p:tavLst>
                                        <p:tav tm="0">
                                          <p:val>
                                            <p:strVal val="#ppt_x"/>
                                          </p:val>
                                        </p:tav>
                                        <p:tav tm="100000">
                                          <p:val>
                                            <p:strVal val="#ppt_x"/>
                                          </p:val>
                                        </p:tav>
                                      </p:tavLst>
                                    </p:anim>
                                    <p:anim calcmode="lin" valueType="num">
                                      <p:cBhvr additive="base">
                                        <p:cTn id="396" dur="500" fill="hold"/>
                                        <p:tgtEl>
                                          <p:spTgt spid="192"/>
                                        </p:tgtEl>
                                        <p:attrNameLst>
                                          <p:attrName>ppt_y</p:attrName>
                                        </p:attrNameLst>
                                      </p:cBhvr>
                                      <p:tavLst>
                                        <p:tav tm="0">
                                          <p:val>
                                            <p:strVal val="1+#ppt_h/2"/>
                                          </p:val>
                                        </p:tav>
                                        <p:tav tm="100000">
                                          <p:val>
                                            <p:strVal val="#ppt_y"/>
                                          </p:val>
                                        </p:tav>
                                      </p:tavLst>
                                    </p:anim>
                                  </p:childTnLst>
                                </p:cTn>
                              </p:par>
                              <p:par>
                                <p:cTn id="397" presetID="2" presetClass="entr" presetSubtype="4" fill="hold" nodeType="withEffect">
                                  <p:stCondLst>
                                    <p:cond delay="0"/>
                                  </p:stCondLst>
                                  <p:childTnLst>
                                    <p:set>
                                      <p:cBhvr>
                                        <p:cTn id="398" dur="1" fill="hold">
                                          <p:stCondLst>
                                            <p:cond delay="0"/>
                                          </p:stCondLst>
                                        </p:cTn>
                                        <p:tgtEl>
                                          <p:spTgt spid="213"/>
                                        </p:tgtEl>
                                        <p:attrNameLst>
                                          <p:attrName>style.visibility</p:attrName>
                                        </p:attrNameLst>
                                      </p:cBhvr>
                                      <p:to>
                                        <p:strVal val="visible"/>
                                      </p:to>
                                    </p:set>
                                    <p:anim calcmode="lin" valueType="num">
                                      <p:cBhvr additive="base">
                                        <p:cTn id="399" dur="500" fill="hold"/>
                                        <p:tgtEl>
                                          <p:spTgt spid="213"/>
                                        </p:tgtEl>
                                        <p:attrNameLst>
                                          <p:attrName>ppt_x</p:attrName>
                                        </p:attrNameLst>
                                      </p:cBhvr>
                                      <p:tavLst>
                                        <p:tav tm="0">
                                          <p:val>
                                            <p:strVal val="#ppt_x"/>
                                          </p:val>
                                        </p:tav>
                                        <p:tav tm="100000">
                                          <p:val>
                                            <p:strVal val="#ppt_x"/>
                                          </p:val>
                                        </p:tav>
                                      </p:tavLst>
                                    </p:anim>
                                    <p:anim calcmode="lin" valueType="num">
                                      <p:cBhvr additive="base">
                                        <p:cTn id="400" dur="500" fill="hold"/>
                                        <p:tgtEl>
                                          <p:spTgt spid="213"/>
                                        </p:tgtEl>
                                        <p:attrNameLst>
                                          <p:attrName>ppt_y</p:attrName>
                                        </p:attrNameLst>
                                      </p:cBhvr>
                                      <p:tavLst>
                                        <p:tav tm="0">
                                          <p:val>
                                            <p:strVal val="1+#ppt_h/2"/>
                                          </p:val>
                                        </p:tav>
                                        <p:tav tm="100000">
                                          <p:val>
                                            <p:strVal val="#ppt_y"/>
                                          </p:val>
                                        </p:tav>
                                      </p:tavLst>
                                    </p:anim>
                                  </p:childTnLst>
                                </p:cTn>
                              </p:par>
                            </p:childTnLst>
                          </p:cTn>
                        </p:par>
                      </p:childTnLst>
                    </p:cTn>
                  </p:par>
                  <p:par>
                    <p:cTn id="401" fill="hold">
                      <p:stCondLst>
                        <p:cond delay="indefinite"/>
                      </p:stCondLst>
                      <p:childTnLst>
                        <p:par>
                          <p:cTn id="402" fill="hold">
                            <p:stCondLst>
                              <p:cond delay="0"/>
                            </p:stCondLst>
                            <p:childTnLst>
                              <p:par>
                                <p:cTn id="403" presetID="2" presetClass="entr" presetSubtype="4" fill="hold" grpId="0" nodeType="clickEffect">
                                  <p:stCondLst>
                                    <p:cond delay="0"/>
                                  </p:stCondLst>
                                  <p:childTnLst>
                                    <p:set>
                                      <p:cBhvr>
                                        <p:cTn id="404" dur="1" fill="hold">
                                          <p:stCondLst>
                                            <p:cond delay="0"/>
                                          </p:stCondLst>
                                        </p:cTn>
                                        <p:tgtEl>
                                          <p:spTgt spid="218"/>
                                        </p:tgtEl>
                                        <p:attrNameLst>
                                          <p:attrName>style.visibility</p:attrName>
                                        </p:attrNameLst>
                                      </p:cBhvr>
                                      <p:to>
                                        <p:strVal val="visible"/>
                                      </p:to>
                                    </p:set>
                                    <p:anim calcmode="lin" valueType="num">
                                      <p:cBhvr additive="base">
                                        <p:cTn id="405" dur="500" fill="hold"/>
                                        <p:tgtEl>
                                          <p:spTgt spid="218"/>
                                        </p:tgtEl>
                                        <p:attrNameLst>
                                          <p:attrName>ppt_x</p:attrName>
                                        </p:attrNameLst>
                                      </p:cBhvr>
                                      <p:tavLst>
                                        <p:tav tm="0">
                                          <p:val>
                                            <p:strVal val="#ppt_x"/>
                                          </p:val>
                                        </p:tav>
                                        <p:tav tm="100000">
                                          <p:val>
                                            <p:strVal val="#ppt_x"/>
                                          </p:val>
                                        </p:tav>
                                      </p:tavLst>
                                    </p:anim>
                                    <p:anim calcmode="lin" valueType="num">
                                      <p:cBhvr additive="base">
                                        <p:cTn id="406" dur="500" fill="hold"/>
                                        <p:tgtEl>
                                          <p:spTgt spid="2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61" grpId="0" animBg="1"/>
      <p:bldP spid="62" grpId="0" animBg="1"/>
      <p:bldP spid="63" grpId="0" animBg="1"/>
      <p:bldP spid="64" grpId="0" animBg="1"/>
      <p:bldP spid="6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107" grpId="0" animBg="1"/>
      <p:bldP spid="108" grpId="0" animBg="1"/>
      <p:bldP spid="109" grpId="0" animBg="1"/>
      <p:bldP spid="110" grpId="0" animBg="1"/>
      <p:bldP spid="115" grpId="0" animBg="1"/>
      <p:bldP spid="116" grpId="0" animBg="1"/>
      <p:bldP spid="117" grpId="0" animBg="1"/>
      <p:bldP spid="121" grpId="0" animBg="1"/>
      <p:bldP spid="122" grpId="0" animBg="1"/>
      <p:bldP spid="125" grpId="0" animBg="1"/>
      <p:bldP spid="126" grpId="0" animBg="1"/>
      <p:bldP spid="159" grpId="0" animBg="1"/>
      <p:bldP spid="165" grpId="0" animBg="1"/>
      <p:bldP spid="166" grpId="0" animBg="1"/>
      <p:bldP spid="178" grpId="0" animBg="1"/>
      <p:bldP spid="184" grpId="0" animBg="1"/>
      <p:bldP spid="185" grpId="0" animBg="1"/>
      <p:bldP spid="186" grpId="0" animBg="1"/>
      <p:bldP spid="187" grpId="0" animBg="1"/>
      <p:bldP spid="191" grpId="0" animBg="1"/>
      <p:bldP spid="2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B785-FF43-72DF-296C-BD29DCABC74C}"/>
              </a:ext>
            </a:extLst>
          </p:cNvPr>
          <p:cNvSpPr>
            <a:spLocks noGrp="1"/>
          </p:cNvSpPr>
          <p:nvPr>
            <p:ph type="title"/>
          </p:nvPr>
        </p:nvSpPr>
        <p:spPr/>
        <p:txBody>
          <a:bodyPr/>
          <a:lstStyle/>
          <a:p>
            <a:r>
              <a:rPr lang="en-US" dirty="0">
                <a:solidFill>
                  <a:srgbClr val="002060"/>
                </a:solidFill>
              </a:rPr>
              <a:t>REFERENCES:</a:t>
            </a:r>
            <a:endParaRPr lang="en-CA" dirty="0">
              <a:solidFill>
                <a:srgbClr val="002060"/>
              </a:solidFill>
            </a:endParaRPr>
          </a:p>
        </p:txBody>
      </p:sp>
      <p:sp>
        <p:nvSpPr>
          <p:cNvPr id="3" name="Content Placeholder 2">
            <a:extLst>
              <a:ext uri="{FF2B5EF4-FFF2-40B4-BE49-F238E27FC236}">
                <a16:creationId xmlns:a16="http://schemas.microsoft.com/office/drawing/2014/main" id="{73FA94C4-A4F0-BABD-75C5-9F03890F8124}"/>
              </a:ext>
            </a:extLst>
          </p:cNvPr>
          <p:cNvSpPr>
            <a:spLocks noGrp="1"/>
          </p:cNvSpPr>
          <p:nvPr>
            <p:ph idx="1"/>
          </p:nvPr>
        </p:nvSpPr>
        <p:spPr/>
        <p:txBody>
          <a:bodyPr>
            <a:normAutofit/>
          </a:bodyPr>
          <a:lstStyle/>
          <a:p>
            <a:pPr marL="0" indent="0">
              <a:buNone/>
            </a:pPr>
            <a:r>
              <a:rPr lang="en-US" sz="2400" dirty="0"/>
              <a:t>BOOK: </a:t>
            </a:r>
          </a:p>
          <a:p>
            <a:r>
              <a:rPr lang="en-US" sz="2400" dirty="0"/>
              <a:t>Database system concepts by Silberschatz (6th Edition)</a:t>
            </a:r>
            <a:br>
              <a:rPr lang="en-US" sz="2400" dirty="0"/>
            </a:br>
            <a:r>
              <a:rPr lang="en-US" sz="2400" dirty="0"/>
              <a:t>• Chapter 7</a:t>
            </a:r>
          </a:p>
          <a:p>
            <a:pPr marL="0" indent="0">
              <a:buNone/>
            </a:pPr>
            <a:r>
              <a:rPr lang="en-US" sz="2400" dirty="0"/>
              <a:t>LECTURE SLIDES:</a:t>
            </a:r>
          </a:p>
          <a:p>
            <a:pPr lvl="1"/>
            <a:r>
              <a:rPr lang="en-US" dirty="0"/>
              <a:t>12 January</a:t>
            </a:r>
          </a:p>
          <a:p>
            <a:pPr lvl="1"/>
            <a:r>
              <a:rPr lang="en-US" dirty="0"/>
              <a:t>14 January</a:t>
            </a:r>
          </a:p>
          <a:p>
            <a:pPr marL="0" indent="0">
              <a:buNone/>
            </a:pPr>
            <a:endParaRPr lang="en-US" sz="2400" dirty="0"/>
          </a:p>
          <a:p>
            <a:pPr marL="0" indent="0">
              <a:buNone/>
            </a:pPr>
            <a:r>
              <a:rPr lang="en-US" sz="2400" dirty="0"/>
              <a:t>THANK YOU FOR ATTENDING TODAY’S LECTURE.</a:t>
            </a:r>
          </a:p>
          <a:p>
            <a:pPr marL="0" indent="0">
              <a:buNone/>
            </a:pPr>
            <a:r>
              <a:rPr lang="en-US" sz="2400" dirty="0"/>
              <a:t>IF YOU HAVE ANY QUESTIONS, PLEASE LET ME KNOW.</a:t>
            </a:r>
          </a:p>
          <a:p>
            <a:pPr marL="0" indent="0">
              <a:buNone/>
            </a:pPr>
            <a:r>
              <a:rPr lang="en-US" sz="2400" dirty="0"/>
              <a:t>(My email is </a:t>
            </a:r>
            <a:r>
              <a:rPr lang="en-US" sz="2400" dirty="0">
                <a:solidFill>
                  <a:srgbClr val="0070C0"/>
                </a:solidFill>
              </a:rPr>
              <a:t>ashfi.shah@queensu.ca</a:t>
            </a:r>
            <a:r>
              <a:rPr lang="en-US" sz="2400" dirty="0"/>
              <a:t>)</a:t>
            </a:r>
          </a:p>
          <a:p>
            <a:pPr marL="457200" lvl="1" indent="0">
              <a:buNone/>
            </a:pPr>
            <a:endParaRPr lang="en-US" dirty="0"/>
          </a:p>
        </p:txBody>
      </p:sp>
      <p:sp>
        <p:nvSpPr>
          <p:cNvPr id="4" name="TextBox 3">
            <a:extLst>
              <a:ext uri="{FF2B5EF4-FFF2-40B4-BE49-F238E27FC236}">
                <a16:creationId xmlns:a16="http://schemas.microsoft.com/office/drawing/2014/main" id="{A4F35165-B064-82BD-2D2A-88406E445366}"/>
              </a:ext>
            </a:extLst>
          </p:cNvPr>
          <p:cNvSpPr txBox="1"/>
          <p:nvPr/>
        </p:nvSpPr>
        <p:spPr>
          <a:xfrm>
            <a:off x="9571325" y="506377"/>
            <a:ext cx="1782475" cy="923330"/>
          </a:xfrm>
          <a:prstGeom prst="rect">
            <a:avLst/>
          </a:prstGeom>
          <a:noFill/>
        </p:spPr>
        <p:txBody>
          <a:bodyPr wrap="none" rtlCol="0">
            <a:spAutoFit/>
          </a:bodyPr>
          <a:lstStyle/>
          <a:p>
            <a:pPr algn="r"/>
            <a:r>
              <a:rPr lang="en-CA" noProof="0" dirty="0">
                <a:solidFill>
                  <a:srgbClr val="002060"/>
                </a:solidFill>
              </a:rPr>
              <a:t>CISC332</a:t>
            </a:r>
          </a:p>
          <a:p>
            <a:pPr algn="r"/>
            <a:r>
              <a:rPr lang="en-CA" noProof="0" dirty="0">
                <a:solidFill>
                  <a:srgbClr val="002060"/>
                </a:solidFill>
              </a:rPr>
              <a:t>Slide 30 of 30</a:t>
            </a:r>
          </a:p>
          <a:p>
            <a:pPr algn="r"/>
            <a:r>
              <a:rPr lang="en-CA" noProof="0" dirty="0">
                <a:solidFill>
                  <a:srgbClr val="002060"/>
                </a:solidFill>
              </a:rPr>
              <a:t>19 January 2026</a:t>
            </a:r>
          </a:p>
        </p:txBody>
      </p:sp>
    </p:spTree>
    <p:extLst>
      <p:ext uri="{BB962C8B-B14F-4D97-AF65-F5344CB8AC3E}">
        <p14:creationId xmlns:p14="http://schemas.microsoft.com/office/powerpoint/2010/main" val="4109197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TotalTime>
  <Words>2872</Words>
  <Application>Microsoft Office PowerPoint</Application>
  <PresentationFormat>Widescreen</PresentationFormat>
  <Paragraphs>432</Paragraphs>
  <Slides>30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ER DIAGRAMS - PRACTICE</vt:lpstr>
      <vt:lpstr>REVIEW OF ER DIAGRAMS (1/3)</vt:lpstr>
      <vt:lpstr>REVIEW OF ER DIAGRAMS (2/3)</vt:lpstr>
      <vt:lpstr>REVIEW OF ER DIAGRAMS (3/3)</vt:lpstr>
      <vt:lpstr>ER DIAGRAM STEPS</vt:lpstr>
      <vt:lpstr>TODAY’S PROBLEM</vt:lpstr>
      <vt:lpstr>LET’S LOOK FOR ENTITIES</vt:lpstr>
      <vt:lpstr>NOW LOOK FOR ATTRIBUTES</vt:lpstr>
      <vt:lpstr>PRIMARY KEYS AND RELATIONS</vt:lpstr>
      <vt:lpstr>DO WE HAVE ANY: (1/2)</vt:lpstr>
      <vt:lpstr>DO WE HAVE ANY: (2/2)</vt:lpstr>
      <vt:lpstr>WHAT KIND OF RELATIONS?</vt:lpstr>
      <vt:lpstr>NOW WE FULLY UNDERSTAND THE SCENARIO</vt:lpstr>
      <vt:lpstr>DRAWING RESIDENTS/ EMERGENCY CONTACTS (1/4)</vt:lpstr>
      <vt:lpstr>DRAWING RESIDENTS/ EMERGENCY CONTACTS (2/4)</vt:lpstr>
      <vt:lpstr>DRAWING RESIDENTS/ EMERGENCY CONTACTS (3/4)</vt:lpstr>
      <vt:lpstr>DRAWING RESIDENTS/ EMERGENCY CONTACTS (4/4)</vt:lpstr>
      <vt:lpstr>DRAWING ROOMS (1/2)</vt:lpstr>
      <vt:lpstr>DRAWING ROOMS (2/2)</vt:lpstr>
      <vt:lpstr>EMPLOYEE SUPERCLASS (1/2)</vt:lpstr>
      <vt:lpstr>EMPLOYEE SUPERCLASS (2/2)</vt:lpstr>
      <vt:lpstr>DRAWING DOCTORS (1/2)</vt:lpstr>
      <vt:lpstr>DRAWING DOCTORS (2/2)</vt:lpstr>
      <vt:lpstr>DRAWING NURSES AND SHIFTS (1/3)</vt:lpstr>
      <vt:lpstr>DRAWING NURSES AND SHIFTS (2/3)</vt:lpstr>
      <vt:lpstr>DRAWING NURSES AND SHIFTS (3/3)</vt:lpstr>
      <vt:lpstr>DRAWING ASSISTANTS (1/2)</vt:lpstr>
      <vt:lpstr>DRAWING ASSISTANTS (2/2)</vt:lpstr>
      <vt:lpstr>LET’S PUT IT ALL TOGETHER</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Ashfi Shah</dc:creator>
  <cp:lastModifiedBy>Ashfi Shah</cp:lastModifiedBy>
  <cp:revision>1</cp:revision>
  <dcterms:created xsi:type="dcterms:W3CDTF">2026-01-15T00:11:08Z</dcterms:created>
  <dcterms:modified xsi:type="dcterms:W3CDTF">2026-01-19T17:26:47Z</dcterms:modified>
</cp:coreProperties>
</file>