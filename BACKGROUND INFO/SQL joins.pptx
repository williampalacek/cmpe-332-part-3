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56"/>
    <p:restoredTop sz="94639"/>
  </p:normalViewPr>
  <p:slideViewPr>
    <p:cSldViewPr snapToGrid="0">
      <p:cViewPr varScale="1">
        <p:scale>
          <a:sx n="129" d="100"/>
          <a:sy n="129" d="100"/>
        </p:scale>
        <p:origin x="24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509F-2F94-3590-B0E3-4E2466FEF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02173-AA1E-020A-E3F7-B45A36899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5DAD4-E9FD-0CDD-CDDC-D3403385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B7D8-6F02-C999-366C-A21EF08A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A9D3B-3F3A-26A0-6025-B1BF7EA1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1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EC79-EF4F-7C81-66F4-D4465721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5422-F3FE-A64C-58E2-A92C97B2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97AAA-262E-B0E6-7A44-147103E6A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838C-9733-D487-9EE8-F92A5DA4F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08535-46D2-CCD8-1B26-8C1C36E8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6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DDB1-3605-A7A9-66CF-71D05F52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9C7A4-716C-1213-E656-5BD4509EE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A33E6-89DD-A5E0-D494-207C33DD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FF9CA-6EC6-9213-799A-90549186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3B808-18D2-4F5F-78B4-5134489D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1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AF0B-CFB6-A6C4-25B8-CD8D19CDF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FC83-832D-FFA1-990A-83D65251D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1DD84-4319-30D4-33DF-23DAC9FFC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0CD5D-566F-E06B-E1F4-A95A183E3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8F396-ADD9-50E6-A56E-235F579A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61A75-E3BC-8E2E-55C1-E62D5F12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3822-9CB7-F127-95DB-5596EA59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5FAF6-642E-B863-22D6-20E9B3653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974D2-A7FE-9909-2F3D-5DAFC986F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10C68-3BDC-866A-6201-3B6EF9257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76051-17CD-B786-0803-08403A52C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4366B-B9E8-3911-A2E2-2AE3CC3E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71FDC-CED4-89DB-D55F-D4B408FF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68EA6-7A8A-CCD4-EBAF-253FBC43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1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9C34-A04A-6FA4-4EE9-0093B033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91CAD-4E96-83A7-428A-91D32818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59C16-DA55-B96D-E979-F8BAACE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2F509-F830-4170-F595-FFEEE402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92362-1BE1-262E-20BD-46E7232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F811D-1134-66F5-D169-3986DC4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8E810-2983-8BE7-FC54-F26ECF6E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0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B766-552F-79E1-333C-FB0456D6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8074-3384-3071-EBE9-977D9C869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53C83-52B4-A1D0-C09F-ADB078075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4610A-1B62-2A1B-5921-09CD1240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200F-CCA1-84EF-EC30-11020B7F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93463-F268-E6B7-075D-77BB9817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6988D-C98D-3698-B47E-DC00C81EF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AAB82-D83E-B378-28A0-E60C15F3C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ECBDE-A799-5467-4922-85C06EC30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6287B-B1A8-17A9-6A18-F2791FCB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AA926-79DD-FB4C-4040-ACFC796B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D955-97D5-DA8E-500F-CAD2E295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2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5813-E72A-EB03-C2CA-55320E5A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DAED-796D-D79B-D5A6-FE9402AC7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E28A7-8EFF-09E5-7907-BB423C3A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87286-42CA-543C-3D3D-2942A653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A1F9F-245D-EA64-3872-613E1A3D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8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01C1A-E3DF-F10A-B1B4-EC4D486A6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3F974-D3CE-760D-709A-23AA2CCB9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CD0BC-C216-A0FE-0D2F-30C27858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C5F1-BABE-9B06-AA02-56E6904F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DABE-8625-9BE5-635C-FFC49F1A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4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9FD0BA-4C35-2939-B5F4-DEB44CF9E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4BFBE-A438-3894-6A08-74D2F9565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DC08A-C00E-F746-F8CA-4C005AC7D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4880C-E516-6E40-B0AC-EDF26CD398EF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D027-983D-6CE1-0679-C824C643A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FCF1-B27D-9CC7-6311-EDA5D1D1D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813AB-921A-FA40-BF0B-F864122E6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9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6E5F-3F74-CA33-BCD3-46653A912E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Joins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E3DC0-78C2-7EF1-5C31-CD9E552F1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95990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58FD-9A31-5596-EE0E-8DB2EB9C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must try these!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1EC4E-DB72-5C71-D309-6437F18D7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39925"/>
            <a:ext cx="7193291" cy="4918075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64A6749-FBFF-7FC9-D1C5-56F4F546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660" y="2700337"/>
            <a:ext cx="4664539" cy="33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5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5A9E-6A35-503C-DF9B-47E39E6D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212F3-05DC-F13F-F3D4-5A74E128C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from clause lists the relations involved in the query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B683ED-6980-ACB5-B2A8-99DC3BC9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369" y="2692400"/>
            <a:ext cx="4307088" cy="73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F227A-BE69-3B8A-4D79-F8F221943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814383"/>
            <a:ext cx="7772400" cy="774700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ABC45342-6939-1D66-118B-629A65701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5141801"/>
            <a:ext cx="43434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8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with their names&#10;&#10;AI-generated content may be incorrect.">
            <a:extLst>
              <a:ext uri="{FF2B5EF4-FFF2-40B4-BE49-F238E27FC236}">
                <a16:creationId xmlns:a16="http://schemas.microsoft.com/office/drawing/2014/main" id="{0E9DF0BF-488C-F6D6-0AA4-99D2F2BFE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65" y="302554"/>
            <a:ext cx="4559300" cy="1473200"/>
          </a:xfrm>
        </p:spPr>
      </p:pic>
      <p:pic>
        <p:nvPicPr>
          <p:cNvPr id="7" name="Picture 6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CA262C33-9C5C-735F-5A4D-4CA968AA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161" y="378754"/>
            <a:ext cx="4508500" cy="13208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330988-0E7B-159E-AF6A-ABD99F0A5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03" y="3647146"/>
            <a:ext cx="5041900" cy="2908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3203AF-3476-1EBE-B3D8-6E3534A13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473" y="2205383"/>
            <a:ext cx="4307088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9A0E1-747F-BC5A-67DD-24365B16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Surprisingly .... </a:t>
            </a:r>
            <a:endParaRPr lang="en-US" dirty="0"/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F30DC4B-E7FE-48C6-8E7A-53A417CF7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1886" y="1830130"/>
            <a:ext cx="4495800" cy="762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AB6FBF-C188-8343-804B-B04B41C01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50" y="3092450"/>
            <a:ext cx="7759700" cy="673100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8AA7A034-745E-4DAA-74A6-B3B4F1463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4414055"/>
            <a:ext cx="43434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56BC-D713-1787-39D5-7DC56B99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with their names&#10;&#10;AI-generated content may be incorrect.">
            <a:extLst>
              <a:ext uri="{FF2B5EF4-FFF2-40B4-BE49-F238E27FC236}">
                <a16:creationId xmlns:a16="http://schemas.microsoft.com/office/drawing/2014/main" id="{866B285B-47E3-0C4D-3C4E-36FB43BB1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65" y="302554"/>
            <a:ext cx="4559300" cy="1473200"/>
          </a:xfrm>
        </p:spPr>
      </p:pic>
      <p:pic>
        <p:nvPicPr>
          <p:cNvPr id="7" name="Picture 6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60FAD928-10D1-E712-CA36-97A1A9560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161" y="378754"/>
            <a:ext cx="4508500" cy="13208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1D943E-C6C4-086A-91A3-4D4C1A45F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03" y="3628097"/>
            <a:ext cx="5041900" cy="2908300"/>
          </a:xfrm>
          <a:prstGeom prst="rect">
            <a:avLst/>
          </a:prstGeom>
        </p:spPr>
      </p:pic>
      <p:pic>
        <p:nvPicPr>
          <p:cNvPr id="2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5511D58-B658-5786-90CF-DFC618917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03" y="2068670"/>
            <a:ext cx="4495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FD126B2-979A-F63A-374B-4AFE96D2F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1713" y="565676"/>
            <a:ext cx="5074723" cy="1518152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802258-507E-BCF3-246C-BC05FF29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" y="1273235"/>
            <a:ext cx="6130908" cy="362073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07CE25-D617-1307-52BE-06DF23FDC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663" y="3429000"/>
            <a:ext cx="5769646" cy="164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0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BA81-AF7B-C637-95CF-7E34177C7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7C23E6B5-0018-8B38-2B91-34A1E415E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382" y="1378053"/>
            <a:ext cx="4431812" cy="2494946"/>
          </a:xfrm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B1254DB-4B0C-A004-53B5-CD1048011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20" y="460766"/>
            <a:ext cx="3998354" cy="2520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2F87BB-614A-DB43-E9E7-B2D1E2784D52}"/>
              </a:ext>
            </a:extLst>
          </p:cNvPr>
          <p:cNvSpPr txBox="1"/>
          <p:nvPr/>
        </p:nvSpPr>
        <p:spPr>
          <a:xfrm>
            <a:off x="393170" y="4382321"/>
            <a:ext cx="6484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name of the instructor and the </a:t>
            </a:r>
            <a:r>
              <a:rPr lang="en-US" dirty="0" err="1"/>
              <a:t>course_id</a:t>
            </a:r>
            <a:r>
              <a:rPr lang="en-US" dirty="0"/>
              <a:t> of all courses they teach</a:t>
            </a:r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A081D82-D9B5-39FF-9FA6-074C56897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13" y="5260975"/>
            <a:ext cx="3352800" cy="1231900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E4B254FB-C1F4-569B-E11C-08F439376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124" y="4203566"/>
            <a:ext cx="3928626" cy="232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0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7E20-8644-9265-A911-8EDF0B9F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Join</a:t>
            </a:r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18234B0-218C-7FAB-9F24-C4B148841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826" y="3016251"/>
            <a:ext cx="3073400" cy="1003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47679C-086E-BA04-B0DA-CCE7ABB37A4A}"/>
              </a:ext>
            </a:extLst>
          </p:cNvPr>
          <p:cNvSpPr txBox="1"/>
          <p:nvPr/>
        </p:nvSpPr>
        <p:spPr>
          <a:xfrm>
            <a:off x="838200" y="1690688"/>
            <a:ext cx="876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List the names of instructors along with the course ID of the courses that they taught</a:t>
            </a:r>
            <a:endParaRPr lang="en-US" dirty="0"/>
          </a:p>
        </p:txBody>
      </p: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D1970928-2D48-E41B-9407-0E70AB4EB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3181351"/>
            <a:ext cx="3835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6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441D-9466-7005-039C-B9777104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4188E1B-96ED-2AD3-62EA-BF89A1AFD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6266"/>
            <a:ext cx="10515600" cy="3830056"/>
          </a:xfrm>
        </p:spPr>
      </p:pic>
    </p:spTree>
    <p:extLst>
      <p:ext uri="{BB962C8B-B14F-4D97-AF65-F5344CB8AC3E}">
        <p14:creationId xmlns:p14="http://schemas.microsoft.com/office/powerpoint/2010/main" val="378433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1C3F-8C17-EC9C-D1E5-C70A3CF3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612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Find the course ID, semester, year and title of each course offered by the computer science department</a:t>
            </a:r>
          </a:p>
        </p:txBody>
      </p:sp>
      <p:pic>
        <p:nvPicPr>
          <p:cNvPr id="5" name="Content Placeholder 4" descr="A long shot of a white background&#10;&#10;AI-generated content may be incorrect.">
            <a:extLst>
              <a:ext uri="{FF2B5EF4-FFF2-40B4-BE49-F238E27FC236}">
                <a16:creationId xmlns:a16="http://schemas.microsoft.com/office/drawing/2014/main" id="{464EA28B-8DFB-C4F0-01A6-E2B8EE709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900" y="2004890"/>
            <a:ext cx="5918200" cy="1803400"/>
          </a:xfrm>
        </p:spPr>
      </p:pic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9863072-6DCB-11BB-BDB8-47DBD185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4578350"/>
            <a:ext cx="54483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0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AB43-D13B-2BA4-51BE-8273C1A5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Same Query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F7E5D-D5CB-2745-E531-F337FB1139C8}"/>
              </a:ext>
            </a:extLst>
          </p:cNvPr>
          <p:cNvSpPr txBox="1"/>
          <p:nvPr/>
        </p:nvSpPr>
        <p:spPr>
          <a:xfrm>
            <a:off x="2572555" y="1808288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the course ID, semester, year and title of each course offered by the computer science department</a:t>
            </a:r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DB51844-1B5F-83CD-DDA5-47A52583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06" y="5172361"/>
            <a:ext cx="5346700" cy="1028700"/>
          </a:xfrm>
          <a:prstGeom prst="rect">
            <a:avLst/>
          </a:prstGeom>
        </p:spPr>
      </p:pic>
      <p:pic>
        <p:nvPicPr>
          <p:cNvPr id="8" name="Content Placeholder 4" descr="A long shot of a white background&#10;&#10;AI-generated content may be incorrect.">
            <a:extLst>
              <a:ext uri="{FF2B5EF4-FFF2-40B4-BE49-F238E27FC236}">
                <a16:creationId xmlns:a16="http://schemas.microsoft.com/office/drawing/2014/main" id="{CEC373CB-43FF-2ACB-42C5-7132B027F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2501" y="2789859"/>
            <a:ext cx="5918200" cy="1803400"/>
          </a:xfr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0F27F78B-2D2E-2C46-2DAF-68AEE8493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007261"/>
            <a:ext cx="54483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8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7742-932A-E29A-226A-59DFCC81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1BAD8-2DB2-84CB-0ADC-6B027EC2D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03513" cy="582724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Find names of students and their advisor names</a:t>
            </a:r>
            <a:endParaRPr lang="en-US" dirty="0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E1BC7A3D-340B-BFDA-9137-B39467777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900" y="365124"/>
            <a:ext cx="4468968" cy="6294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CB82A-681E-6732-F31F-126ED560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2" y="3004408"/>
            <a:ext cx="7772400" cy="424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56958E-F458-2472-A790-36C692DDA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58" y="3521514"/>
            <a:ext cx="6794500" cy="53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2EE226-3276-2463-A570-A37333763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57" y="4137769"/>
            <a:ext cx="46863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1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F71939-EB52-5534-425E-50C0CE555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29" y="231897"/>
            <a:ext cx="5153946" cy="2240846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362FC7B-B4C6-DF04-99A3-7B804125F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3" y="296292"/>
            <a:ext cx="4644314" cy="2112057"/>
          </a:xfrm>
          <a:prstGeom prst="rect">
            <a:avLst/>
          </a:prstGeom>
        </p:spPr>
      </p:pic>
      <p:pic>
        <p:nvPicPr>
          <p:cNvPr id="9" name="Picture 8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AF8192E3-6F1A-50E8-1813-D91D6C861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512" y="2875656"/>
            <a:ext cx="3457709" cy="2254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8764CB-338C-A124-EA17-CCD816D811E7}"/>
              </a:ext>
            </a:extLst>
          </p:cNvPr>
          <p:cNvSpPr txBox="1"/>
          <p:nvPr/>
        </p:nvSpPr>
        <p:spPr>
          <a:xfrm>
            <a:off x="3332408" y="5797570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Find names of students and their advisor names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9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C59B-E27F-6901-C957-867D2518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9C9769-98E0-0717-80B4-F1A13C620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29" y="231897"/>
            <a:ext cx="5153946" cy="2240846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7829E9E1-67BC-CB9D-6DF5-E8448098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3" y="296292"/>
            <a:ext cx="4644314" cy="2112057"/>
          </a:xfrm>
          <a:prstGeom prst="rect">
            <a:avLst/>
          </a:prstGeom>
        </p:spPr>
      </p:pic>
      <p:pic>
        <p:nvPicPr>
          <p:cNvPr id="9" name="Picture 8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75C80C6E-60C6-754D-E92D-7B208F392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572" y="2408349"/>
            <a:ext cx="3457709" cy="2254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D7A552-87E6-C86D-3A5E-92600EFC7222}"/>
              </a:ext>
            </a:extLst>
          </p:cNvPr>
          <p:cNvSpPr txBox="1"/>
          <p:nvPr/>
        </p:nvSpPr>
        <p:spPr>
          <a:xfrm>
            <a:off x="2923002" y="4767133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Find names of students and their advisor names</a:t>
            </a:r>
            <a:endParaRPr lang="en-US" dirty="0"/>
          </a:p>
        </p:txBody>
      </p:sp>
      <p:pic>
        <p:nvPicPr>
          <p:cNvPr id="13" name="Picture 12" descr="A close-up of a text&#10;&#10;AI-generated content may be incorrect.">
            <a:extLst>
              <a:ext uri="{FF2B5EF4-FFF2-40B4-BE49-F238E27FC236}">
                <a16:creationId xmlns:a16="http://schemas.microsoft.com/office/drawing/2014/main" id="{54D49211-0C03-1B52-F74A-915B8E293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975" y="5610440"/>
            <a:ext cx="53340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81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639E-7142-A7AD-EE6A-70B2F3CC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78DE3A-80A2-9451-1F09-C54C1FA6E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29" y="231897"/>
            <a:ext cx="5153946" cy="2240846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BC9F336-6A06-F6F0-2FE2-FCA5CED95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3" y="296292"/>
            <a:ext cx="4644314" cy="2112057"/>
          </a:xfrm>
          <a:prstGeom prst="rect">
            <a:avLst/>
          </a:prstGeom>
        </p:spPr>
      </p:pic>
      <p:pic>
        <p:nvPicPr>
          <p:cNvPr id="9" name="Picture 8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ED2000CB-D355-CD43-D261-3DB88C62F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54" y="2537137"/>
            <a:ext cx="3457709" cy="2254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6E0EA7-F97E-AB14-F54F-D85430EE4209}"/>
              </a:ext>
            </a:extLst>
          </p:cNvPr>
          <p:cNvSpPr txBox="1"/>
          <p:nvPr/>
        </p:nvSpPr>
        <p:spPr>
          <a:xfrm>
            <a:off x="154170" y="4855672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Find names of students and their advisor names</a:t>
            </a:r>
            <a:endParaRPr lang="en-US" dirty="0"/>
          </a:p>
        </p:txBody>
      </p:sp>
      <p:pic>
        <p:nvPicPr>
          <p:cNvPr id="13" name="Picture 12" descr="A close-up of a text&#10;&#10;AI-generated content may be incorrect.">
            <a:extLst>
              <a:ext uri="{FF2B5EF4-FFF2-40B4-BE49-F238E27FC236}">
                <a16:creationId xmlns:a16="http://schemas.microsoft.com/office/drawing/2014/main" id="{3E9CCAC9-7DC1-51BB-E519-02897DE41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02" y="5394203"/>
            <a:ext cx="5334000" cy="1231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B4A845-B5F5-7332-611B-E8B6CBBEA017}"/>
              </a:ext>
            </a:extLst>
          </p:cNvPr>
          <p:cNvSpPr/>
          <p:nvPr/>
        </p:nvSpPr>
        <p:spPr>
          <a:xfrm>
            <a:off x="914400" y="6010153"/>
            <a:ext cx="4585575" cy="248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1FD70A-9786-4865-E409-9939653F7307}"/>
              </a:ext>
            </a:extLst>
          </p:cNvPr>
          <p:cNvSpPr/>
          <p:nvPr/>
        </p:nvSpPr>
        <p:spPr>
          <a:xfrm>
            <a:off x="910455" y="6270911"/>
            <a:ext cx="4585575" cy="248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DE0190AF-E307-5912-1BEE-0947EAFDD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843" y="4694004"/>
            <a:ext cx="4572000" cy="21082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FB3434-B36F-CB63-0E08-FA287E7038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799" y="2537137"/>
            <a:ext cx="5265044" cy="150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6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17D1-1361-32EA-8DCE-1F5BC659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726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Outer Join</a:t>
            </a:r>
          </a:p>
        </p:txBody>
      </p:sp>
    </p:spTree>
    <p:extLst>
      <p:ext uri="{BB962C8B-B14F-4D97-AF65-F5344CB8AC3E}">
        <p14:creationId xmlns:p14="http://schemas.microsoft.com/office/powerpoint/2010/main" val="1442326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9F3C-A27A-4080-4ABC-70D8B0EB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8D856D6-FDD2-7C3E-ABA1-CCCFD0C68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0BDB625E-113D-D703-5EEB-FF354568F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4056653D-1851-77FF-2BFF-C082AA73E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973A45AF-C899-502F-7E8D-C0D6F58B1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8" name="Picture 7" descr="A close-up of a name&#10;&#10;AI-generated content may be incorrect.">
            <a:extLst>
              <a:ext uri="{FF2B5EF4-FFF2-40B4-BE49-F238E27FC236}">
                <a16:creationId xmlns:a16="http://schemas.microsoft.com/office/drawing/2014/main" id="{6882AE96-11B4-15DB-6A25-071697FAB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986484"/>
            <a:ext cx="7772400" cy="18857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65A048-C139-5FA9-61A2-A4DA0B563A21}"/>
              </a:ext>
            </a:extLst>
          </p:cNvPr>
          <p:cNvSpPr txBox="1"/>
          <p:nvPr/>
        </p:nvSpPr>
        <p:spPr>
          <a:xfrm>
            <a:off x="5010871" y="3301485"/>
            <a:ext cx="2180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Perform natural join </a:t>
            </a:r>
          </a:p>
        </p:txBody>
      </p:sp>
    </p:spTree>
    <p:extLst>
      <p:ext uri="{BB962C8B-B14F-4D97-AF65-F5344CB8AC3E}">
        <p14:creationId xmlns:p14="http://schemas.microsoft.com/office/powerpoint/2010/main" val="393573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78CF-04DA-C82B-60DB-D171A4DA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EBC1905-FD2A-A934-DEA6-8A07BFAA9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0DD75055-4B9E-88C4-4906-812EFCB4C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BCCB74E5-2473-B1F9-8ACC-2CFE6B202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2E373362-BF77-4758-690B-3961F7251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4" name="Picture 3" descr="A close-up of a computer&#10;&#10;AI-generated content may be incorrect.">
            <a:extLst>
              <a:ext uri="{FF2B5EF4-FFF2-40B4-BE49-F238E27FC236}">
                <a16:creationId xmlns:a16="http://schemas.microsoft.com/office/drawing/2014/main" id="{F2D36441-B415-DB8F-4B36-C31AE48D9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704" y="4169561"/>
            <a:ext cx="7772400" cy="25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A86D-2B48-6BDA-C139-58C2BF23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8A36DE1-E9EF-2835-D349-B27726F1E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9736593A-D2FC-5C9C-A5A9-EF594BDAB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2309DA2D-2902-7158-14BC-05BC2F5AE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9ECAA948-64EC-1A74-3126-5C34CD03F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3" name="Picture 2" descr="A green box with black text&#10;&#10;AI-generated content may be incorrect.">
            <a:extLst>
              <a:ext uri="{FF2B5EF4-FFF2-40B4-BE49-F238E27FC236}">
                <a16:creationId xmlns:a16="http://schemas.microsoft.com/office/drawing/2014/main" id="{8F8A83C0-543C-995C-E536-046D6A821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882080"/>
            <a:ext cx="7772400" cy="247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1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03B6-783B-83FD-BD90-D38C4E36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CE026D38-F0BE-DF4C-4A77-8615E7F21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30F5512F-1AAE-F07E-072D-7F95913A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9F73FF1B-541E-5B30-3DBF-4261D6B2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C49ACDE2-D8FE-546B-2AC6-C2D80B664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4" name="Picture 3" descr="A close-up of a chart&#10;&#10;AI-generated content may be incorrect.">
            <a:extLst>
              <a:ext uri="{FF2B5EF4-FFF2-40B4-BE49-F238E27FC236}">
                <a16:creationId xmlns:a16="http://schemas.microsoft.com/office/drawing/2014/main" id="{65FA1F5B-4693-F2F7-A311-557480576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357459"/>
            <a:ext cx="7772400" cy="329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8D27-179D-2983-F4FD-5B7B7457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92CA-8DA0-18D2-C3CB-EF8D8C04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2A41DDC1-2F9D-3516-CB27-D43D92CBE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688" y="1626886"/>
            <a:ext cx="3835489" cy="205441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29CB4E-6254-EDB0-AE24-1E585854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85" y="1027906"/>
            <a:ext cx="3932478" cy="2054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C017AF-16A9-17F8-96BC-BABA69142A43}"/>
              </a:ext>
            </a:extLst>
          </p:cNvPr>
          <p:cNvSpPr txBox="1"/>
          <p:nvPr/>
        </p:nvSpPr>
        <p:spPr>
          <a:xfrm>
            <a:off x="643944" y="3836755"/>
            <a:ext cx="419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List all instructors and the courses they teach, if any</a:t>
            </a:r>
            <a:endParaRPr lang="en-US" dirty="0"/>
          </a:p>
        </p:txBody>
      </p:sp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92FE1C34-156B-E5F2-9438-D0ED734C8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32" y="4815454"/>
            <a:ext cx="2171700" cy="1066800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13516CBA-0C81-3CF9-661B-6F72F7840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024" y="3758216"/>
            <a:ext cx="63500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0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00A0-2DF0-F110-8326-D21F6AFE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CF1C-5856-4C27-B730-3B04CE44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52A58C82-8D90-55E0-10F0-F866965F0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688" y="1626886"/>
            <a:ext cx="3835489" cy="205441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144053-E56D-4F63-08B5-F99420A0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85" y="1027906"/>
            <a:ext cx="3932478" cy="2054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876D48-0356-ADBC-1619-B35ECC7D599A}"/>
              </a:ext>
            </a:extLst>
          </p:cNvPr>
          <p:cNvSpPr txBox="1"/>
          <p:nvPr/>
        </p:nvSpPr>
        <p:spPr>
          <a:xfrm>
            <a:off x="643944" y="3836755"/>
            <a:ext cx="419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List all courses and the instructors who teach them, if any</a:t>
            </a:r>
            <a:endParaRPr lang="en-US" dirty="0"/>
          </a:p>
        </p:txBody>
      </p:sp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25A27B8E-4AAF-663F-294E-BEB1FCBD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43058"/>
            <a:ext cx="2641600" cy="1130300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39B4C651-AEC1-7835-4FE7-20E564235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356" y="3836755"/>
            <a:ext cx="53086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3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6D20-9010-3D78-91D1-B6C27202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DF50-3667-70B3-A716-B08D25BE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Outer Join</a:t>
            </a: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F3B7AECD-5AE7-E096-6E7D-0BE6D8F26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688" y="1626886"/>
            <a:ext cx="3835489" cy="205441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CBC130-C767-C121-A722-ABF2517D586E}"/>
              </a:ext>
            </a:extLst>
          </p:cNvPr>
          <p:cNvSpPr txBox="1"/>
          <p:nvPr/>
        </p:nvSpPr>
        <p:spPr>
          <a:xfrm>
            <a:off x="643943" y="3836755"/>
            <a:ext cx="4971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List all instructors and all courses, showing who teaches what when possible</a:t>
            </a:r>
            <a:endParaRPr lang="en-US" dirty="0"/>
          </a:p>
        </p:txBody>
      </p:sp>
      <p:pic>
        <p:nvPicPr>
          <p:cNvPr id="4" name="Picture 3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AE8F970-86E5-5AD1-4AA9-F9F06A1F3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43" y="4796039"/>
            <a:ext cx="3009900" cy="1181100"/>
          </a:xfrm>
          <a:prstGeom prst="rect">
            <a:avLst/>
          </a:prstGeom>
        </p:spPr>
      </p:pic>
      <p:pic>
        <p:nvPicPr>
          <p:cNvPr id="10" name="Picture 9" descr="A screenshot of a course&#10;&#10;AI-generated content may be incorrect.">
            <a:extLst>
              <a:ext uri="{FF2B5EF4-FFF2-40B4-BE49-F238E27FC236}">
                <a16:creationId xmlns:a16="http://schemas.microsoft.com/office/drawing/2014/main" id="{B1363028-64F8-C314-8759-C4213CB64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44" y="3523699"/>
            <a:ext cx="4104068" cy="2840524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53668-3D6C-2B4B-8456-7FAE51850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649" y="399175"/>
            <a:ext cx="4816073" cy="245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2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187</Words>
  <Application>Microsoft Macintosh PowerPoint</Application>
  <PresentationFormat>Widescreen</PresentationFormat>
  <Paragraphs>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SQL Joins</vt:lpstr>
      <vt:lpstr>You must try these!</vt:lpstr>
      <vt:lpstr>From clause</vt:lpstr>
      <vt:lpstr>PowerPoint Presentation</vt:lpstr>
      <vt:lpstr>Surprisingly .... </vt:lpstr>
      <vt:lpstr>PowerPoint Presentation</vt:lpstr>
      <vt:lpstr>PowerPoint Presentation</vt:lpstr>
      <vt:lpstr>Joins</vt:lpstr>
      <vt:lpstr>Natural Join</vt:lpstr>
      <vt:lpstr>Inner Join</vt:lpstr>
      <vt:lpstr>Find the course ID, semester, year and title of each course offered by the computer science department</vt:lpstr>
      <vt:lpstr>Same Query</vt:lpstr>
      <vt:lpstr>Multiple Joins</vt:lpstr>
      <vt:lpstr>PowerPoint Presentation</vt:lpstr>
      <vt:lpstr>PowerPoint Presentation</vt:lpstr>
      <vt:lpstr>PowerPoint Presentation</vt:lpstr>
      <vt:lpstr>Outer Join</vt:lpstr>
      <vt:lpstr>PowerPoint Presentation</vt:lpstr>
      <vt:lpstr>PowerPoint Presentation</vt:lpstr>
      <vt:lpstr>PowerPoint Presentation</vt:lpstr>
      <vt:lpstr>PowerPoint Presentation</vt:lpstr>
      <vt:lpstr>Left Outer Join</vt:lpstr>
      <vt:lpstr>Right Outer Join</vt:lpstr>
      <vt:lpstr>Full Outer 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3</cp:revision>
  <dcterms:created xsi:type="dcterms:W3CDTF">2026-02-24T23:21:44Z</dcterms:created>
  <dcterms:modified xsi:type="dcterms:W3CDTF">2026-02-25T01:16:37Z</dcterms:modified>
</cp:coreProperties>
</file>